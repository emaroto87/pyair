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962" r:id="rId1"/>
  </p:sldMasterIdLst>
  <p:notesMasterIdLst>
    <p:notesMasterId r:id="rId13"/>
  </p:notesMasterIdLst>
  <p:handoutMasterIdLst>
    <p:handoutMasterId r:id="rId14"/>
  </p:handoutMasterIdLst>
  <p:sldIdLst>
    <p:sldId id="2145706631" r:id="rId2"/>
    <p:sldId id="1049" r:id="rId3"/>
    <p:sldId id="2145706645" r:id="rId4"/>
    <p:sldId id="265" r:id="rId5"/>
    <p:sldId id="2145706641" r:id="rId6"/>
    <p:sldId id="2145706642" r:id="rId7"/>
    <p:sldId id="2145706646" r:id="rId8"/>
    <p:sldId id="266" r:id="rId9"/>
    <p:sldId id="310" r:id="rId10"/>
    <p:sldId id="1041" r:id="rId11"/>
    <p:sldId id="2145706627" r:id="rId12"/>
  </p:sldIdLst>
  <p:sldSz cx="12192000" cy="6858000"/>
  <p:notesSz cx="6858000" cy="9144000"/>
  <p:embeddedFontLst>
    <p:embeddedFont>
      <p:font typeface="Ubuntu" panose="020B0604020202020204" charset="0"/>
      <p:regular r:id="rId15"/>
      <p:bold r:id="rId16"/>
      <p:italic r:id="rId17"/>
      <p:boldItalic r:id="rId18"/>
    </p:embeddedFont>
    <p:embeddedFont>
      <p:font typeface="Ubuntu Light" panose="020B0604030602030204" charset="0"/>
      <p:regular r:id="rId19"/>
      <p:italic r:id="rId20"/>
    </p:embeddedFont>
    <p:embeddedFont>
      <p:font typeface="Ubuntu Medium" panose="020B0604030602030204" charset="0"/>
      <p:regular r:id="rId21"/>
      <p:italic r:id="rId22"/>
    </p:embeddedFont>
  </p:embeddedFontLst>
  <p:custDataLst>
    <p:tags r:id="rId23"/>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orient="horz" pos="2341" userDrawn="1">
          <p15:clr>
            <a:srgbClr val="A4A3A4"/>
          </p15:clr>
        </p15:guide>
        <p15:guide id="6"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178C3D"/>
    <a:srgbClr val="272936"/>
    <a:srgbClr val="173340"/>
    <a:srgbClr val="ECECEC"/>
    <a:srgbClr val="D9D9D9"/>
    <a:srgbClr val="2B0A3D"/>
    <a:srgbClr val="0070AD"/>
    <a:srgbClr val="12AB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6988" autoAdjust="0"/>
  </p:normalViewPr>
  <p:slideViewPr>
    <p:cSldViewPr snapToObjects="1">
      <p:cViewPr varScale="1">
        <p:scale>
          <a:sx n="114" d="100"/>
          <a:sy n="114" d="100"/>
        </p:scale>
        <p:origin x="414" y="102"/>
      </p:cViewPr>
      <p:guideLst>
        <p:guide orient="horz" pos="2341"/>
        <p:guide pos="3840"/>
      </p:guideLst>
    </p:cSldViewPr>
  </p:slideViewPr>
  <p:outlineViewPr>
    <p:cViewPr>
      <p:scale>
        <a:sx n="33" d="100"/>
        <a:sy n="33" d="100"/>
      </p:scale>
      <p:origin x="0" y="-75284"/>
    </p:cViewPr>
  </p:outlineViewPr>
  <p:notesTextViewPr>
    <p:cViewPr>
      <p:scale>
        <a:sx n="1" d="1"/>
        <a:sy n="1" d="1"/>
      </p:scale>
      <p:origin x="0" y="0"/>
    </p:cViewPr>
  </p:notesTextViewPr>
  <p:sorterViewPr>
    <p:cViewPr varScale="1">
      <p:scale>
        <a:sx n="1" d="1"/>
        <a:sy n="1" d="1"/>
      </p:scale>
      <p:origin x="0" y="0"/>
    </p:cViewPr>
  </p:sorterViewPr>
  <p:notesViewPr>
    <p:cSldViewPr snapToGrid="0" snapToObjects="1">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4.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 Id="rId22" Type="http://schemas.openxmlformats.org/officeDocument/2006/relationships/font" Target="fonts/font8.fntdata"/><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01/04/2025</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01/04/2025</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Insert comments</a:t>
            </a:r>
            <a:endParaRPr lang="pt-B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3</a:t>
            </a:fld>
            <a:endParaRPr lang="pt-BR"/>
          </a:p>
        </p:txBody>
      </p:sp>
    </p:spTree>
    <p:extLst>
      <p:ext uri="{BB962C8B-B14F-4D97-AF65-F5344CB8AC3E}">
        <p14:creationId xmlns:p14="http://schemas.microsoft.com/office/powerpoint/2010/main" val="2793887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6</a:t>
            </a:fld>
            <a:endParaRPr lang="pt-BR"/>
          </a:p>
        </p:txBody>
      </p:sp>
    </p:spTree>
    <p:extLst>
      <p:ext uri="{BB962C8B-B14F-4D97-AF65-F5344CB8AC3E}">
        <p14:creationId xmlns:p14="http://schemas.microsoft.com/office/powerpoint/2010/main" val="22558141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8</a:t>
            </a:fld>
            <a:endParaRPr lang="pt-BR"/>
          </a:p>
        </p:txBody>
      </p:sp>
    </p:spTree>
    <p:extLst>
      <p:ext uri="{BB962C8B-B14F-4D97-AF65-F5344CB8AC3E}">
        <p14:creationId xmlns:p14="http://schemas.microsoft.com/office/powerpoint/2010/main" val="3125010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696B5C-12A0-4042-B4D0-BD3B9A4F58C6}" type="slidenum">
              <a:rPr lang="pt-BR" smtClean="0"/>
              <a:pPr/>
              <a:t>11</a:t>
            </a:fld>
            <a:endParaRPr lang="pt-BR"/>
          </a:p>
        </p:txBody>
      </p:sp>
    </p:spTree>
    <p:extLst>
      <p:ext uri="{BB962C8B-B14F-4D97-AF65-F5344CB8AC3E}">
        <p14:creationId xmlns:p14="http://schemas.microsoft.com/office/powerpoint/2010/main" val="10053864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11" Type="http://schemas.openxmlformats.org/officeDocument/2006/relationships/hyperlink" Target="http://www.youtube.com/capgeminimedia" TargetMode="External"/><Relationship Id="rId5" Type="http://schemas.openxmlformats.org/officeDocument/2006/relationships/hyperlink" Target="http://www.linkedin.com/company/capgemini" TargetMode="External"/><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hyperlink" Target="http://www.twitter.com/capgemini" TargetMode="External"/></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3.png"/><Relationship Id="rId11" Type="http://schemas.openxmlformats.org/officeDocument/2006/relationships/hyperlink" Target="http://www.youtube.com/capgeminimedia" TargetMode="External"/><Relationship Id="rId5" Type="http://schemas.openxmlformats.org/officeDocument/2006/relationships/hyperlink" Target="http://www.linkedin.com/company/capgemini" TargetMode="External"/><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hyperlink" Target="http://www.twitter.com/capgemini"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1">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userDrawn="1"/>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mn-lt"/>
              </a:defRPr>
            </a:lvl1pPr>
          </a:lstStyle>
          <a:p>
            <a:r>
              <a:rPr lang="es-ES"/>
              <a:t>Haga clic para modificar el estilo de título del patrón</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GB"/>
          </a:p>
        </p:txBody>
      </p:sp>
      <p:grpSp>
        <p:nvGrpSpPr>
          <p:cNvPr id="7" name="Group 6">
            <a:extLst>
              <a:ext uri="{FF2B5EF4-FFF2-40B4-BE49-F238E27FC236}">
                <a16:creationId xmlns:a16="http://schemas.microsoft.com/office/drawing/2014/main" id="{8EDD86A9-A101-4431-BC7F-D7A613B745EB}"/>
              </a:ext>
            </a:extLst>
          </p:cNvPr>
          <p:cNvGrpSpPr>
            <a:grpSpLocks noChangeAspect="1"/>
          </p:cNvGrpSpPr>
          <p:nvPr userDrawn="1"/>
        </p:nvGrpSpPr>
        <p:grpSpPr>
          <a:xfrm>
            <a:off x="9422540" y="611982"/>
            <a:ext cx="2267015" cy="509586"/>
            <a:chOff x="9550400" y="612775"/>
            <a:chExt cx="2231297" cy="501650"/>
          </a:xfrm>
        </p:grpSpPr>
        <p:sp>
          <p:nvSpPr>
            <p:cNvPr id="8" name="Freeform: Shape 7">
              <a:extLst>
                <a:ext uri="{FF2B5EF4-FFF2-40B4-BE49-F238E27FC236}">
                  <a16:creationId xmlns:a16="http://schemas.microsoft.com/office/drawing/2014/main" id="{92E5232F-44F9-4DA7-8CAF-37E7E772B19E}"/>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ED6443D4-9252-4F48-B3B1-DE1F07A5D421}"/>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dirty="0"/>
            </a:p>
          </p:txBody>
        </p:sp>
        <p:sp>
          <p:nvSpPr>
            <p:cNvPr id="10" name="Freeform: Shape 9">
              <a:extLst>
                <a:ext uri="{FF2B5EF4-FFF2-40B4-BE49-F238E27FC236}">
                  <a16:creationId xmlns:a16="http://schemas.microsoft.com/office/drawing/2014/main" id="{00D6E549-1EDB-4087-A87E-246AD0B86307}"/>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9B59D2B6-7CA0-4DD1-ACF9-FE9B371E6A4B}"/>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D752C13A-0707-4DB7-BEE5-11C70CC4104C}"/>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
        <p:nvSpPr>
          <p:cNvPr id="4" name="hcSlideMaster.Title Slide 1Header" descr="Airbus Amber ">
            <a:extLst>
              <a:ext uri="{FF2B5EF4-FFF2-40B4-BE49-F238E27FC236}">
                <a16:creationId xmlns:a16="http://schemas.microsoft.com/office/drawing/2014/main" id="{9029CBD3-29D0-4668-8F18-5C63A4F35AC1}"/>
              </a:ext>
            </a:extLst>
          </p:cNvPr>
          <p:cNvSpPr txBox="1"/>
          <p:nvPr userDrawn="1"/>
        </p:nvSpPr>
        <p:spPr>
          <a:xfrm>
            <a:off x="0" y="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
        <p:nvSpPr>
          <p:cNvPr id="5" name="fcSlideMaster.Title Slide 1Footer" descr="Airbus Amber ">
            <a:extLst>
              <a:ext uri="{FF2B5EF4-FFF2-40B4-BE49-F238E27FC236}">
                <a16:creationId xmlns:a16="http://schemas.microsoft.com/office/drawing/2014/main" id="{BFBE62FB-F2D3-49C4-B230-C2897F79C7EE}"/>
              </a:ext>
            </a:extLst>
          </p:cNvPr>
          <p:cNvSpPr txBox="1"/>
          <p:nvPr userDrawn="1"/>
        </p:nvSpPr>
        <p:spPr>
          <a:xfrm>
            <a:off x="0" y="654558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Tree>
    <p:extLst>
      <p:ext uri="{BB962C8B-B14F-4D97-AF65-F5344CB8AC3E}">
        <p14:creationId xmlns:p14="http://schemas.microsoft.com/office/powerpoint/2010/main" val="182521854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 uri="{C183D7F6-B498-43B3-948B-1728B52AA6E4}">
                <adec:decorative xmlns:adec="http://schemas.microsoft.com/office/drawing/2017/decorative" val="1"/>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dirty="0"/>
              <a:t>Insert </a:t>
            </a:r>
            <a:r>
              <a:rPr lang="de-DE" dirty="0" err="1"/>
              <a:t>picture</a:t>
            </a:r>
            <a:r>
              <a:rPr lang="de-DE" dirty="0"/>
              <a:t>, </a:t>
            </a:r>
            <a:r>
              <a:rPr lang="de-DE" dirty="0" err="1"/>
              <a:t>edit</a:t>
            </a:r>
            <a:r>
              <a:rPr lang="de-DE" dirty="0"/>
              <a:t> alt </a:t>
            </a:r>
            <a:r>
              <a:rPr lang="de-DE" dirty="0" err="1"/>
              <a:t>text</a:t>
            </a:r>
            <a:r>
              <a:rPr lang="de-DE" dirty="0"/>
              <a:t> and send </a:t>
            </a:r>
            <a:r>
              <a:rPr lang="de-DE" dirty="0" err="1"/>
              <a:t>to</a:t>
            </a:r>
            <a:r>
              <a:rPr lang="de-DE" dirty="0"/>
              <a:t>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mn-lt"/>
              </a:defRPr>
            </a:lvl1pPr>
          </a:lstStyle>
          <a:p>
            <a:r>
              <a:rPr lang="es-ES"/>
              <a:t>Haga clic para modificar el estilo de título del patrón</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GB"/>
          </a:p>
        </p:txBody>
      </p:sp>
      <p:grpSp>
        <p:nvGrpSpPr>
          <p:cNvPr id="6" name="Group 5">
            <a:extLst>
              <a:ext uri="{FF2B5EF4-FFF2-40B4-BE49-F238E27FC236}">
                <a16:creationId xmlns:a16="http://schemas.microsoft.com/office/drawing/2014/main" id="{138C36DE-BE7C-4EA8-8C11-63DF35071C75}"/>
              </a:ext>
            </a:extLst>
          </p:cNvPr>
          <p:cNvGrpSpPr>
            <a:grpSpLocks noChangeAspect="1"/>
          </p:cNvGrpSpPr>
          <p:nvPr userDrawn="1"/>
        </p:nvGrpSpPr>
        <p:grpSpPr>
          <a:xfrm>
            <a:off x="476900" y="611982"/>
            <a:ext cx="2267015" cy="509586"/>
            <a:chOff x="9550400" y="612775"/>
            <a:chExt cx="2231297" cy="501650"/>
          </a:xfrm>
        </p:grpSpPr>
        <p:sp>
          <p:nvSpPr>
            <p:cNvPr id="8" name="Freeform: Shape 7">
              <a:extLst>
                <a:ext uri="{FF2B5EF4-FFF2-40B4-BE49-F238E27FC236}">
                  <a16:creationId xmlns:a16="http://schemas.microsoft.com/office/drawing/2014/main" id="{F832A913-EBD0-4A52-9BC5-C515E20AA2D2}"/>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6C7C00F4-BABA-40DB-9C59-16A7B33536DE}"/>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dirty="0"/>
            </a:p>
          </p:txBody>
        </p:sp>
        <p:sp>
          <p:nvSpPr>
            <p:cNvPr id="11" name="Freeform: Shape 10">
              <a:extLst>
                <a:ext uri="{FF2B5EF4-FFF2-40B4-BE49-F238E27FC236}">
                  <a16:creationId xmlns:a16="http://schemas.microsoft.com/office/drawing/2014/main" id="{06629252-ADFC-4FC9-85E5-6800A45F303B}"/>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9DB5264D-26DE-4A16-881C-0B8EE6975DF9}"/>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3" name="Freeform: Shape 12">
              <a:extLst>
                <a:ext uri="{FF2B5EF4-FFF2-40B4-BE49-F238E27FC236}">
                  <a16:creationId xmlns:a16="http://schemas.microsoft.com/office/drawing/2014/main" id="{1478FE54-3447-4979-8CE3-A274C8BD5A44}"/>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
        <p:nvSpPr>
          <p:cNvPr id="4" name="hcSlideMaster.Title Slide 2Header" descr="Airbus Amber ">
            <a:extLst>
              <a:ext uri="{FF2B5EF4-FFF2-40B4-BE49-F238E27FC236}">
                <a16:creationId xmlns:a16="http://schemas.microsoft.com/office/drawing/2014/main" id="{661A8EF9-A37E-45FA-8273-B239EA69B331}"/>
              </a:ext>
            </a:extLst>
          </p:cNvPr>
          <p:cNvSpPr txBox="1"/>
          <p:nvPr userDrawn="1"/>
        </p:nvSpPr>
        <p:spPr>
          <a:xfrm>
            <a:off x="0" y="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
        <p:nvSpPr>
          <p:cNvPr id="5" name="fcSlideMaster.Title Slide 2Footer" descr="Airbus Amber ">
            <a:extLst>
              <a:ext uri="{FF2B5EF4-FFF2-40B4-BE49-F238E27FC236}">
                <a16:creationId xmlns:a16="http://schemas.microsoft.com/office/drawing/2014/main" id="{AC04A235-D58F-410C-A9AD-76F773839663}"/>
              </a:ext>
            </a:extLst>
          </p:cNvPr>
          <p:cNvSpPr txBox="1"/>
          <p:nvPr userDrawn="1"/>
        </p:nvSpPr>
        <p:spPr>
          <a:xfrm>
            <a:off x="0" y="654558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Tree>
    <p:extLst>
      <p:ext uri="{BB962C8B-B14F-4D97-AF65-F5344CB8AC3E}">
        <p14:creationId xmlns:p14="http://schemas.microsoft.com/office/powerpoint/2010/main" val="297025104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 uri="{C183D7F6-B498-43B3-948B-1728B52AA6E4}">
                <adec:decorative xmlns:adec="http://schemas.microsoft.com/office/drawing/2017/decorative" val="1"/>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edit alt text and send </a:t>
            </a:r>
            <a:r>
              <a:rPr lang="de-DE" err="1"/>
              <a:t>to</a:t>
            </a:r>
            <a:r>
              <a:rPr lang="de-DE"/>
              <a:t>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3678123"/>
            <a:ext cx="11386134" cy="830997"/>
          </a:xfrm>
        </p:spPr>
        <p:txBody>
          <a:bodyPr wrap="square" lIns="36000" rIns="36000" bIns="0" anchor="b" anchorCtr="0">
            <a:spAutoFit/>
          </a:bodyPr>
          <a:lstStyle>
            <a:lvl1pPr algn="l">
              <a:lnSpc>
                <a:spcPct val="90000"/>
              </a:lnSpc>
              <a:defRPr sz="6000" b="1" baseline="0">
                <a:solidFill>
                  <a:schemeClr val="bg1"/>
                </a:solidFill>
                <a:latin typeface="+mn-lt"/>
              </a:defRPr>
            </a:lvl1pPr>
          </a:lstStyle>
          <a:p>
            <a:r>
              <a:rPr lang="es-ES"/>
              <a:t>Haga clic para modificar el estilo de título del patrón</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GB"/>
          </a:p>
        </p:txBody>
      </p:sp>
      <p:grpSp>
        <p:nvGrpSpPr>
          <p:cNvPr id="7" name="Group 6">
            <a:extLst>
              <a:ext uri="{FF2B5EF4-FFF2-40B4-BE49-F238E27FC236}">
                <a16:creationId xmlns:a16="http://schemas.microsoft.com/office/drawing/2014/main" id="{0240C396-6AE9-4D76-A223-20E91B036600}"/>
              </a:ext>
            </a:extLst>
          </p:cNvPr>
          <p:cNvGrpSpPr>
            <a:grpSpLocks noChangeAspect="1"/>
          </p:cNvGrpSpPr>
          <p:nvPr userDrawn="1"/>
        </p:nvGrpSpPr>
        <p:grpSpPr>
          <a:xfrm>
            <a:off x="9422540" y="611982"/>
            <a:ext cx="2267015" cy="509586"/>
            <a:chOff x="9550400" y="612775"/>
            <a:chExt cx="2231297" cy="501650"/>
          </a:xfrm>
        </p:grpSpPr>
        <p:sp>
          <p:nvSpPr>
            <p:cNvPr id="8" name="Freeform: Shape 7">
              <a:extLst>
                <a:ext uri="{FF2B5EF4-FFF2-40B4-BE49-F238E27FC236}">
                  <a16:creationId xmlns:a16="http://schemas.microsoft.com/office/drawing/2014/main" id="{FC704551-0A43-448B-9BC4-076647B2D2FA}"/>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57D7C248-3780-4A7C-95A8-D356BF27AD73}"/>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dirty="0"/>
            </a:p>
          </p:txBody>
        </p:sp>
        <p:sp>
          <p:nvSpPr>
            <p:cNvPr id="10" name="Freeform: Shape 9">
              <a:extLst>
                <a:ext uri="{FF2B5EF4-FFF2-40B4-BE49-F238E27FC236}">
                  <a16:creationId xmlns:a16="http://schemas.microsoft.com/office/drawing/2014/main" id="{217CBF3A-5C0A-4C4E-9FD3-E028E791FE81}"/>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0CD80AA6-A949-4FC4-8CD0-6E6D7300DF2C}"/>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E8743398-464F-49A4-8D54-C73C461670F9}"/>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
        <p:nvSpPr>
          <p:cNvPr id="4" name="hcSlideMaster.Title Slide 3 Full PictureHeader" descr="Airbus Amber ">
            <a:extLst>
              <a:ext uri="{FF2B5EF4-FFF2-40B4-BE49-F238E27FC236}">
                <a16:creationId xmlns:a16="http://schemas.microsoft.com/office/drawing/2014/main" id="{BBC4C7F5-5260-44AE-9140-7573AEC94B5F}"/>
              </a:ext>
            </a:extLst>
          </p:cNvPr>
          <p:cNvSpPr txBox="1"/>
          <p:nvPr userDrawn="1"/>
        </p:nvSpPr>
        <p:spPr>
          <a:xfrm>
            <a:off x="0" y="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
        <p:nvSpPr>
          <p:cNvPr id="5" name="fcSlideMaster.Title Slide 3 Full PictureFooter" descr="Airbus Amber ">
            <a:extLst>
              <a:ext uri="{FF2B5EF4-FFF2-40B4-BE49-F238E27FC236}">
                <a16:creationId xmlns:a16="http://schemas.microsoft.com/office/drawing/2014/main" id="{27D41D1F-496D-417B-AC61-8A6E555F0C76}"/>
              </a:ext>
            </a:extLst>
          </p:cNvPr>
          <p:cNvSpPr txBox="1"/>
          <p:nvPr userDrawn="1"/>
        </p:nvSpPr>
        <p:spPr>
          <a:xfrm>
            <a:off x="0" y="654558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Tree>
    <p:extLst>
      <p:ext uri="{BB962C8B-B14F-4D97-AF65-F5344CB8AC3E}">
        <p14:creationId xmlns:p14="http://schemas.microsoft.com/office/powerpoint/2010/main" val="870586774"/>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2EBDB0D-AC97-40F0-9DD9-F997B00816C8}"/>
              </a:ext>
              <a:ext uri="{C183D7F6-B498-43B3-948B-1728B52AA6E4}">
                <adec:decorative xmlns:adec="http://schemas.microsoft.com/office/drawing/2017/decorative" val="1"/>
              </a:ext>
            </a:extLst>
          </p:cNvPr>
          <p:cNvSpPr/>
          <p:nvPr userDrawn="1"/>
        </p:nvSpPr>
        <p:spPr>
          <a:xfrm>
            <a:off x="-1" y="0"/>
            <a:ext cx="4749299"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 name="Title 1">
            <a:extLst>
              <a:ext uri="{FF2B5EF4-FFF2-40B4-BE49-F238E27FC236}">
                <a16:creationId xmlns:a16="http://schemas.microsoft.com/office/drawing/2014/main" id="{4774F36F-3194-40C1-BFCB-D2FC8CB290B2}"/>
              </a:ext>
            </a:extLst>
          </p:cNvPr>
          <p:cNvSpPr>
            <a:spLocks noGrp="1"/>
          </p:cNvSpPr>
          <p:nvPr>
            <p:ph type="title"/>
          </p:nvPr>
        </p:nvSpPr>
        <p:spPr>
          <a:xfrm>
            <a:off x="404813" y="388188"/>
            <a:ext cx="4323035" cy="2392740"/>
          </a:xfrm>
        </p:spPr>
        <p:txBody>
          <a:bodyPr/>
          <a:lstStyle>
            <a:lvl1pPr>
              <a:defRPr sz="4000">
                <a:solidFill>
                  <a:schemeClr val="bg1"/>
                </a:solidFill>
              </a:defRPr>
            </a:lvl1pPr>
          </a:lstStyle>
          <a:p>
            <a:r>
              <a:rPr lang="es-ES"/>
              <a:t>Haga clic para modificar el estilo de título del patrón</a:t>
            </a:r>
            <a:endParaRPr lang="en-US"/>
          </a:p>
        </p:txBody>
      </p:sp>
      <p:sp>
        <p:nvSpPr>
          <p:cNvPr id="5" name="Oval 20">
            <a:extLst>
              <a:ext uri="{FF2B5EF4-FFF2-40B4-BE49-F238E27FC236}">
                <a16:creationId xmlns:a16="http://schemas.microsoft.com/office/drawing/2014/main" id="{0B27F5C5-C656-4F2F-9EEE-B93F6E79E727}"/>
              </a:ext>
              <a:ext uri="{C183D7F6-B498-43B3-948B-1728B52AA6E4}">
                <adec:decorative xmlns:adec="http://schemas.microsoft.com/office/drawing/2017/decorative" val="1"/>
              </a:ext>
            </a:extLst>
          </p:cNvPr>
          <p:cNvSpPr/>
          <p:nvPr userDrawn="1"/>
        </p:nvSpPr>
        <p:spPr>
          <a:xfrm>
            <a:off x="5327637" y="711496"/>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811B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Text Placeholder 4">
            <a:extLst>
              <a:ext uri="{FF2B5EF4-FFF2-40B4-BE49-F238E27FC236}">
                <a16:creationId xmlns:a16="http://schemas.microsoft.com/office/drawing/2014/main" id="{6C41C771-7ED2-45AF-884F-E0E275C6B347}"/>
              </a:ext>
            </a:extLst>
          </p:cNvPr>
          <p:cNvSpPr>
            <a:spLocks noGrp="1"/>
          </p:cNvSpPr>
          <p:nvPr>
            <p:ph type="body" sz="quarter" idx="35" hasCustomPrompt="1"/>
          </p:nvPr>
        </p:nvSpPr>
        <p:spPr>
          <a:xfrm>
            <a:off x="5498013" y="1040484"/>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6" name="Text Placeholder 4">
            <a:extLst>
              <a:ext uri="{FF2B5EF4-FFF2-40B4-BE49-F238E27FC236}">
                <a16:creationId xmlns:a16="http://schemas.microsoft.com/office/drawing/2014/main" id="{6A82ADF8-12C7-4D27-8457-7F3D1C93EB46}"/>
              </a:ext>
            </a:extLst>
          </p:cNvPr>
          <p:cNvSpPr>
            <a:spLocks noGrp="1"/>
          </p:cNvSpPr>
          <p:nvPr>
            <p:ph type="body" sz="quarter" idx="29" hasCustomPrompt="1"/>
          </p:nvPr>
        </p:nvSpPr>
        <p:spPr>
          <a:xfrm>
            <a:off x="6787432" y="518014"/>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7" name="Text Placeholder 7">
            <a:extLst>
              <a:ext uri="{FF2B5EF4-FFF2-40B4-BE49-F238E27FC236}">
                <a16:creationId xmlns:a16="http://schemas.microsoft.com/office/drawing/2014/main" id="{E18CF815-87D3-425A-8169-07DAC5996151}"/>
              </a:ext>
            </a:extLst>
          </p:cNvPr>
          <p:cNvSpPr>
            <a:spLocks noGrp="1"/>
          </p:cNvSpPr>
          <p:nvPr>
            <p:ph type="body" sz="quarter" idx="30" hasCustomPrompt="1"/>
          </p:nvPr>
        </p:nvSpPr>
        <p:spPr>
          <a:xfrm>
            <a:off x="6787433" y="936969"/>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dirty="0"/>
              <a:t>Second level</a:t>
            </a:r>
          </a:p>
          <a:p>
            <a:pPr lvl="2"/>
            <a:r>
              <a:rPr lang="en-US" dirty="0"/>
              <a:t>Third level</a:t>
            </a:r>
          </a:p>
          <a:p>
            <a:pPr lvl="3"/>
            <a:r>
              <a:rPr lang="en-US" dirty="0"/>
              <a:t>Fourth level</a:t>
            </a:r>
          </a:p>
        </p:txBody>
      </p:sp>
      <p:sp>
        <p:nvSpPr>
          <p:cNvPr id="4" name="Oval 20">
            <a:extLst>
              <a:ext uri="{FF2B5EF4-FFF2-40B4-BE49-F238E27FC236}">
                <a16:creationId xmlns:a16="http://schemas.microsoft.com/office/drawing/2014/main" id="{71209714-A86B-492A-AC18-2DBD1D17EB98}"/>
              </a:ext>
              <a:ext uri="{C183D7F6-B498-43B3-948B-1728B52AA6E4}">
                <adec:decorative xmlns:adec="http://schemas.microsoft.com/office/drawing/2017/decorative" val="1"/>
              </a:ext>
            </a:extLst>
          </p:cNvPr>
          <p:cNvSpPr/>
          <p:nvPr userDrawn="1"/>
        </p:nvSpPr>
        <p:spPr>
          <a:xfrm>
            <a:off x="5327637" y="2656077"/>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590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Text Placeholder 4">
            <a:extLst>
              <a:ext uri="{FF2B5EF4-FFF2-40B4-BE49-F238E27FC236}">
                <a16:creationId xmlns:a16="http://schemas.microsoft.com/office/drawing/2014/main" id="{1CDF667B-1AA2-4981-B115-B40754E318E4}"/>
              </a:ext>
            </a:extLst>
          </p:cNvPr>
          <p:cNvSpPr>
            <a:spLocks noGrp="1"/>
          </p:cNvSpPr>
          <p:nvPr>
            <p:ph type="body" sz="quarter" idx="36" hasCustomPrompt="1"/>
          </p:nvPr>
        </p:nvSpPr>
        <p:spPr>
          <a:xfrm>
            <a:off x="5498013" y="299622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10" name="Text Placeholder 4">
            <a:extLst>
              <a:ext uri="{FF2B5EF4-FFF2-40B4-BE49-F238E27FC236}">
                <a16:creationId xmlns:a16="http://schemas.microsoft.com/office/drawing/2014/main" id="{949B542E-285C-4837-B671-696E4DC001E9}"/>
              </a:ext>
            </a:extLst>
          </p:cNvPr>
          <p:cNvSpPr>
            <a:spLocks noGrp="1"/>
          </p:cNvSpPr>
          <p:nvPr>
            <p:ph type="body" sz="quarter" idx="33" hasCustomPrompt="1"/>
          </p:nvPr>
        </p:nvSpPr>
        <p:spPr>
          <a:xfrm>
            <a:off x="6787432" y="2563381"/>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1" name="Text Placeholder 7">
            <a:extLst>
              <a:ext uri="{FF2B5EF4-FFF2-40B4-BE49-F238E27FC236}">
                <a16:creationId xmlns:a16="http://schemas.microsoft.com/office/drawing/2014/main" id="{09A45E63-A970-497F-9E53-8D389A8457FB}"/>
              </a:ext>
            </a:extLst>
          </p:cNvPr>
          <p:cNvSpPr>
            <a:spLocks noGrp="1"/>
          </p:cNvSpPr>
          <p:nvPr>
            <p:ph type="body" sz="quarter" idx="34" hasCustomPrompt="1"/>
          </p:nvPr>
        </p:nvSpPr>
        <p:spPr>
          <a:xfrm>
            <a:off x="6787433" y="2982336"/>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dirty="0"/>
              <a:t>Second level</a:t>
            </a:r>
          </a:p>
          <a:p>
            <a:pPr lvl="2"/>
            <a:r>
              <a:rPr lang="en-US" dirty="0"/>
              <a:t>Third level</a:t>
            </a:r>
          </a:p>
          <a:p>
            <a:pPr lvl="3"/>
            <a:r>
              <a:rPr lang="en-US" dirty="0"/>
              <a:t>Fourth level</a:t>
            </a:r>
          </a:p>
        </p:txBody>
      </p:sp>
      <p:sp>
        <p:nvSpPr>
          <p:cNvPr id="3" name="Oval 20">
            <a:extLst>
              <a:ext uri="{FF2B5EF4-FFF2-40B4-BE49-F238E27FC236}">
                <a16:creationId xmlns:a16="http://schemas.microsoft.com/office/drawing/2014/main" id="{F88C0E2C-E612-44EC-9013-AD68C65B671C}"/>
              </a:ext>
              <a:ext uri="{C183D7F6-B498-43B3-948B-1728B52AA6E4}">
                <adec:decorative xmlns:adec="http://schemas.microsoft.com/office/drawing/2017/decorative" val="1"/>
              </a:ext>
            </a:extLst>
          </p:cNvPr>
          <p:cNvSpPr/>
          <p:nvPr userDrawn="1"/>
        </p:nvSpPr>
        <p:spPr>
          <a:xfrm>
            <a:off x="5327637" y="4780395"/>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A600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Text Placeholder 4">
            <a:extLst>
              <a:ext uri="{FF2B5EF4-FFF2-40B4-BE49-F238E27FC236}">
                <a16:creationId xmlns:a16="http://schemas.microsoft.com/office/drawing/2014/main" id="{A411BF5D-81E9-4AC1-AE6D-53DC26B2ECA6}"/>
              </a:ext>
            </a:extLst>
          </p:cNvPr>
          <p:cNvSpPr>
            <a:spLocks noGrp="1"/>
          </p:cNvSpPr>
          <p:nvPr>
            <p:ph type="body" sz="quarter" idx="37" hasCustomPrompt="1"/>
          </p:nvPr>
        </p:nvSpPr>
        <p:spPr>
          <a:xfrm>
            <a:off x="5498013" y="510784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8" name="Text Placeholder 4">
            <a:extLst>
              <a:ext uri="{FF2B5EF4-FFF2-40B4-BE49-F238E27FC236}">
                <a16:creationId xmlns:a16="http://schemas.microsoft.com/office/drawing/2014/main" id="{42676D57-7318-4038-8625-151D4DD857E7}"/>
              </a:ext>
            </a:extLst>
          </p:cNvPr>
          <p:cNvSpPr>
            <a:spLocks noGrp="1"/>
          </p:cNvSpPr>
          <p:nvPr>
            <p:ph type="body" sz="quarter" idx="31" hasCustomPrompt="1"/>
          </p:nvPr>
        </p:nvSpPr>
        <p:spPr>
          <a:xfrm>
            <a:off x="6787432" y="4647262"/>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9" name="Text Placeholder 7">
            <a:extLst>
              <a:ext uri="{FF2B5EF4-FFF2-40B4-BE49-F238E27FC236}">
                <a16:creationId xmlns:a16="http://schemas.microsoft.com/office/drawing/2014/main" id="{9AB98D4C-7485-4468-A517-B5B92B48F38A}"/>
              </a:ext>
            </a:extLst>
          </p:cNvPr>
          <p:cNvSpPr>
            <a:spLocks noGrp="1"/>
          </p:cNvSpPr>
          <p:nvPr>
            <p:ph type="body" sz="quarter" idx="32" hasCustomPrompt="1"/>
          </p:nvPr>
        </p:nvSpPr>
        <p:spPr>
          <a:xfrm>
            <a:off x="6787433" y="5066217"/>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dirty="0"/>
              <a:t>Second level</a:t>
            </a:r>
          </a:p>
          <a:p>
            <a:pPr lvl="2"/>
            <a:r>
              <a:rPr lang="en-US" dirty="0"/>
              <a:t>Third level</a:t>
            </a:r>
          </a:p>
          <a:p>
            <a:pPr lvl="3"/>
            <a:r>
              <a:rPr lang="en-US" dirty="0"/>
              <a:t>Fourth level</a:t>
            </a:r>
          </a:p>
        </p:txBody>
      </p:sp>
      <p:sp>
        <p:nvSpPr>
          <p:cNvPr id="15" name="hcSlideMaster.Agenda 1Header" descr="Airbus Amber ">
            <a:extLst>
              <a:ext uri="{FF2B5EF4-FFF2-40B4-BE49-F238E27FC236}">
                <a16:creationId xmlns:a16="http://schemas.microsoft.com/office/drawing/2014/main" id="{1C81468C-507A-422F-A813-E81031856357}"/>
              </a:ext>
            </a:extLst>
          </p:cNvPr>
          <p:cNvSpPr txBox="1"/>
          <p:nvPr userDrawn="1"/>
        </p:nvSpPr>
        <p:spPr>
          <a:xfrm>
            <a:off x="0" y="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
        <p:nvSpPr>
          <p:cNvPr id="17" name="fcSlideMaster.Agenda 1Footer" descr="Airbus Amber ">
            <a:extLst>
              <a:ext uri="{FF2B5EF4-FFF2-40B4-BE49-F238E27FC236}">
                <a16:creationId xmlns:a16="http://schemas.microsoft.com/office/drawing/2014/main" id="{14372A14-0828-45B3-A400-773B8374F835}"/>
              </a:ext>
            </a:extLst>
          </p:cNvPr>
          <p:cNvSpPr txBox="1"/>
          <p:nvPr userDrawn="1"/>
        </p:nvSpPr>
        <p:spPr>
          <a:xfrm>
            <a:off x="0" y="654558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Tree>
    <p:extLst>
      <p:ext uri="{BB962C8B-B14F-4D97-AF65-F5344CB8AC3E}">
        <p14:creationId xmlns:p14="http://schemas.microsoft.com/office/powerpoint/2010/main" val="2099050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11" name="Title 1"/>
          <p:cNvSpPr>
            <a:spLocks noGrp="1"/>
          </p:cNvSpPr>
          <p:nvPr>
            <p:ph type="title"/>
          </p:nvPr>
        </p:nvSpPr>
        <p:spPr>
          <a:xfrm>
            <a:off x="227349" y="0"/>
            <a:ext cx="11125236" cy="1104900"/>
          </a:xfrm>
          <a:prstGeom prst="rect">
            <a:avLst/>
          </a:prstGeom>
        </p:spPr>
        <p:txBody>
          <a:bodyPr/>
          <a:lstStyle/>
          <a:p>
            <a:r>
              <a:rPr lang="es-ES"/>
              <a:t>Haga clic para modificar el estilo de título del patrón</a:t>
            </a:r>
            <a:endParaRPr lang="en-GB"/>
          </a:p>
        </p:txBody>
      </p:sp>
      <p:sp>
        <p:nvSpPr>
          <p:cNvPr id="20" name="Picture Placeholder 47">
            <a:extLst>
              <a:ext uri="{FF2B5EF4-FFF2-40B4-BE49-F238E27FC236}">
                <a16:creationId xmlns:a16="http://schemas.microsoft.com/office/drawing/2014/main" id="{51CA337D-4B25-44C1-847A-AC0D74277B60}"/>
              </a:ext>
              <a:ext uri="{C183D7F6-B498-43B3-948B-1728B52AA6E4}">
                <adec:decorative xmlns:adec="http://schemas.microsoft.com/office/drawing/2017/decorative" val="1"/>
              </a:ext>
            </a:extLst>
          </p:cNvPr>
          <p:cNvSpPr>
            <a:spLocks noGrp="1"/>
          </p:cNvSpPr>
          <p:nvPr>
            <p:ph type="pic" sz="quarter" idx="19"/>
          </p:nvPr>
        </p:nvSpPr>
        <p:spPr>
          <a:xfrm>
            <a:off x="0" y="1192909"/>
            <a:ext cx="5591944" cy="5260428"/>
          </a:xfrm>
          <a:prstGeom prst="rect">
            <a:avLst/>
          </a:prstGeom>
        </p:spPr>
        <p:txBody>
          <a:bodyPr anchor="ctr"/>
          <a:lstStyle>
            <a:lvl1pPr algn="ctr">
              <a:defRPr/>
            </a:lvl1pPr>
          </a:lstStyle>
          <a:p>
            <a:r>
              <a:rPr lang="es-ES"/>
              <a:t>Haga clic en el icono para agregar una imagen</a:t>
            </a:r>
            <a:endParaRPr lang="pt-PT"/>
          </a:p>
        </p:txBody>
      </p:sp>
      <p:sp>
        <p:nvSpPr>
          <p:cNvPr id="12" name="Text Placeholder 7">
            <a:extLst>
              <a:ext uri="{FF2B5EF4-FFF2-40B4-BE49-F238E27FC236}">
                <a16:creationId xmlns:a16="http://schemas.microsoft.com/office/drawing/2014/main" id="{3E908611-FBB7-4987-BE0F-F09EAF1FFC80}"/>
              </a:ext>
            </a:extLst>
          </p:cNvPr>
          <p:cNvSpPr>
            <a:spLocks noGrp="1"/>
          </p:cNvSpPr>
          <p:nvPr>
            <p:ph type="body" sz="quarter" idx="11" hasCustomPrompt="1"/>
          </p:nvPr>
        </p:nvSpPr>
        <p:spPr>
          <a:xfrm>
            <a:off x="6600059" y="11929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3"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6600059" y="1865049"/>
            <a:ext cx="5007742" cy="555448"/>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insert text</a:t>
            </a:r>
          </a:p>
        </p:txBody>
      </p:sp>
      <p:sp>
        <p:nvSpPr>
          <p:cNvPr id="14"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6600059" y="25371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5"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6600059" y="320932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6"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6600059" y="388146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7"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6600059" y="45536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8"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6600059" y="522574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9"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6600059" y="58978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 name="hcSlideMaster.Agenda 2Header" descr="Airbus Amber ">
            <a:extLst>
              <a:ext uri="{FF2B5EF4-FFF2-40B4-BE49-F238E27FC236}">
                <a16:creationId xmlns:a16="http://schemas.microsoft.com/office/drawing/2014/main" id="{D1D34A8C-7F4B-4223-8373-E753E2624309}"/>
              </a:ext>
            </a:extLst>
          </p:cNvPr>
          <p:cNvSpPr txBox="1"/>
          <p:nvPr userDrawn="1"/>
        </p:nvSpPr>
        <p:spPr>
          <a:xfrm>
            <a:off x="0" y="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
        <p:nvSpPr>
          <p:cNvPr id="3" name="fcSlideMaster.Agenda 2Footer" descr="Airbus Amber ">
            <a:extLst>
              <a:ext uri="{FF2B5EF4-FFF2-40B4-BE49-F238E27FC236}">
                <a16:creationId xmlns:a16="http://schemas.microsoft.com/office/drawing/2014/main" id="{92523CB0-38E1-430F-A9A3-DEB4646D5F05}"/>
              </a:ext>
            </a:extLst>
          </p:cNvPr>
          <p:cNvSpPr txBox="1"/>
          <p:nvPr userDrawn="1"/>
        </p:nvSpPr>
        <p:spPr>
          <a:xfrm>
            <a:off x="0" y="654558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Tree>
    <p:extLst>
      <p:ext uri="{BB962C8B-B14F-4D97-AF65-F5344CB8AC3E}">
        <p14:creationId xmlns:p14="http://schemas.microsoft.com/office/powerpoint/2010/main" val="14097955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ítulo y objetos">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s-ES"/>
              <a:t>Haga clic para modificar el estilo de título del patrón</a:t>
            </a:r>
            <a:endParaRPr lang="en-GB"/>
          </a:p>
        </p:txBody>
      </p:sp>
      <p:sp>
        <p:nvSpPr>
          <p:cNvPr id="4" name="Text Placeholder 3"/>
          <p:cNvSpPr>
            <a:spLocks noGrp="1"/>
          </p:cNvSpPr>
          <p:nvPr>
            <p:ph type="body" sz="quarter" idx="10"/>
          </p:nvPr>
        </p:nvSpPr>
        <p:spPr>
          <a:xfrm>
            <a:off x="404812" y="1447201"/>
            <a:ext cx="11379201" cy="502261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2" name="hcSlideMaster.Título y objetosHeader" descr="Airbus Amber ">
            <a:extLst>
              <a:ext uri="{FF2B5EF4-FFF2-40B4-BE49-F238E27FC236}">
                <a16:creationId xmlns:a16="http://schemas.microsoft.com/office/drawing/2014/main" id="{9A451A83-A749-40BB-A267-E4B983750763}"/>
              </a:ext>
            </a:extLst>
          </p:cNvPr>
          <p:cNvSpPr txBox="1"/>
          <p:nvPr userDrawn="1"/>
        </p:nvSpPr>
        <p:spPr>
          <a:xfrm>
            <a:off x="0" y="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
        <p:nvSpPr>
          <p:cNvPr id="3" name="fcSlideMaster.Título y objetosFooter" descr="Airbus Amber ">
            <a:extLst>
              <a:ext uri="{FF2B5EF4-FFF2-40B4-BE49-F238E27FC236}">
                <a16:creationId xmlns:a16="http://schemas.microsoft.com/office/drawing/2014/main" id="{D325F0B7-97B1-4044-BCFF-A4B5573351E3}"/>
              </a:ext>
            </a:extLst>
          </p:cNvPr>
          <p:cNvSpPr txBox="1"/>
          <p:nvPr userDrawn="1"/>
        </p:nvSpPr>
        <p:spPr>
          <a:xfrm>
            <a:off x="0" y="6545580"/>
            <a:ext cx="12192000" cy="215444"/>
          </a:xfrm>
          <a:prstGeom prst="rect">
            <a:avLst/>
          </a:prstGeom>
          <a:noFill/>
        </p:spPr>
        <p:txBody>
          <a:bodyPr vert="horz" wrap="square" rtlCol="0">
            <a:spAutoFit/>
          </a:bodyPr>
          <a:lstStyle/>
          <a:p>
            <a:pPr algn="ctr"/>
            <a:r>
              <a:rPr lang="en-GB" sz="800" b="0" i="0" u="none" baseline="0">
                <a:solidFill>
                  <a:srgbClr val="E29218"/>
                </a:solidFill>
                <a:latin typeface="arial" panose="020B0604020202020204" pitchFamily="34" charset="0"/>
              </a:rPr>
              <a:t>Airbus Amber </a:t>
            </a:r>
            <a:endParaRPr lang="en-GB" sz="800" b="0" i="0" u="none" baseline="0" dirty="0">
              <a:solidFill>
                <a:srgbClr val="E29218"/>
              </a:solidFill>
              <a:latin typeface="arial" panose="020B0604020202020204" pitchFamily="34" charset="0"/>
            </a:endParaRPr>
          </a:p>
        </p:txBody>
      </p:sp>
    </p:spTree>
    <p:extLst>
      <p:ext uri="{BB962C8B-B14F-4D97-AF65-F5344CB8AC3E}">
        <p14:creationId xmlns:p14="http://schemas.microsoft.com/office/powerpoint/2010/main" val="3818612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s-ES"/>
              <a:t>Haga clic para modificar el estilo de título del patrón</a:t>
            </a:r>
            <a:endParaRPr lang="de-DE"/>
          </a:p>
        </p:txBody>
      </p:sp>
      <p:sp>
        <p:nvSpPr>
          <p:cNvPr id="5" name="Espace réservé du texte 4"/>
          <p:cNvSpPr>
            <a:spLocks noGrp="1"/>
          </p:cNvSpPr>
          <p:nvPr>
            <p:ph type="body" sz="quarter" idx="11" hasCustomPrompt="1"/>
          </p:nvPr>
        </p:nvSpPr>
        <p:spPr>
          <a:xfrm>
            <a:off x="404813" y="1327150"/>
            <a:ext cx="11379200" cy="307777"/>
          </a:xfrm>
          <a:prstGeom prst="rect">
            <a:avLst/>
          </a:prstGeom>
        </p:spPr>
        <p:txBody>
          <a:bodyPr>
            <a:spAutoFit/>
          </a:bodyPr>
          <a:lstStyle>
            <a:lvl1pPr>
              <a:defRPr>
                <a:solidFill>
                  <a:schemeClr val="accent1"/>
                </a:solidFill>
              </a:defRPr>
            </a:lvl1pPr>
          </a:lstStyle>
          <a:p>
            <a:pPr lvl="0"/>
            <a:r>
              <a:rPr lang="en-US"/>
              <a:t>Click to edit Master subtitle styles</a:t>
            </a:r>
          </a:p>
        </p:txBody>
      </p:sp>
      <p:sp>
        <p:nvSpPr>
          <p:cNvPr id="4" name="Text Placeholder 3"/>
          <p:cNvSpPr>
            <a:spLocks noGrp="1"/>
          </p:cNvSpPr>
          <p:nvPr>
            <p:ph type="body" sz="quarter" idx="10"/>
          </p:nvPr>
        </p:nvSpPr>
        <p:spPr>
          <a:xfrm>
            <a:off x="404812" y="1899138"/>
            <a:ext cx="11379201" cy="457067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3" name="hcSlideMaster.Title, subtitle and content Header" descr="Airbus Amber ">
            <a:extLst>
              <a:ext uri="{FF2B5EF4-FFF2-40B4-BE49-F238E27FC236}">
                <a16:creationId xmlns:a16="http://schemas.microsoft.com/office/drawing/2014/main" id="{759754AD-2D58-4FBE-974D-89C07C1ADABC}"/>
              </a:ext>
            </a:extLst>
          </p:cNvPr>
          <p:cNvSpPr txBox="1"/>
          <p:nvPr userDrawn="1"/>
        </p:nvSpPr>
        <p:spPr>
          <a:xfrm>
            <a:off x="0" y="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
        <p:nvSpPr>
          <p:cNvPr id="6" name="fcSlideMaster.Title, subtitle and content Footer" descr="Airbus Amber ">
            <a:extLst>
              <a:ext uri="{FF2B5EF4-FFF2-40B4-BE49-F238E27FC236}">
                <a16:creationId xmlns:a16="http://schemas.microsoft.com/office/drawing/2014/main" id="{FAA42D4B-CC95-432B-8CBE-B5FA6CB6260C}"/>
              </a:ext>
            </a:extLst>
          </p:cNvPr>
          <p:cNvSpPr txBox="1"/>
          <p:nvPr userDrawn="1"/>
        </p:nvSpPr>
        <p:spPr>
          <a:xfrm>
            <a:off x="0" y="654558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Tree>
    <p:extLst>
      <p:ext uri="{BB962C8B-B14F-4D97-AF65-F5344CB8AC3E}">
        <p14:creationId xmlns:p14="http://schemas.microsoft.com/office/powerpoint/2010/main" val="1724769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s-ES"/>
              <a:t>Haga clic para modificar el estilo de título del patrón</a:t>
            </a:r>
            <a:endParaRPr lang="de-DE"/>
          </a:p>
        </p:txBody>
      </p:sp>
      <p:sp>
        <p:nvSpPr>
          <p:cNvPr id="5" name="Espace réservé du texte 4"/>
          <p:cNvSpPr>
            <a:spLocks noGrp="1"/>
          </p:cNvSpPr>
          <p:nvPr>
            <p:ph type="body" sz="quarter" idx="11" hasCustomPrompt="1"/>
          </p:nvPr>
        </p:nvSpPr>
        <p:spPr>
          <a:xfrm>
            <a:off x="404813" y="1327150"/>
            <a:ext cx="11379200" cy="307777"/>
          </a:xfrm>
          <a:prstGeom prst="rect">
            <a:avLst/>
          </a:prstGeom>
        </p:spPr>
        <p:txBody>
          <a:bodyPr>
            <a:spAutoFit/>
          </a:bodyPr>
          <a:lstStyle>
            <a:lvl1pPr>
              <a:defRPr>
                <a:solidFill>
                  <a:schemeClr val="accent1"/>
                </a:solidFill>
              </a:defRPr>
            </a:lvl1pPr>
          </a:lstStyle>
          <a:p>
            <a:pPr lvl="0"/>
            <a:r>
              <a:rPr lang="en-US"/>
              <a:t>Click to edit Master subtitle styles</a:t>
            </a:r>
          </a:p>
        </p:txBody>
      </p:sp>
      <p:sp>
        <p:nvSpPr>
          <p:cNvPr id="3" name="hcSlideMaster.Title and subtitleHeader" descr="Airbus Amber ">
            <a:extLst>
              <a:ext uri="{FF2B5EF4-FFF2-40B4-BE49-F238E27FC236}">
                <a16:creationId xmlns:a16="http://schemas.microsoft.com/office/drawing/2014/main" id="{19838BF3-677B-4FE1-9343-8104F8C44710}"/>
              </a:ext>
            </a:extLst>
          </p:cNvPr>
          <p:cNvSpPr txBox="1"/>
          <p:nvPr userDrawn="1"/>
        </p:nvSpPr>
        <p:spPr>
          <a:xfrm>
            <a:off x="0" y="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
        <p:nvSpPr>
          <p:cNvPr id="4" name="fcSlideMaster.Title and subtitleFooter" descr="Airbus Amber ">
            <a:extLst>
              <a:ext uri="{FF2B5EF4-FFF2-40B4-BE49-F238E27FC236}">
                <a16:creationId xmlns:a16="http://schemas.microsoft.com/office/drawing/2014/main" id="{096A34C1-7A41-4D8C-BDB3-C6C57180F0FA}"/>
              </a:ext>
            </a:extLst>
          </p:cNvPr>
          <p:cNvSpPr txBox="1"/>
          <p:nvPr userDrawn="1"/>
        </p:nvSpPr>
        <p:spPr>
          <a:xfrm>
            <a:off x="0" y="654558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Tree>
    <p:extLst>
      <p:ext uri="{BB962C8B-B14F-4D97-AF65-F5344CB8AC3E}">
        <p14:creationId xmlns:p14="http://schemas.microsoft.com/office/powerpoint/2010/main" val="3292127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two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s-ES"/>
              <a:t>Haga clic para modificar el estilo de título del patrón</a:t>
            </a:r>
            <a:endParaRPr lang="de-DE"/>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0070AD"/>
                </a:solidFill>
                <a:latin typeface="+mn-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0070AD"/>
                </a:solidFill>
                <a:latin typeface="+mn-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3" name="hcSlideMaster.Content two columnsHeader" descr="Airbus Amber ">
            <a:extLst>
              <a:ext uri="{FF2B5EF4-FFF2-40B4-BE49-F238E27FC236}">
                <a16:creationId xmlns:a16="http://schemas.microsoft.com/office/drawing/2014/main" id="{99E169A6-A8E9-4F7F-99AB-6EF432C82B7B}"/>
              </a:ext>
            </a:extLst>
          </p:cNvPr>
          <p:cNvSpPr txBox="1"/>
          <p:nvPr userDrawn="1"/>
        </p:nvSpPr>
        <p:spPr>
          <a:xfrm>
            <a:off x="0" y="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
        <p:nvSpPr>
          <p:cNvPr id="4" name="fcSlideMaster.Content two columnsFooter" descr="Airbus Amber ">
            <a:extLst>
              <a:ext uri="{FF2B5EF4-FFF2-40B4-BE49-F238E27FC236}">
                <a16:creationId xmlns:a16="http://schemas.microsoft.com/office/drawing/2014/main" id="{B4DC28F7-74B6-40CB-83E2-12BF346BC695}"/>
              </a:ext>
            </a:extLst>
          </p:cNvPr>
          <p:cNvSpPr txBox="1"/>
          <p:nvPr userDrawn="1"/>
        </p:nvSpPr>
        <p:spPr>
          <a:xfrm>
            <a:off x="0" y="654558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Tree>
    <p:extLst>
      <p:ext uri="{BB962C8B-B14F-4D97-AF65-F5344CB8AC3E}">
        <p14:creationId xmlns:p14="http://schemas.microsoft.com/office/powerpoint/2010/main" val="431291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3 columns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s-ES"/>
              <a:t>Haga clic para modificar el estilo de título del patrón</a:t>
            </a:r>
            <a:endParaRPr lang="de-DE"/>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2" name="hcSlideMaster.Content 3 columns 1Header" descr="Airbus Amber ">
            <a:extLst>
              <a:ext uri="{FF2B5EF4-FFF2-40B4-BE49-F238E27FC236}">
                <a16:creationId xmlns:a16="http://schemas.microsoft.com/office/drawing/2014/main" id="{EE792551-361E-4ED7-8B7B-C36994BB9232}"/>
              </a:ext>
            </a:extLst>
          </p:cNvPr>
          <p:cNvSpPr txBox="1"/>
          <p:nvPr userDrawn="1"/>
        </p:nvSpPr>
        <p:spPr>
          <a:xfrm>
            <a:off x="0" y="0"/>
            <a:ext cx="12192000" cy="215444"/>
          </a:xfrm>
          <a:prstGeom prst="rect">
            <a:avLst/>
          </a:prstGeom>
          <a:noFill/>
        </p:spPr>
        <p:txBody>
          <a:bodyPr vert="horz" rtlCol="0">
            <a:spAutoFit/>
          </a:bodyPr>
          <a:lstStyle/>
          <a:p>
            <a:pPr algn="ctr"/>
            <a:r>
              <a:rPr lang="es-ES" sz="800" b="0" i="0" u="none" baseline="0">
                <a:solidFill>
                  <a:srgbClr val="E29218"/>
                </a:solidFill>
                <a:latin typeface="arial" panose="020B0604020202020204" pitchFamily="34" charset="0"/>
              </a:rPr>
              <a:t>Airbus Amber </a:t>
            </a:r>
          </a:p>
        </p:txBody>
      </p:sp>
      <p:sp>
        <p:nvSpPr>
          <p:cNvPr id="6" name="fcSlideMaster.Content 3 columns 1Footer" descr="Airbus Amber ">
            <a:extLst>
              <a:ext uri="{FF2B5EF4-FFF2-40B4-BE49-F238E27FC236}">
                <a16:creationId xmlns:a16="http://schemas.microsoft.com/office/drawing/2014/main" id="{2968A1CF-4B95-4253-AC9E-6259D817BD7F}"/>
              </a:ext>
            </a:extLst>
          </p:cNvPr>
          <p:cNvSpPr txBox="1"/>
          <p:nvPr userDrawn="1"/>
        </p:nvSpPr>
        <p:spPr>
          <a:xfrm>
            <a:off x="0" y="654558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Tree>
    <p:extLst>
      <p:ext uri="{BB962C8B-B14F-4D97-AF65-F5344CB8AC3E}">
        <p14:creationId xmlns:p14="http://schemas.microsoft.com/office/powerpoint/2010/main" val="1264386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3 columns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s-ES"/>
              <a:t>Haga clic para modificar el estilo de título del patrón</a:t>
            </a:r>
            <a:endParaRPr lang="de-DE"/>
          </a:p>
        </p:txBody>
      </p:sp>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dirty="0"/>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336B7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336B7D"/>
              </a:buClr>
              <a:defRPr sz="1400"/>
            </a:lvl2pPr>
            <a:lvl3pPr>
              <a:lnSpc>
                <a:spcPct val="100000"/>
              </a:lnSpc>
              <a:spcBef>
                <a:spcPts val="0"/>
              </a:spcBef>
              <a:buClr>
                <a:srgbClr val="336B7D"/>
              </a:buClr>
              <a:defRPr sz="1400"/>
            </a:lvl3pPr>
            <a:lvl4pPr>
              <a:lnSpc>
                <a:spcPct val="100000"/>
              </a:lnSpc>
              <a:spcBef>
                <a:spcPts val="0"/>
              </a:spcBef>
              <a:buClr>
                <a:srgbClr val="336B7D"/>
              </a:buClr>
              <a:defRPr sz="1400"/>
            </a:lvl4pPr>
            <a:lvl5pPr>
              <a:lnSpc>
                <a:spcPct val="100000"/>
              </a:lnSpc>
              <a:spcBef>
                <a:spcPts val="0"/>
              </a:spcBef>
              <a:buClr>
                <a:srgbClr val="336B7D"/>
              </a:buClr>
              <a:defRPr sz="14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2" name="hcSlideMaster.Content 3 columns 2Header" descr="Airbus Amber ">
            <a:extLst>
              <a:ext uri="{FF2B5EF4-FFF2-40B4-BE49-F238E27FC236}">
                <a16:creationId xmlns:a16="http://schemas.microsoft.com/office/drawing/2014/main" id="{18FC97F3-5822-42EB-BDB8-737F21321AAD}"/>
              </a:ext>
            </a:extLst>
          </p:cNvPr>
          <p:cNvSpPr txBox="1"/>
          <p:nvPr userDrawn="1"/>
        </p:nvSpPr>
        <p:spPr>
          <a:xfrm>
            <a:off x="0" y="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
        <p:nvSpPr>
          <p:cNvPr id="4" name="fcSlideMaster.Content 3 columns 2Footer" descr="Airbus Amber ">
            <a:extLst>
              <a:ext uri="{FF2B5EF4-FFF2-40B4-BE49-F238E27FC236}">
                <a16:creationId xmlns:a16="http://schemas.microsoft.com/office/drawing/2014/main" id="{4C2338E2-27C9-4ACF-A254-FECA6A63197D}"/>
              </a:ext>
            </a:extLst>
          </p:cNvPr>
          <p:cNvSpPr txBox="1"/>
          <p:nvPr userDrawn="1"/>
        </p:nvSpPr>
        <p:spPr>
          <a:xfrm>
            <a:off x="0" y="654558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Tree>
    <p:extLst>
      <p:ext uri="{BB962C8B-B14F-4D97-AF65-F5344CB8AC3E}">
        <p14:creationId xmlns:p14="http://schemas.microsoft.com/office/powerpoint/2010/main" val="32667796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Only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s-ES"/>
              <a:t>Haga clic para modificar el estilo de título del patrón</a:t>
            </a:r>
            <a:endParaRPr lang="de-DE"/>
          </a:p>
        </p:txBody>
      </p:sp>
      <p:sp>
        <p:nvSpPr>
          <p:cNvPr id="2" name="hcSlideMaster.Only TitleHeader" descr="Airbus Amber ">
            <a:extLst>
              <a:ext uri="{FF2B5EF4-FFF2-40B4-BE49-F238E27FC236}">
                <a16:creationId xmlns:a16="http://schemas.microsoft.com/office/drawing/2014/main" id="{8A36A451-2885-4BFB-A3E6-6EC9E0657095}"/>
              </a:ext>
            </a:extLst>
          </p:cNvPr>
          <p:cNvSpPr txBox="1"/>
          <p:nvPr userDrawn="1"/>
        </p:nvSpPr>
        <p:spPr>
          <a:xfrm>
            <a:off x="0" y="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
        <p:nvSpPr>
          <p:cNvPr id="4" name="fcSlideMaster.Only TitleFooter" descr="Airbus Amber ">
            <a:extLst>
              <a:ext uri="{FF2B5EF4-FFF2-40B4-BE49-F238E27FC236}">
                <a16:creationId xmlns:a16="http://schemas.microsoft.com/office/drawing/2014/main" id="{CA5AFBA6-A048-4824-B8DD-46A88C96F65A}"/>
              </a:ext>
            </a:extLst>
          </p:cNvPr>
          <p:cNvSpPr txBox="1"/>
          <p:nvPr userDrawn="1"/>
        </p:nvSpPr>
        <p:spPr>
          <a:xfrm>
            <a:off x="0" y="654558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Tree>
    <p:extLst>
      <p:ext uri="{BB962C8B-B14F-4D97-AF65-F5344CB8AC3E}">
        <p14:creationId xmlns:p14="http://schemas.microsoft.com/office/powerpoint/2010/main" val="1754210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ntent dark grey">
    <p:bg>
      <p:bgPr>
        <a:solidFill>
          <a:schemeClr val="accent4"/>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s-ES"/>
              <a:t>Haga clic para modificar el estilo de título del patrón</a:t>
            </a:r>
            <a:endParaRPr lang="de-DE"/>
          </a:p>
        </p:txBody>
      </p:sp>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2" name="hcSlideMaster.Title and Content dark greyHeader" descr="Airbus Amber ">
            <a:extLst>
              <a:ext uri="{FF2B5EF4-FFF2-40B4-BE49-F238E27FC236}">
                <a16:creationId xmlns:a16="http://schemas.microsoft.com/office/drawing/2014/main" id="{14DDDEEE-430B-4DBC-BCAC-DF9480CAFC85}"/>
              </a:ext>
            </a:extLst>
          </p:cNvPr>
          <p:cNvSpPr txBox="1"/>
          <p:nvPr userDrawn="1"/>
        </p:nvSpPr>
        <p:spPr>
          <a:xfrm>
            <a:off x="0" y="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
        <p:nvSpPr>
          <p:cNvPr id="4" name="fcSlideMaster.Title and Content dark greyFooter" descr="Airbus Amber ">
            <a:extLst>
              <a:ext uri="{FF2B5EF4-FFF2-40B4-BE49-F238E27FC236}">
                <a16:creationId xmlns:a16="http://schemas.microsoft.com/office/drawing/2014/main" id="{C03F6CFD-6434-496D-81F2-7926ECC0FF0F}"/>
              </a:ext>
            </a:extLst>
          </p:cNvPr>
          <p:cNvSpPr txBox="1"/>
          <p:nvPr userDrawn="1"/>
        </p:nvSpPr>
        <p:spPr>
          <a:xfrm>
            <a:off x="0" y="654558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Tree>
    <p:extLst>
      <p:ext uri="{BB962C8B-B14F-4D97-AF65-F5344CB8AC3E}">
        <p14:creationId xmlns:p14="http://schemas.microsoft.com/office/powerpoint/2010/main" val="23500197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content light Grey">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s-ES"/>
              <a:t>Haga clic para modificar el estilo de título del patrón</a:t>
            </a:r>
            <a:endParaRPr lang="de-DE"/>
          </a:p>
        </p:txBody>
      </p:sp>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2" name="hcSlideMaster.Title and content light GreyHeader" descr="Airbus Amber ">
            <a:extLst>
              <a:ext uri="{FF2B5EF4-FFF2-40B4-BE49-F238E27FC236}">
                <a16:creationId xmlns:a16="http://schemas.microsoft.com/office/drawing/2014/main" id="{BE05077A-6028-4C54-A1E5-731D53D194E6}"/>
              </a:ext>
            </a:extLst>
          </p:cNvPr>
          <p:cNvSpPr txBox="1"/>
          <p:nvPr userDrawn="1"/>
        </p:nvSpPr>
        <p:spPr>
          <a:xfrm>
            <a:off x="0" y="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
        <p:nvSpPr>
          <p:cNvPr id="4" name="fcSlideMaster.Title and content light GreyFooter" descr="Airbus Amber ">
            <a:extLst>
              <a:ext uri="{FF2B5EF4-FFF2-40B4-BE49-F238E27FC236}">
                <a16:creationId xmlns:a16="http://schemas.microsoft.com/office/drawing/2014/main" id="{2B7A0003-7C57-4B87-8DC1-7D0C0F0B9E60}"/>
              </a:ext>
            </a:extLst>
          </p:cNvPr>
          <p:cNvSpPr txBox="1"/>
          <p:nvPr userDrawn="1"/>
        </p:nvSpPr>
        <p:spPr>
          <a:xfrm>
            <a:off x="0" y="654558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Tree>
    <p:extLst>
      <p:ext uri="{BB962C8B-B14F-4D97-AF65-F5344CB8AC3E}">
        <p14:creationId xmlns:p14="http://schemas.microsoft.com/office/powerpoint/2010/main" val="33582448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ction Break dark">
    <p:bg>
      <p:bgPr>
        <a:solidFill>
          <a:schemeClr val="accent4"/>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s-ES"/>
              <a:t>Haga clic para modificar el estilo de título del patrón</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
        <p:nvSpPr>
          <p:cNvPr id="4" name="hcSlideMaster.Section Break darkHeader" descr="Airbus Amber ">
            <a:extLst>
              <a:ext uri="{FF2B5EF4-FFF2-40B4-BE49-F238E27FC236}">
                <a16:creationId xmlns:a16="http://schemas.microsoft.com/office/drawing/2014/main" id="{BE38D165-F752-478E-8A08-205A21C4CA98}"/>
              </a:ext>
            </a:extLst>
          </p:cNvPr>
          <p:cNvSpPr txBox="1"/>
          <p:nvPr userDrawn="1"/>
        </p:nvSpPr>
        <p:spPr>
          <a:xfrm>
            <a:off x="0" y="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
        <p:nvSpPr>
          <p:cNvPr id="5" name="fcSlideMaster.Section Break darkFooter" descr="Airbus Amber ">
            <a:extLst>
              <a:ext uri="{FF2B5EF4-FFF2-40B4-BE49-F238E27FC236}">
                <a16:creationId xmlns:a16="http://schemas.microsoft.com/office/drawing/2014/main" id="{5747390C-577E-49B4-9CBF-EBEB9451F33A}"/>
              </a:ext>
            </a:extLst>
          </p:cNvPr>
          <p:cNvSpPr txBox="1"/>
          <p:nvPr userDrawn="1"/>
        </p:nvSpPr>
        <p:spPr>
          <a:xfrm>
            <a:off x="0" y="654558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Tree>
    <p:extLst>
      <p:ext uri="{BB962C8B-B14F-4D97-AF65-F5344CB8AC3E}">
        <p14:creationId xmlns:p14="http://schemas.microsoft.com/office/powerpoint/2010/main" val="4153188517"/>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Purple">
    <p:bg>
      <p:bgPr>
        <a:solidFill>
          <a:srgbClr val="2B0A3D"/>
        </a:solidFill>
        <a:effectLst/>
      </p:bgPr>
    </p:bg>
    <p:spTree>
      <p:nvGrpSpPr>
        <p:cNvPr id="1" name=""/>
        <p:cNvGrpSpPr/>
        <p:nvPr/>
      </p:nvGrpSpPr>
      <p:grpSpPr>
        <a:xfrm>
          <a:off x="0" y="0"/>
          <a:ext cx="0" cy="0"/>
          <a:chOff x="0" y="0"/>
          <a:chExt cx="0" cy="0"/>
        </a:xfrm>
      </p:grpSpPr>
      <p:sp>
        <p:nvSpPr>
          <p:cNvPr id="2" name="hcSlideMaster.PurpleHeader" descr="Airbus Amber ">
            <a:extLst>
              <a:ext uri="{FF2B5EF4-FFF2-40B4-BE49-F238E27FC236}">
                <a16:creationId xmlns:a16="http://schemas.microsoft.com/office/drawing/2014/main" id="{83C67E67-8F4A-4FC8-AFD8-17B2CCE92660}"/>
              </a:ext>
            </a:extLst>
          </p:cNvPr>
          <p:cNvSpPr txBox="1"/>
          <p:nvPr userDrawn="1"/>
        </p:nvSpPr>
        <p:spPr>
          <a:xfrm>
            <a:off x="0" y="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
        <p:nvSpPr>
          <p:cNvPr id="3" name="fcSlideMaster.PurpleFooter" descr="Airbus Amber ">
            <a:extLst>
              <a:ext uri="{FF2B5EF4-FFF2-40B4-BE49-F238E27FC236}">
                <a16:creationId xmlns:a16="http://schemas.microsoft.com/office/drawing/2014/main" id="{2121D517-A572-487B-9D75-DC0DAD3406CF}"/>
              </a:ext>
            </a:extLst>
          </p:cNvPr>
          <p:cNvSpPr txBox="1"/>
          <p:nvPr userDrawn="1"/>
        </p:nvSpPr>
        <p:spPr>
          <a:xfrm>
            <a:off x="0" y="654558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Tree>
    <p:extLst>
      <p:ext uri="{BB962C8B-B14F-4D97-AF65-F5344CB8AC3E}">
        <p14:creationId xmlns:p14="http://schemas.microsoft.com/office/powerpoint/2010/main" val="40941468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1"/>
                </a:solidFill>
              </a:defRPr>
            </a:lvl1pPr>
          </a:lstStyle>
          <a:p>
            <a:r>
              <a:rPr lang="de-DE"/>
              <a:t>Insert picture, edit alt text and send </a:t>
            </a:r>
            <a:r>
              <a:rPr lang="de-DE" err="1"/>
              <a:t>to</a:t>
            </a:r>
            <a:r>
              <a:rPr lang="de-DE"/>
              <a:t> back</a:t>
            </a:r>
          </a:p>
        </p:txBody>
      </p:sp>
      <p:sp>
        <p:nvSpPr>
          <p:cNvPr id="2" name="hcSlideMaster.Full picture white PikHeader" descr="Airbus Amber ">
            <a:extLst>
              <a:ext uri="{FF2B5EF4-FFF2-40B4-BE49-F238E27FC236}">
                <a16:creationId xmlns:a16="http://schemas.microsoft.com/office/drawing/2014/main" id="{7A9DA085-6217-4E87-8594-1469542AF75E}"/>
              </a:ext>
            </a:extLst>
          </p:cNvPr>
          <p:cNvSpPr txBox="1"/>
          <p:nvPr userDrawn="1"/>
        </p:nvSpPr>
        <p:spPr>
          <a:xfrm>
            <a:off x="0" y="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
        <p:nvSpPr>
          <p:cNvPr id="3" name="fcSlideMaster.Full picture white PikFooter" descr="Airbus Amber ">
            <a:extLst>
              <a:ext uri="{FF2B5EF4-FFF2-40B4-BE49-F238E27FC236}">
                <a16:creationId xmlns:a16="http://schemas.microsoft.com/office/drawing/2014/main" id="{A330FEB5-10E5-4F38-AA65-18040BB9EE15}"/>
              </a:ext>
            </a:extLst>
          </p:cNvPr>
          <p:cNvSpPr txBox="1"/>
          <p:nvPr userDrawn="1"/>
        </p:nvSpPr>
        <p:spPr>
          <a:xfrm>
            <a:off x="0" y="654558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Tree>
    <p:extLst>
      <p:ext uri="{BB962C8B-B14F-4D97-AF65-F5344CB8AC3E}">
        <p14:creationId xmlns:p14="http://schemas.microsoft.com/office/powerpoint/2010/main" val="29147484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dirty="0"/>
              <a:t>Insert </a:t>
            </a:r>
            <a:r>
              <a:rPr lang="de-DE" dirty="0" err="1"/>
              <a:t>picture</a:t>
            </a:r>
            <a:r>
              <a:rPr lang="de-DE" dirty="0"/>
              <a:t>, </a:t>
            </a:r>
            <a:r>
              <a:rPr lang="de-DE" dirty="0" err="1"/>
              <a:t>add</a:t>
            </a:r>
            <a:r>
              <a:rPr lang="de-DE" dirty="0"/>
              <a:t> alt </a:t>
            </a:r>
            <a:r>
              <a:rPr lang="de-DE" dirty="0" err="1"/>
              <a:t>text</a:t>
            </a:r>
            <a:r>
              <a:rPr lang="de-DE" dirty="0"/>
              <a:t> and send </a:t>
            </a:r>
            <a:r>
              <a:rPr lang="de-DE" dirty="0" err="1"/>
              <a:t>to</a:t>
            </a:r>
            <a:r>
              <a:rPr lang="de-DE" dirty="0"/>
              <a:t> back</a:t>
            </a:r>
          </a:p>
        </p:txBody>
      </p:sp>
      <p:sp>
        <p:nvSpPr>
          <p:cNvPr id="2" name="hcSlideMaster.Full picture blue PikHeader" descr="Airbus Amber ">
            <a:extLst>
              <a:ext uri="{FF2B5EF4-FFF2-40B4-BE49-F238E27FC236}">
                <a16:creationId xmlns:a16="http://schemas.microsoft.com/office/drawing/2014/main" id="{BA8023CF-1A29-471E-B74D-5F9A87E861B4}"/>
              </a:ext>
            </a:extLst>
          </p:cNvPr>
          <p:cNvSpPr txBox="1"/>
          <p:nvPr userDrawn="1"/>
        </p:nvSpPr>
        <p:spPr>
          <a:xfrm>
            <a:off x="0" y="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
        <p:nvSpPr>
          <p:cNvPr id="3" name="fcSlideMaster.Full picture blue PikFooter" descr="Airbus Amber ">
            <a:extLst>
              <a:ext uri="{FF2B5EF4-FFF2-40B4-BE49-F238E27FC236}">
                <a16:creationId xmlns:a16="http://schemas.microsoft.com/office/drawing/2014/main" id="{5D2A4C0B-4EE0-47FF-878B-94C9A6D1D534}"/>
              </a:ext>
            </a:extLst>
          </p:cNvPr>
          <p:cNvSpPr txBox="1"/>
          <p:nvPr userDrawn="1"/>
        </p:nvSpPr>
        <p:spPr>
          <a:xfrm>
            <a:off x="0" y="654558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Tree>
    <p:extLst>
      <p:ext uri="{BB962C8B-B14F-4D97-AF65-F5344CB8AC3E}">
        <p14:creationId xmlns:p14="http://schemas.microsoft.com/office/powerpoint/2010/main" val="35472295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cSld name="Large titl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57200" y="4958425"/>
            <a:ext cx="11277600" cy="822325"/>
          </a:xfrm>
        </p:spPr>
        <p:txBody>
          <a:bodyPr lIns="36000" tIns="144000">
            <a:normAutofit/>
          </a:bodyPr>
          <a:lstStyle>
            <a:lvl1pPr marL="0" indent="0" algn="l">
              <a:buNone/>
              <a:defRPr sz="20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GB"/>
          </a:p>
        </p:txBody>
      </p:sp>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hasCustomPrompt="1"/>
          </p:nvPr>
        </p:nvSpPr>
        <p:spPr>
          <a:xfrm>
            <a:off x="457200" y="2135545"/>
            <a:ext cx="11277600" cy="2585323"/>
          </a:xfrm>
        </p:spPr>
        <p:txBody>
          <a:bodyPr anchor="ctr" anchorCtr="0">
            <a:spAutoFit/>
          </a:bodyPr>
          <a:lstStyle>
            <a:lvl1pPr marL="0" indent="0" algn="l">
              <a:lnSpc>
                <a:spcPct val="70000"/>
              </a:lnSpc>
              <a:spcAft>
                <a:spcPts val="0"/>
              </a:spcAft>
              <a:buFontTx/>
              <a:buNone/>
              <a:defRPr sz="8000" b="1" cap="all" baseline="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p:txBody>
      </p:sp>
      <p:grpSp>
        <p:nvGrpSpPr>
          <p:cNvPr id="6" name="Group 5">
            <a:extLst>
              <a:ext uri="{FF2B5EF4-FFF2-40B4-BE49-F238E27FC236}">
                <a16:creationId xmlns:a16="http://schemas.microsoft.com/office/drawing/2014/main" id="{53E1ECB5-DB51-4283-B8B9-FBB99B30DDDA}"/>
              </a:ext>
            </a:extLst>
          </p:cNvPr>
          <p:cNvGrpSpPr>
            <a:grpSpLocks noChangeAspect="1"/>
          </p:cNvGrpSpPr>
          <p:nvPr userDrawn="1"/>
        </p:nvGrpSpPr>
        <p:grpSpPr>
          <a:xfrm>
            <a:off x="516023" y="622911"/>
            <a:ext cx="2231297" cy="501650"/>
            <a:chOff x="9550400" y="612775"/>
            <a:chExt cx="2231297" cy="501650"/>
          </a:xfrm>
        </p:grpSpPr>
        <p:sp>
          <p:nvSpPr>
            <p:cNvPr id="8" name="Freeform: Shape 7">
              <a:extLst>
                <a:ext uri="{FF2B5EF4-FFF2-40B4-BE49-F238E27FC236}">
                  <a16:creationId xmlns:a16="http://schemas.microsoft.com/office/drawing/2014/main" id="{648307B4-0823-4CCD-9A0B-FC8313B6A1CE}"/>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0EF37526-68C2-4CC7-BFA8-D9A1ECDD5F86}"/>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0" name="Freeform: Shape 9">
              <a:extLst>
                <a:ext uri="{FF2B5EF4-FFF2-40B4-BE49-F238E27FC236}">
                  <a16:creationId xmlns:a16="http://schemas.microsoft.com/office/drawing/2014/main" id="{031D688A-C2B9-40DF-8BDB-7397CB9DF4C1}"/>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808CDC8B-4E52-45D7-922E-07333CE529A6}"/>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8515A298-0196-4231-B123-8DDB35B79DA6}"/>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
        <p:nvSpPr>
          <p:cNvPr id="2" name="hcSlideMaster.Large titleHeader" descr="Airbus Amber ">
            <a:extLst>
              <a:ext uri="{FF2B5EF4-FFF2-40B4-BE49-F238E27FC236}">
                <a16:creationId xmlns:a16="http://schemas.microsoft.com/office/drawing/2014/main" id="{11F74EF2-4881-44AD-A10A-FD701221C007}"/>
              </a:ext>
            </a:extLst>
          </p:cNvPr>
          <p:cNvSpPr txBox="1"/>
          <p:nvPr userDrawn="1"/>
        </p:nvSpPr>
        <p:spPr>
          <a:xfrm>
            <a:off x="0" y="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
        <p:nvSpPr>
          <p:cNvPr id="4" name="fcSlideMaster.Large titleFooter" descr="Airbus Amber ">
            <a:extLst>
              <a:ext uri="{FF2B5EF4-FFF2-40B4-BE49-F238E27FC236}">
                <a16:creationId xmlns:a16="http://schemas.microsoft.com/office/drawing/2014/main" id="{37065023-560C-4852-9EF9-721DD1F24F9F}"/>
              </a:ext>
            </a:extLst>
          </p:cNvPr>
          <p:cNvSpPr txBox="1"/>
          <p:nvPr userDrawn="1"/>
        </p:nvSpPr>
        <p:spPr>
          <a:xfrm>
            <a:off x="0" y="654558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Tree>
    <p:extLst>
      <p:ext uri="{BB962C8B-B14F-4D97-AF65-F5344CB8AC3E}">
        <p14:creationId xmlns:p14="http://schemas.microsoft.com/office/powerpoint/2010/main" val="3451843494"/>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28" name="Image 27">
            <a:extLst>
              <a:ext uri="{FF2B5EF4-FFF2-40B4-BE49-F238E27FC236}">
                <a16:creationId xmlns:a16="http://schemas.microsoft.com/office/drawing/2014/main" id="{CFD4BD67-7A96-4F02-AD8B-7157189FD651}"/>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rot="1808368" flipV="1">
            <a:off x="4403152" y="337083"/>
            <a:ext cx="8831279" cy="4103533"/>
          </a:xfrm>
          <a:prstGeom prst="rect">
            <a:avLst/>
          </a:prstGeom>
        </p:spPr>
      </p:pic>
      <p:pic>
        <p:nvPicPr>
          <p:cNvPr id="21" name="Picture 7" descr="facebook">
            <a:hlinkClick r:id="rId3"/>
          </p:cNvPr>
          <p:cNvPicPr>
            <a:picLocks noChangeAspect="1" noChangeArrowheads="1"/>
          </p:cNvPicPr>
          <p:nvPr/>
        </p:nvPicPr>
        <p:blipFill>
          <a:blip r:embed="rId4" cstate="print"/>
          <a:srcRect/>
          <a:stretch>
            <a:fillRect/>
          </a:stretch>
        </p:blipFill>
        <p:spPr bwMode="auto">
          <a:xfrm>
            <a:off x="426720" y="4968013"/>
            <a:ext cx="333195" cy="333195"/>
          </a:xfrm>
          <a:prstGeom prst="rect">
            <a:avLst/>
          </a:prstGeom>
          <a:noFill/>
        </p:spPr>
      </p:pic>
      <p:pic>
        <p:nvPicPr>
          <p:cNvPr id="17" name="Picture 2" descr="LinkedIn">
            <a:hlinkClick r:id="rId5"/>
          </p:cNvPr>
          <p:cNvPicPr>
            <a:picLocks noChangeAspect="1" noChangeArrowheads="1"/>
          </p:cNvPicPr>
          <p:nvPr/>
        </p:nvPicPr>
        <p:blipFill>
          <a:blip r:embed="rId6" cstate="print"/>
          <a:srcRect/>
          <a:stretch>
            <a:fillRect/>
          </a:stretch>
        </p:blipFill>
        <p:spPr bwMode="auto">
          <a:xfrm>
            <a:off x="810097" y="4968013"/>
            <a:ext cx="333195" cy="333195"/>
          </a:xfrm>
          <a:prstGeom prst="rect">
            <a:avLst/>
          </a:prstGeom>
          <a:noFill/>
        </p:spPr>
      </p:pic>
      <p:pic>
        <p:nvPicPr>
          <p:cNvPr id="18" name="Picture 4" descr="SlideShare">
            <a:hlinkClick r:id="rId7"/>
          </p:cNvPr>
          <p:cNvPicPr>
            <a:picLocks noChangeAspect="1" noChangeArrowheads="1"/>
          </p:cNvPicPr>
          <p:nvPr/>
        </p:nvPicPr>
        <p:blipFill>
          <a:blip r:embed="rId8" cstate="print"/>
          <a:srcRect/>
          <a:stretch>
            <a:fillRect/>
          </a:stretch>
        </p:blipFill>
        <p:spPr bwMode="auto">
          <a:xfrm>
            <a:off x="1193474" y="4968013"/>
            <a:ext cx="333195" cy="333195"/>
          </a:xfrm>
          <a:prstGeom prst="rect">
            <a:avLst/>
          </a:prstGeom>
          <a:noFill/>
        </p:spPr>
      </p:pic>
      <p:pic>
        <p:nvPicPr>
          <p:cNvPr id="19" name="Picture 5" descr="Twitter">
            <a:hlinkClick r:id="rId9"/>
          </p:cNvPr>
          <p:cNvPicPr>
            <a:picLocks noChangeAspect="1" noChangeArrowheads="1"/>
          </p:cNvPicPr>
          <p:nvPr/>
        </p:nvPicPr>
        <p:blipFill>
          <a:blip r:embed="rId10" cstate="print"/>
          <a:srcRect/>
          <a:stretch>
            <a:fillRect/>
          </a:stretch>
        </p:blipFill>
        <p:spPr bwMode="auto">
          <a:xfrm>
            <a:off x="1576851" y="4968013"/>
            <a:ext cx="333195" cy="333195"/>
          </a:xfrm>
          <a:prstGeom prst="rect">
            <a:avLst/>
          </a:prstGeom>
          <a:noFill/>
        </p:spPr>
      </p:pic>
      <p:pic>
        <p:nvPicPr>
          <p:cNvPr id="20" name="Picture 6" descr="YouTube">
            <a:hlinkClick r:id="rId11"/>
          </p:cNvPr>
          <p:cNvPicPr>
            <a:picLocks noChangeAspect="1" noChangeArrowheads="1"/>
          </p:cNvPicPr>
          <p:nvPr userDrawn="1"/>
        </p:nvPicPr>
        <p:blipFill>
          <a:blip r:embed="rId12" cstate="print"/>
          <a:srcRect/>
          <a:stretch>
            <a:fillRect/>
          </a:stretch>
        </p:blipFill>
        <p:spPr bwMode="auto">
          <a:xfrm>
            <a:off x="1960227"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dirty="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dirty="0">
                <a:solidFill>
                  <a:schemeClr val="bg1"/>
                </a:solidFill>
                <a:latin typeface="Ubuntu" panose="020B0504030602030204" pitchFamily="34" charset="0"/>
                <a:cs typeface="Arial"/>
              </a:rPr>
              <a:t>Copyright © 2025 Capgemini. All rights reserved.</a:t>
            </a:r>
          </a:p>
        </p:txBody>
      </p:sp>
      <p:grpSp>
        <p:nvGrpSpPr>
          <p:cNvPr id="10" name="Group 9">
            <a:extLst>
              <a:ext uri="{FF2B5EF4-FFF2-40B4-BE49-F238E27FC236}">
                <a16:creationId xmlns:a16="http://schemas.microsoft.com/office/drawing/2014/main" id="{D2BF7E9C-FD5C-450A-A1FB-17FC5765ED64}"/>
              </a:ext>
            </a:extLst>
          </p:cNvPr>
          <p:cNvGrpSpPr>
            <a:grpSpLocks noChangeAspect="1"/>
          </p:cNvGrpSpPr>
          <p:nvPr userDrawn="1"/>
        </p:nvGrpSpPr>
        <p:grpSpPr>
          <a:xfrm>
            <a:off x="411020" y="984393"/>
            <a:ext cx="2231297" cy="501650"/>
            <a:chOff x="9550400" y="612775"/>
            <a:chExt cx="2231297" cy="501650"/>
          </a:xfrm>
        </p:grpSpPr>
        <p:sp>
          <p:nvSpPr>
            <p:cNvPr id="11" name="Freeform: Shape 10">
              <a:extLst>
                <a:ext uri="{FF2B5EF4-FFF2-40B4-BE49-F238E27FC236}">
                  <a16:creationId xmlns:a16="http://schemas.microsoft.com/office/drawing/2014/main" id="{DD26A2F9-4026-4DA7-B00A-AE48A8B0CD4D}"/>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0DCE7524-34A1-429B-91AD-74BE1F944E06}"/>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dirty="0"/>
            </a:p>
          </p:txBody>
        </p:sp>
        <p:sp>
          <p:nvSpPr>
            <p:cNvPr id="14" name="Freeform: Shape 13">
              <a:extLst>
                <a:ext uri="{FF2B5EF4-FFF2-40B4-BE49-F238E27FC236}">
                  <a16:creationId xmlns:a16="http://schemas.microsoft.com/office/drawing/2014/main" id="{0F68A571-28DB-453F-861D-36D50723ED4D}"/>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5" name="Freeform: Shape 14">
              <a:extLst>
                <a:ext uri="{FF2B5EF4-FFF2-40B4-BE49-F238E27FC236}">
                  <a16:creationId xmlns:a16="http://schemas.microsoft.com/office/drawing/2014/main" id="{923DB0AA-5015-4FEA-A32D-44257CF2BED3}"/>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6" name="Freeform: Shape 15">
              <a:extLst>
                <a:ext uri="{FF2B5EF4-FFF2-40B4-BE49-F238E27FC236}">
                  <a16:creationId xmlns:a16="http://schemas.microsoft.com/office/drawing/2014/main" id="{3E8CD59B-E3D8-4E45-86AA-3D0BB06038CE}"/>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
        <p:nvSpPr>
          <p:cNvPr id="2" name="hcSlideMaster.Final Slide 1Header" descr="Airbus Amber ">
            <a:extLst>
              <a:ext uri="{FF2B5EF4-FFF2-40B4-BE49-F238E27FC236}">
                <a16:creationId xmlns:a16="http://schemas.microsoft.com/office/drawing/2014/main" id="{4C6166B7-5536-461E-ADBD-BDE0BBFF09A6}"/>
              </a:ext>
            </a:extLst>
          </p:cNvPr>
          <p:cNvSpPr txBox="1"/>
          <p:nvPr userDrawn="1"/>
        </p:nvSpPr>
        <p:spPr>
          <a:xfrm>
            <a:off x="0" y="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
        <p:nvSpPr>
          <p:cNvPr id="3" name="fcSlideMaster.Final Slide 1Footer" descr="Airbus Amber ">
            <a:extLst>
              <a:ext uri="{FF2B5EF4-FFF2-40B4-BE49-F238E27FC236}">
                <a16:creationId xmlns:a16="http://schemas.microsoft.com/office/drawing/2014/main" id="{A024E6E6-C970-4D19-9C0D-C7579E2F71E8}"/>
              </a:ext>
            </a:extLst>
          </p:cNvPr>
          <p:cNvSpPr txBox="1"/>
          <p:nvPr userDrawn="1"/>
        </p:nvSpPr>
        <p:spPr>
          <a:xfrm>
            <a:off x="0" y="654558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Tree>
    <p:extLst>
      <p:ext uri="{BB962C8B-B14F-4D97-AF65-F5344CB8AC3E}">
        <p14:creationId xmlns:p14="http://schemas.microsoft.com/office/powerpoint/2010/main" val="897366647"/>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pic>
        <p:nvPicPr>
          <p:cNvPr id="22" name="Picture 7" descr="facebook">
            <a:hlinkClick r:id="rId3"/>
            <a:extLst>
              <a:ext uri="{FF2B5EF4-FFF2-40B4-BE49-F238E27FC236}">
                <a16:creationId xmlns:a16="http://schemas.microsoft.com/office/drawing/2014/main" id="{BCC76D32-C587-45AA-A26C-ED5B038C867B}"/>
              </a:ext>
            </a:extLst>
          </p:cNvPr>
          <p:cNvPicPr>
            <a:picLocks noChangeAspect="1" noChangeArrowheads="1"/>
          </p:cNvPicPr>
          <p:nvPr/>
        </p:nvPicPr>
        <p:blipFill>
          <a:blip r:embed="rId4" cstate="print"/>
          <a:srcRect/>
          <a:stretch>
            <a:fillRect/>
          </a:stretch>
        </p:blipFill>
        <p:spPr bwMode="auto">
          <a:xfrm>
            <a:off x="426720" y="5328053"/>
            <a:ext cx="333195" cy="333195"/>
          </a:xfrm>
          <a:prstGeom prst="rect">
            <a:avLst/>
          </a:prstGeom>
          <a:noFill/>
        </p:spPr>
      </p:pic>
      <p:pic>
        <p:nvPicPr>
          <p:cNvPr id="17" name="Picture 2" descr="LinkedIn">
            <a:hlinkClick r:id="rId5"/>
            <a:extLst>
              <a:ext uri="{FF2B5EF4-FFF2-40B4-BE49-F238E27FC236}">
                <a16:creationId xmlns:a16="http://schemas.microsoft.com/office/drawing/2014/main" id="{F6DF1D6E-8462-43E1-AFC5-8A5C855024F4}"/>
              </a:ext>
            </a:extLst>
          </p:cNvPr>
          <p:cNvPicPr>
            <a:picLocks noChangeAspect="1" noChangeArrowheads="1"/>
          </p:cNvPicPr>
          <p:nvPr/>
        </p:nvPicPr>
        <p:blipFill>
          <a:blip r:embed="rId6" cstate="print"/>
          <a:srcRect/>
          <a:stretch>
            <a:fillRect/>
          </a:stretch>
        </p:blipFill>
        <p:spPr bwMode="auto">
          <a:xfrm>
            <a:off x="810097" y="5328053"/>
            <a:ext cx="333195" cy="333195"/>
          </a:xfrm>
          <a:prstGeom prst="rect">
            <a:avLst/>
          </a:prstGeom>
          <a:noFill/>
        </p:spPr>
      </p:pic>
      <p:pic>
        <p:nvPicPr>
          <p:cNvPr id="19" name="Picture 4" descr="SlideShare">
            <a:hlinkClick r:id="rId7"/>
            <a:extLst>
              <a:ext uri="{FF2B5EF4-FFF2-40B4-BE49-F238E27FC236}">
                <a16:creationId xmlns:a16="http://schemas.microsoft.com/office/drawing/2014/main" id="{DA74C6D2-FFE3-4CE8-B52D-0A33097AEEAF}"/>
              </a:ext>
            </a:extLst>
          </p:cNvPr>
          <p:cNvPicPr>
            <a:picLocks noChangeAspect="1" noChangeArrowheads="1"/>
          </p:cNvPicPr>
          <p:nvPr/>
        </p:nvPicPr>
        <p:blipFill>
          <a:blip r:embed="rId8" cstate="print"/>
          <a:srcRect/>
          <a:stretch>
            <a:fillRect/>
          </a:stretch>
        </p:blipFill>
        <p:spPr bwMode="auto">
          <a:xfrm>
            <a:off x="1193474" y="5328053"/>
            <a:ext cx="333195" cy="333195"/>
          </a:xfrm>
          <a:prstGeom prst="rect">
            <a:avLst/>
          </a:prstGeom>
          <a:noFill/>
        </p:spPr>
      </p:pic>
      <p:pic>
        <p:nvPicPr>
          <p:cNvPr id="20" name="Picture 5" descr="Twitter">
            <a:hlinkClick r:id="rId9"/>
            <a:extLst>
              <a:ext uri="{FF2B5EF4-FFF2-40B4-BE49-F238E27FC236}">
                <a16:creationId xmlns:a16="http://schemas.microsoft.com/office/drawing/2014/main" id="{14E10122-92A2-4535-9737-8C1BE0EE0AEC}"/>
              </a:ext>
            </a:extLst>
          </p:cNvPr>
          <p:cNvPicPr>
            <a:picLocks noChangeAspect="1" noChangeArrowheads="1"/>
          </p:cNvPicPr>
          <p:nvPr/>
        </p:nvPicPr>
        <p:blipFill>
          <a:blip r:embed="rId10" cstate="print"/>
          <a:srcRect/>
          <a:stretch>
            <a:fillRect/>
          </a:stretch>
        </p:blipFill>
        <p:spPr bwMode="auto">
          <a:xfrm>
            <a:off x="1576851" y="5328053"/>
            <a:ext cx="333195" cy="333195"/>
          </a:xfrm>
          <a:prstGeom prst="rect">
            <a:avLst/>
          </a:prstGeom>
          <a:noFill/>
        </p:spPr>
      </p:pic>
      <p:pic>
        <p:nvPicPr>
          <p:cNvPr id="21" name="Picture 6" descr="YouTube">
            <a:hlinkClick r:id="rId11"/>
            <a:extLst>
              <a:ext uri="{FF2B5EF4-FFF2-40B4-BE49-F238E27FC236}">
                <a16:creationId xmlns:a16="http://schemas.microsoft.com/office/drawing/2014/main" id="{BA6EF96A-02CA-41A1-9095-358FE7486671}"/>
              </a:ext>
            </a:extLst>
          </p:cNvPr>
          <p:cNvPicPr>
            <a:picLocks noChangeAspect="1" noChangeArrowheads="1"/>
          </p:cNvPicPr>
          <p:nvPr userDrawn="1"/>
        </p:nvPicPr>
        <p:blipFill>
          <a:blip r:embed="rId12" cstate="print"/>
          <a:srcRect/>
          <a:stretch>
            <a:fillRect/>
          </a:stretch>
        </p:blipFill>
        <p:spPr bwMode="auto">
          <a:xfrm>
            <a:off x="1960227" y="5328053"/>
            <a:ext cx="333195" cy="333195"/>
          </a:xfrm>
          <a:prstGeom prst="rect">
            <a:avLst/>
          </a:prstGeom>
          <a:noFill/>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dirty="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dirty="0">
                <a:solidFill>
                  <a:schemeClr val="bg1"/>
                </a:solidFill>
                <a:latin typeface="Ubuntu" panose="020B0504030602030204" pitchFamily="34" charset="0"/>
                <a:cs typeface="Arial"/>
              </a:rPr>
              <a:t>Copyright © 2025 Capgemini. All rights reserved.</a:t>
            </a:r>
          </a:p>
        </p:txBody>
      </p:sp>
      <p:grpSp>
        <p:nvGrpSpPr>
          <p:cNvPr id="10" name="Group 9">
            <a:extLst>
              <a:ext uri="{FF2B5EF4-FFF2-40B4-BE49-F238E27FC236}">
                <a16:creationId xmlns:a16="http://schemas.microsoft.com/office/drawing/2014/main" id="{665BE2A4-4ACC-4E54-9A85-77DFC7F65F01}"/>
              </a:ext>
            </a:extLst>
          </p:cNvPr>
          <p:cNvGrpSpPr>
            <a:grpSpLocks noChangeAspect="1"/>
          </p:cNvGrpSpPr>
          <p:nvPr userDrawn="1"/>
        </p:nvGrpSpPr>
        <p:grpSpPr>
          <a:xfrm>
            <a:off x="9161718" y="5747778"/>
            <a:ext cx="2231297" cy="501650"/>
            <a:chOff x="9550400" y="612775"/>
            <a:chExt cx="2231297" cy="501650"/>
          </a:xfrm>
        </p:grpSpPr>
        <p:sp>
          <p:nvSpPr>
            <p:cNvPr id="11" name="Freeform: Shape 10">
              <a:extLst>
                <a:ext uri="{FF2B5EF4-FFF2-40B4-BE49-F238E27FC236}">
                  <a16:creationId xmlns:a16="http://schemas.microsoft.com/office/drawing/2014/main" id="{0CE61B69-C06F-4D0A-9437-BC399186700C}"/>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96F08509-FA85-4193-A497-0E692E886745}"/>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dirty="0"/>
            </a:p>
          </p:txBody>
        </p:sp>
        <p:sp>
          <p:nvSpPr>
            <p:cNvPr id="13" name="Freeform: Shape 12">
              <a:extLst>
                <a:ext uri="{FF2B5EF4-FFF2-40B4-BE49-F238E27FC236}">
                  <a16:creationId xmlns:a16="http://schemas.microsoft.com/office/drawing/2014/main" id="{A40793F6-8550-4F9A-98A1-4BD1C63DE3E6}"/>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13">
              <a:extLst>
                <a:ext uri="{FF2B5EF4-FFF2-40B4-BE49-F238E27FC236}">
                  <a16:creationId xmlns:a16="http://schemas.microsoft.com/office/drawing/2014/main" id="{AF68DDBF-3EE2-4BFD-9E41-A500A2DB8E18}"/>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5" name="Freeform: Shape 14">
              <a:extLst>
                <a:ext uri="{FF2B5EF4-FFF2-40B4-BE49-F238E27FC236}">
                  <a16:creationId xmlns:a16="http://schemas.microsoft.com/office/drawing/2014/main" id="{F22E4E1F-DFDD-4EF6-8781-D2EC7D60F89D}"/>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
        <p:nvSpPr>
          <p:cNvPr id="2" name="hcSlideMaster.Final Slide 2Header" descr="Airbus Amber ">
            <a:extLst>
              <a:ext uri="{FF2B5EF4-FFF2-40B4-BE49-F238E27FC236}">
                <a16:creationId xmlns:a16="http://schemas.microsoft.com/office/drawing/2014/main" id="{B9B27EC2-FDFA-454A-A805-A115061C70AD}"/>
              </a:ext>
            </a:extLst>
          </p:cNvPr>
          <p:cNvSpPr txBox="1"/>
          <p:nvPr userDrawn="1"/>
        </p:nvSpPr>
        <p:spPr>
          <a:xfrm>
            <a:off x="0" y="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
        <p:nvSpPr>
          <p:cNvPr id="3" name="fcSlideMaster.Final Slide 2Footer" descr="Airbus Amber ">
            <a:extLst>
              <a:ext uri="{FF2B5EF4-FFF2-40B4-BE49-F238E27FC236}">
                <a16:creationId xmlns:a16="http://schemas.microsoft.com/office/drawing/2014/main" id="{15BC60C9-3A60-4C5C-BF60-1B2CA06950FB}"/>
              </a:ext>
            </a:extLst>
          </p:cNvPr>
          <p:cNvSpPr txBox="1"/>
          <p:nvPr userDrawn="1"/>
        </p:nvSpPr>
        <p:spPr>
          <a:xfrm>
            <a:off x="0" y="6545580"/>
            <a:ext cx="12192000" cy="215444"/>
          </a:xfrm>
          <a:prstGeom prst="rect">
            <a:avLst/>
          </a:prstGeom>
          <a:noFill/>
        </p:spPr>
        <p:txBody>
          <a:bodyPr vert="horz" rtlCol="0">
            <a:spAutoFit/>
          </a:bodyPr>
          <a:lstStyle/>
          <a:p>
            <a:pPr algn="ctr"/>
            <a:r>
              <a:rPr lang="en-GB" sz="800" b="0" i="0" u="none" baseline="0">
                <a:solidFill>
                  <a:srgbClr val="E29218"/>
                </a:solidFill>
                <a:latin typeface="arial" panose="020B0604020202020204" pitchFamily="34" charset="0"/>
              </a:rPr>
              <a:t>Airbus Amber </a:t>
            </a:r>
          </a:p>
        </p:txBody>
      </p:sp>
    </p:spTree>
    <p:extLst>
      <p:ext uri="{BB962C8B-B14F-4D97-AF65-F5344CB8AC3E}">
        <p14:creationId xmlns:p14="http://schemas.microsoft.com/office/powerpoint/2010/main" val="3447345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dirty="0"/>
              <a:t>CLICK TO INSERT TITLE</a:t>
            </a:r>
            <a:endParaRPr lang="en-US" dirty="0"/>
          </a:p>
        </p:txBody>
      </p:sp>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grpSp>
        <p:nvGrpSpPr>
          <p:cNvPr id="94" name="Groupe 1">
            <a:extLst>
              <a:ext uri="{FF2B5EF4-FFF2-40B4-BE49-F238E27FC236}">
                <a16:creationId xmlns:a16="http://schemas.microsoft.com/office/drawing/2014/main" id="{11A3E882-4152-49CC-A658-0BA2BD4CCF4E}"/>
              </a:ext>
              <a:ext uri="{C183D7F6-B498-43B3-948B-1728B52AA6E4}">
                <adec:decorative xmlns:adec="http://schemas.microsoft.com/office/drawing/2017/decorative" val="1"/>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98" name="Rectangle 27">
            <a:extLst>
              <a:ext uri="{FF2B5EF4-FFF2-40B4-BE49-F238E27FC236}">
                <a16:creationId xmlns:a16="http://schemas.microsoft.com/office/drawing/2014/main" id="{B1133F59-1301-4D8F-A396-71B6A669F37A}"/>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err="1">
                <a:solidFill>
                  <a:srgbClr val="A6A6A6"/>
                </a:solidFill>
                <a:latin typeface="Ubuntu" panose="020B0504030602030204" pitchFamily="34" charset="0"/>
                <a:cs typeface="Arial" panose="020B0604020202020204" pitchFamily="34" charset="0"/>
              </a:rPr>
              <a:t>Introducción</a:t>
            </a:r>
            <a:r>
              <a:rPr lang="en-US" sz="700" kern="0" dirty="0">
                <a:solidFill>
                  <a:srgbClr val="A6A6A6"/>
                </a:solidFill>
                <a:latin typeface="Ubuntu" panose="020B0504030602030204" pitchFamily="34" charset="0"/>
                <a:cs typeface="Arial" panose="020B0604020202020204" pitchFamily="34" charset="0"/>
              </a:rPr>
              <a:t> a TCL </a:t>
            </a:r>
            <a:r>
              <a:rPr lang="en-US" sz="700" kern="0" dirty="0" err="1">
                <a:solidFill>
                  <a:srgbClr val="A6A6A6"/>
                </a:solidFill>
                <a:latin typeface="Ubuntu" panose="020B0504030602030204" pitchFamily="34" charset="0"/>
                <a:cs typeface="Arial" panose="020B0604020202020204" pitchFamily="34" charset="0"/>
              </a:rPr>
              <a:t>en</a:t>
            </a:r>
            <a:r>
              <a:rPr lang="en-US" sz="700" kern="0" dirty="0">
                <a:solidFill>
                  <a:srgbClr val="A6A6A6"/>
                </a:solidFill>
                <a:latin typeface="Ubuntu" panose="020B0504030602030204" pitchFamily="34" charset="0"/>
                <a:cs typeface="Arial" panose="020B0604020202020204" pitchFamily="34" charset="0"/>
              </a:rPr>
              <a:t> Hypermesh  |  Jorge Pérez  |  </a:t>
            </a:r>
            <a:r>
              <a:rPr lang="en-US" sz="700" kern="0" dirty="0" err="1">
                <a:solidFill>
                  <a:srgbClr val="A6A6A6"/>
                </a:solidFill>
                <a:latin typeface="Ubuntu" panose="020B0504030602030204" pitchFamily="34" charset="0"/>
                <a:cs typeface="Arial" panose="020B0604020202020204" pitchFamily="34" charset="0"/>
              </a:rPr>
              <a:t>Marzo</a:t>
            </a:r>
            <a:r>
              <a:rPr lang="en-US" sz="700" kern="0" dirty="0">
                <a:solidFill>
                  <a:srgbClr val="A6A6A6"/>
                </a:solidFill>
                <a:latin typeface="Ubuntu" panose="020B0504030602030204" pitchFamily="34" charset="0"/>
                <a:cs typeface="Arial" panose="020B0604020202020204" pitchFamily="34" charset="0"/>
              </a:rPr>
              <a:t> 2025</a:t>
            </a:r>
          </a:p>
        </p:txBody>
      </p:sp>
      <p:sp>
        <p:nvSpPr>
          <p:cNvPr id="100" name="Rectangle 27">
            <a:extLst>
              <a:ext uri="{FF2B5EF4-FFF2-40B4-BE49-F238E27FC236}">
                <a16:creationId xmlns:a16="http://schemas.microsoft.com/office/drawing/2014/main" id="{777F4691-2D56-47C4-B2B1-73BE348DB06D}"/>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solidFill>
                  <a:srgbClr val="A6A6A6"/>
                </a:solidFill>
                <a:latin typeface="Ubuntu" panose="020B0504030602030204" pitchFamily="34" charset="0"/>
                <a:cs typeface="Arial" panose="020B0604020202020204" pitchFamily="34" charset="0"/>
              </a:rPr>
              <a:t>Company Confidential © Capgemini 2025. All rights reserved  |</a:t>
            </a:r>
          </a:p>
        </p:txBody>
      </p:sp>
      <p:sp>
        <p:nvSpPr>
          <p:cNvPr id="99" name="Rectangle 43">
            <a:extLst>
              <a:ext uri="{FF2B5EF4-FFF2-40B4-BE49-F238E27FC236}">
                <a16:creationId xmlns:a16="http://schemas.microsoft.com/office/drawing/2014/main" id="{1302EB1D-4F45-4228-A725-9CA0AEFCE017}"/>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1901136218"/>
      </p:ext>
    </p:extLst>
  </p:cSld>
  <p:clrMap bg1="lt1" tx1="dk1" bg2="lt2" tx2="dk2" accent1="accent1" accent2="accent2" accent3="accent3" accent4="accent4" accent5="accent5" accent6="accent6" hlink="hlink" folHlink="folHlink"/>
  <p:sldLayoutIdLst>
    <p:sldLayoutId id="2147483963" r:id="rId1"/>
    <p:sldLayoutId id="2147483964" r:id="rId2"/>
    <p:sldLayoutId id="2147483965" r:id="rId3"/>
    <p:sldLayoutId id="2147484021" r:id="rId4"/>
    <p:sldLayoutId id="2147484020" r:id="rId5"/>
    <p:sldLayoutId id="2147483966" r:id="rId6"/>
    <p:sldLayoutId id="2147483967" r:id="rId7"/>
    <p:sldLayoutId id="2147483968" r:id="rId8"/>
    <p:sldLayoutId id="2147483969" r:id="rId9"/>
    <p:sldLayoutId id="2147483970" r:id="rId10"/>
    <p:sldLayoutId id="2147484026" r:id="rId11"/>
    <p:sldLayoutId id="2147483972" r:id="rId12"/>
    <p:sldLayoutId id="2147483973" r:id="rId13"/>
    <p:sldLayoutId id="2147483974" r:id="rId14"/>
    <p:sldLayoutId id="2147483975" r:id="rId15"/>
    <p:sldLayoutId id="2147483980" r:id="rId16"/>
    <p:sldLayoutId id="2147483981" r:id="rId17"/>
    <p:sldLayoutId id="2147483983" r:id="rId18"/>
    <p:sldLayoutId id="2147483987" r:id="rId19"/>
    <p:sldLayoutId id="2147483984" r:id="rId20"/>
    <p:sldLayoutId id="2147483985" r:id="rId21"/>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10" pos="7423" userDrawn="1">
          <p15:clr>
            <a:srgbClr val="F26B43"/>
          </p15:clr>
        </p15:guide>
        <p15:guide id="11" orient="horz" pos="4071" userDrawn="1">
          <p15:clr>
            <a:srgbClr val="F26B43"/>
          </p15:clr>
        </p15:guide>
        <p15:guide id="12" pos="255" userDrawn="1">
          <p15:clr>
            <a:srgbClr val="F26B43"/>
          </p15:clr>
        </p15:guide>
        <p15:guide id="13" orient="horz" pos="836" userDrawn="1">
          <p15:clr>
            <a:srgbClr val="F26B43"/>
          </p15:clr>
        </p15:guide>
        <p15:guide id="14" orient="horz" pos="245" userDrawn="1">
          <p15:clr>
            <a:srgbClr val="F26B43"/>
          </p15:clr>
        </p15:guide>
        <p15:guide id="15" pos="3840" userDrawn="1">
          <p15:clr>
            <a:srgbClr val="F26B43"/>
          </p15:clr>
        </p15:guide>
        <p15:guide id="16" pos="3899" userDrawn="1">
          <p15:clr>
            <a:srgbClr val="F26B43"/>
          </p15:clr>
        </p15:guide>
        <p15:guide id="17" pos="3783"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0.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10.xml"/><Relationship Id="rId5" Type="http://schemas.openxmlformats.org/officeDocument/2006/relationships/image" Target="../media/image30.png"/><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hyperlink" Target="https://2021.help.altair.com/2021/hwdesktop/hwd/topics/reference/hm/entity_types_r.htm" TargetMode="External"/><Relationship Id="rId7" Type="http://schemas.openxmlformats.org/officeDocument/2006/relationships/image" Target="../media/image35.pn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34.png"/><Relationship Id="rId5" Type="http://schemas.openxmlformats.org/officeDocument/2006/relationships/hyperlink" Target="https://2021.help.altair.com/2021/hwdesktop/hwd/topics/reference/hm/data_names_r.htm" TargetMode="External"/><Relationship Id="rId10" Type="http://schemas.openxmlformats.org/officeDocument/2006/relationships/image" Target="../media/image38.png"/><Relationship Id="rId4" Type="http://schemas.openxmlformats.org/officeDocument/2006/relationships/hyperlink" Target="https://help.altair.com/hwdesktop/hwd/topics/reference/hm/data_names_r.htm" TargetMode="External"/><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3" Type="http://schemas.openxmlformats.org/officeDocument/2006/relationships/hyperlink" Target="https://2021.help.altair.com/2021/hwdesktop/hwd/topics/chapter_heads/scripts_" TargetMode="External"/><Relationship Id="rId2" Type="http://schemas.openxmlformats.org/officeDocument/2006/relationships/hyperlink" Target="https://www.tcl-lang.org/doc/" TargetMode="External"/><Relationship Id="rId1" Type="http://schemas.openxmlformats.org/officeDocument/2006/relationships/slideLayout" Target="../slideLayouts/slideLayout12.xml"/><Relationship Id="rId4" Type="http://schemas.openxmlformats.org/officeDocument/2006/relationships/hyperlink" Target="https://2021.help.altair.com/2021/hwdesktop/hwd/topics/chapter_heads/scripts_r.htm"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A8405170-B0E0-4605-ACC7-B62ADF7DFE56}"/>
              </a:ext>
            </a:extLst>
          </p:cNvPr>
          <p:cNvPicPr>
            <a:picLocks noGrp="1" noChangeAspect="1"/>
          </p:cNvPicPr>
          <p:nvPr>
            <p:ph type="pic" sz="quarter" idx="10"/>
          </p:nvPr>
        </p:nvPicPr>
        <p:blipFill rotWithShape="1">
          <a:blip r:embed="rId2">
            <a:alphaModFix amt="66000"/>
            <a:extLst>
              <a:ext uri="{28A0092B-C50C-407E-A947-70E740481C1C}">
                <a14:useLocalDpi xmlns:a14="http://schemas.microsoft.com/office/drawing/2010/main" val="0"/>
              </a:ext>
            </a:extLst>
          </a:blip>
          <a:srcRect l="4099" t="-225" r="39875" b="225"/>
          <a:stretch/>
        </p:blipFill>
        <p:spPr>
          <a:xfrm>
            <a:off x="5303838" y="0"/>
            <a:ext cx="6888162" cy="6858000"/>
          </a:xfrm>
          <a:solidFill>
            <a:schemeClr val="bg2">
              <a:lumMod val="90000"/>
            </a:schemeClr>
          </a:solidFill>
        </p:spPr>
      </p:pic>
      <p:sp>
        <p:nvSpPr>
          <p:cNvPr id="5" name="Graphic 6">
            <a:extLst>
              <a:ext uri="{FF2B5EF4-FFF2-40B4-BE49-F238E27FC236}">
                <a16:creationId xmlns:a16="http://schemas.microsoft.com/office/drawing/2014/main" id="{360458FB-76B6-4743-A12A-A42645182007}"/>
              </a:ext>
              <a:ext uri="{C183D7F6-B498-43B3-948B-1728B52AA6E4}">
                <adec:decorative xmlns:adec="http://schemas.microsoft.com/office/drawing/2017/decorative" val="1"/>
              </a:ext>
            </a:extLst>
          </p:cNvPr>
          <p:cNvSpPr>
            <a:spLocks/>
          </p:cNvSpPr>
          <p:nvPr/>
        </p:nvSpPr>
        <p:spPr>
          <a:xfrm rot="14203607">
            <a:off x="3178468" y="886508"/>
            <a:ext cx="12519514" cy="6871588"/>
          </a:xfrm>
          <a:custGeom>
            <a:avLst/>
            <a:gdLst>
              <a:gd name="connsiteX0" fmla="*/ 359093 w 8112442"/>
              <a:gd name="connsiteY0" fmla="*/ 4061460 h 4061459"/>
              <a:gd name="connsiteX1" fmla="*/ 0 w 8112442"/>
              <a:gd name="connsiteY1" fmla="*/ 4050983 h 4061459"/>
              <a:gd name="connsiteX2" fmla="*/ 1905 w 8112442"/>
              <a:gd name="connsiteY2" fmla="*/ 4012883 h 4061459"/>
              <a:gd name="connsiteX3" fmla="*/ 3440430 w 8112442"/>
              <a:gd name="connsiteY3" fmla="*/ 1951673 h 4061459"/>
              <a:gd name="connsiteX4" fmla="*/ 3753803 w 8112442"/>
              <a:gd name="connsiteY4" fmla="*/ 1336358 h 4061459"/>
              <a:gd name="connsiteX5" fmla="*/ 4995863 w 8112442"/>
              <a:gd name="connsiteY5" fmla="*/ 397193 h 4061459"/>
              <a:gd name="connsiteX6" fmla="*/ 5687378 w 8112442"/>
              <a:gd name="connsiteY6" fmla="*/ 307658 h 4061459"/>
              <a:gd name="connsiteX7" fmla="*/ 5698808 w 8112442"/>
              <a:gd name="connsiteY7" fmla="*/ 308610 h 4061459"/>
              <a:gd name="connsiteX8" fmla="*/ 5703570 w 8112442"/>
              <a:gd name="connsiteY8" fmla="*/ 319088 h 4061459"/>
              <a:gd name="connsiteX9" fmla="*/ 6342698 w 8112442"/>
              <a:gd name="connsiteY9" fmla="*/ 802958 h 4061459"/>
              <a:gd name="connsiteX10" fmla="*/ 7061835 w 8112442"/>
              <a:gd name="connsiteY10" fmla="*/ 707708 h 4061459"/>
              <a:gd name="connsiteX11" fmla="*/ 8086725 w 8112442"/>
              <a:gd name="connsiteY11" fmla="*/ 0 h 4061459"/>
              <a:gd name="connsiteX12" fmla="*/ 8112443 w 8112442"/>
              <a:gd name="connsiteY12" fmla="*/ 27623 h 4061459"/>
              <a:gd name="connsiteX13" fmla="*/ 7074218 w 8112442"/>
              <a:gd name="connsiteY13" fmla="*/ 742950 h 4061459"/>
              <a:gd name="connsiteX14" fmla="*/ 6334125 w 8112442"/>
              <a:gd name="connsiteY14" fmla="*/ 840105 h 4061459"/>
              <a:gd name="connsiteX15" fmla="*/ 5673090 w 8112442"/>
              <a:gd name="connsiteY15" fmla="*/ 344805 h 4061459"/>
              <a:gd name="connsiteX16" fmla="*/ 5005388 w 8112442"/>
              <a:gd name="connsiteY16" fmla="*/ 433388 h 4061459"/>
              <a:gd name="connsiteX17" fmla="*/ 3786188 w 8112442"/>
              <a:gd name="connsiteY17" fmla="*/ 1356360 h 4061459"/>
              <a:gd name="connsiteX18" fmla="*/ 3475673 w 8112442"/>
              <a:gd name="connsiteY18" fmla="*/ 1966913 h 4061459"/>
              <a:gd name="connsiteX19" fmla="*/ 2500313 w 8112442"/>
              <a:gd name="connsiteY19" fmla="*/ 3420428 h 4061459"/>
              <a:gd name="connsiteX20" fmla="*/ 359093 w 8112442"/>
              <a:gd name="connsiteY20" fmla="*/ 4061460 h 4061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112442" h="4061459">
                <a:moveTo>
                  <a:pt x="359093" y="4061460"/>
                </a:moveTo>
                <a:cubicBezTo>
                  <a:pt x="242888" y="4061460"/>
                  <a:pt x="122873" y="4057650"/>
                  <a:pt x="0" y="4050983"/>
                </a:cubicBezTo>
                <a:lnTo>
                  <a:pt x="1905" y="4012883"/>
                </a:lnTo>
                <a:cubicBezTo>
                  <a:pt x="2445068" y="4147185"/>
                  <a:pt x="2996565" y="2929890"/>
                  <a:pt x="3440430" y="1951673"/>
                </a:cubicBezTo>
                <a:cubicBezTo>
                  <a:pt x="3543300" y="1724978"/>
                  <a:pt x="3640455" y="1510665"/>
                  <a:pt x="3753803" y="1336358"/>
                </a:cubicBezTo>
                <a:cubicBezTo>
                  <a:pt x="4133850" y="750570"/>
                  <a:pt x="4638675" y="501968"/>
                  <a:pt x="4995863" y="397193"/>
                </a:cubicBezTo>
                <a:cubicBezTo>
                  <a:pt x="5382578" y="282893"/>
                  <a:pt x="5684520" y="307658"/>
                  <a:pt x="5687378" y="307658"/>
                </a:cubicBezTo>
                <a:lnTo>
                  <a:pt x="5698808" y="308610"/>
                </a:lnTo>
                <a:lnTo>
                  <a:pt x="5703570" y="319088"/>
                </a:lnTo>
                <a:cubicBezTo>
                  <a:pt x="5771198" y="465773"/>
                  <a:pt x="5980748" y="732473"/>
                  <a:pt x="6342698" y="802958"/>
                </a:cubicBezTo>
                <a:cubicBezTo>
                  <a:pt x="6558915" y="845820"/>
                  <a:pt x="6800850" y="813435"/>
                  <a:pt x="7061835" y="707708"/>
                </a:cubicBezTo>
                <a:cubicBezTo>
                  <a:pt x="7376160" y="579120"/>
                  <a:pt x="7721918" y="340995"/>
                  <a:pt x="8086725" y="0"/>
                </a:cubicBezTo>
                <a:lnTo>
                  <a:pt x="8112443" y="27623"/>
                </a:lnTo>
                <a:cubicBezTo>
                  <a:pt x="7744778" y="372428"/>
                  <a:pt x="7395210" y="612458"/>
                  <a:pt x="7074218" y="742950"/>
                </a:cubicBezTo>
                <a:cubicBezTo>
                  <a:pt x="6806565" y="851535"/>
                  <a:pt x="6557963" y="883920"/>
                  <a:pt x="6334125" y="840105"/>
                </a:cubicBezTo>
                <a:cubicBezTo>
                  <a:pt x="5966460" y="767715"/>
                  <a:pt x="5748338" y="499110"/>
                  <a:pt x="5673090" y="344805"/>
                </a:cubicBezTo>
                <a:cubicBezTo>
                  <a:pt x="5616893" y="341948"/>
                  <a:pt x="5344478" y="333375"/>
                  <a:pt x="5005388" y="433388"/>
                </a:cubicBezTo>
                <a:cubicBezTo>
                  <a:pt x="4654868" y="537210"/>
                  <a:pt x="4159568" y="781050"/>
                  <a:pt x="3786188" y="1356360"/>
                </a:cubicBezTo>
                <a:cubicBezTo>
                  <a:pt x="3674745" y="1528763"/>
                  <a:pt x="3578543" y="1741170"/>
                  <a:pt x="3475673" y="1966913"/>
                </a:cubicBezTo>
                <a:cubicBezTo>
                  <a:pt x="3255645" y="2452688"/>
                  <a:pt x="3006090" y="3002280"/>
                  <a:pt x="2500313" y="3420428"/>
                </a:cubicBezTo>
                <a:cubicBezTo>
                  <a:pt x="1979295" y="3850958"/>
                  <a:pt x="1276350" y="4061460"/>
                  <a:pt x="359093" y="4061460"/>
                </a:cubicBezTo>
                <a:close/>
              </a:path>
            </a:pathLst>
          </a:custGeom>
          <a:gradFill>
            <a:gsLst>
              <a:gs pos="92000">
                <a:schemeClr val="accent2">
                  <a:alpha val="0"/>
                </a:schemeClr>
              </a:gs>
              <a:gs pos="32000">
                <a:srgbClr val="12ABDB">
                  <a:alpha val="17000"/>
                </a:srgbClr>
              </a:gs>
              <a:gs pos="17000">
                <a:schemeClr val="accent2">
                  <a:alpha val="0"/>
                </a:schemeClr>
              </a:gs>
              <a:gs pos="49000">
                <a:srgbClr val="12ABDB"/>
              </a:gs>
              <a:gs pos="70000">
                <a:schemeClr val="accent2"/>
              </a:gs>
            </a:gsLst>
            <a:lin ang="540000" scaled="0"/>
          </a:gradFill>
          <a:ln w="9525" cap="flat">
            <a:noFill/>
            <a:prstDash val="solid"/>
            <a:miter/>
          </a:ln>
        </p:spPr>
        <p:txBody>
          <a:bodyPr rtlCol="0" anchor="ctr"/>
          <a:lstStyle/>
          <a:p>
            <a:endParaRPr lang="en-GB" dirty="0"/>
          </a:p>
        </p:txBody>
      </p:sp>
      <p:sp>
        <p:nvSpPr>
          <p:cNvPr id="3" name="Title 2">
            <a:extLst>
              <a:ext uri="{FF2B5EF4-FFF2-40B4-BE49-F238E27FC236}">
                <a16:creationId xmlns:a16="http://schemas.microsoft.com/office/drawing/2014/main" id="{C848BA6D-2927-44B8-ACA6-7A2F73E5B792}"/>
              </a:ext>
            </a:extLst>
          </p:cNvPr>
          <p:cNvSpPr>
            <a:spLocks noGrp="1"/>
          </p:cNvSpPr>
          <p:nvPr>
            <p:ph type="ctrTitle"/>
          </p:nvPr>
        </p:nvSpPr>
        <p:spPr>
          <a:xfrm>
            <a:off x="119336" y="2182505"/>
            <a:ext cx="11386134" cy="2492990"/>
          </a:xfrm>
          <a:effectLst>
            <a:outerShdw blurRad="50800" dist="38100" dir="16200000" rotWithShape="0">
              <a:prstClr val="black">
                <a:alpha val="40000"/>
              </a:prstClr>
            </a:outerShdw>
          </a:effectLst>
        </p:spPr>
        <p:txBody>
          <a:bodyPr/>
          <a:lstStyle/>
          <a:p>
            <a:r>
              <a:rPr lang="en-GB" sz="6000" dirty="0" err="1">
                <a:effectLst>
                  <a:outerShdw blurRad="38100" dist="38100" dir="2700000" algn="tl">
                    <a:srgbClr val="000000">
                      <a:alpha val="43137"/>
                    </a:srgbClr>
                  </a:outerShdw>
                </a:effectLst>
              </a:rPr>
              <a:t>Introducción</a:t>
            </a:r>
            <a:r>
              <a:rPr lang="en-GB" sz="6000" dirty="0">
                <a:effectLst>
                  <a:outerShdw blurRad="38100" dist="38100" dir="2700000" algn="tl">
                    <a:srgbClr val="000000">
                      <a:alpha val="43137"/>
                    </a:srgbClr>
                  </a:outerShdw>
                </a:effectLst>
              </a:rPr>
              <a:t> </a:t>
            </a:r>
            <a:br>
              <a:rPr lang="en-GB" sz="6000" dirty="0">
                <a:effectLst>
                  <a:outerShdw blurRad="38100" dist="38100" dir="2700000" algn="tl">
                    <a:srgbClr val="000000">
                      <a:alpha val="43137"/>
                    </a:srgbClr>
                  </a:outerShdw>
                </a:effectLst>
              </a:rPr>
            </a:br>
            <a:r>
              <a:rPr lang="en-GB" sz="6000" dirty="0">
                <a:effectLst>
                  <a:outerShdw blurRad="38100" dist="38100" dir="2700000" algn="tl">
                    <a:srgbClr val="000000">
                      <a:alpha val="43137"/>
                    </a:srgbClr>
                  </a:outerShdw>
                </a:effectLst>
              </a:rPr>
              <a:t>a </a:t>
            </a:r>
            <a:r>
              <a:rPr lang="en-GB" sz="6000" dirty="0" err="1">
                <a:effectLst>
                  <a:outerShdw blurRad="38100" dist="38100" dir="2700000" algn="tl">
                    <a:srgbClr val="000000">
                      <a:alpha val="43137"/>
                    </a:srgbClr>
                  </a:outerShdw>
                </a:effectLst>
              </a:rPr>
              <a:t>tcl</a:t>
            </a:r>
            <a:r>
              <a:rPr lang="en-GB" sz="6000" dirty="0">
                <a:effectLst>
                  <a:outerShdw blurRad="38100" dist="38100" dir="2700000" algn="tl">
                    <a:srgbClr val="000000">
                      <a:alpha val="43137"/>
                    </a:srgbClr>
                  </a:outerShdw>
                </a:effectLst>
              </a:rPr>
              <a:t> </a:t>
            </a:r>
            <a:r>
              <a:rPr lang="en-GB" sz="6000" dirty="0" err="1">
                <a:effectLst>
                  <a:outerShdw blurRad="38100" dist="38100" dir="2700000" algn="tl">
                    <a:srgbClr val="000000">
                      <a:alpha val="43137"/>
                    </a:srgbClr>
                  </a:outerShdw>
                </a:effectLst>
              </a:rPr>
              <a:t>en</a:t>
            </a:r>
            <a:br>
              <a:rPr lang="en-GB" sz="6000" dirty="0">
                <a:effectLst>
                  <a:outerShdw blurRad="38100" dist="38100" dir="2700000" algn="tl">
                    <a:srgbClr val="000000">
                      <a:alpha val="43137"/>
                    </a:srgbClr>
                  </a:outerShdw>
                </a:effectLst>
              </a:rPr>
            </a:br>
            <a:r>
              <a:rPr lang="en-GB" sz="6000" dirty="0" err="1">
                <a:effectLst>
                  <a:outerShdw blurRad="38100" dist="38100" dir="2700000" algn="tl">
                    <a:srgbClr val="000000">
                      <a:alpha val="43137"/>
                    </a:srgbClr>
                  </a:outerShdw>
                </a:effectLst>
              </a:rPr>
              <a:t>hypermesh</a:t>
            </a:r>
            <a:endParaRPr lang="en-GB" sz="60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1017220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490EBA8-8698-49C6-91C6-93EB77884919}"/>
              </a:ext>
            </a:extLst>
          </p:cNvPr>
          <p:cNvSpPr>
            <a:spLocks noGrp="1"/>
          </p:cNvSpPr>
          <p:nvPr>
            <p:ph type="title"/>
          </p:nvPr>
        </p:nvSpPr>
        <p:spPr/>
        <p:txBody>
          <a:bodyPr/>
          <a:lstStyle/>
          <a:p>
            <a:r>
              <a:rPr lang="en-GB" dirty="0"/>
              <a:t>ÍNDICE</a:t>
            </a:r>
          </a:p>
        </p:txBody>
      </p:sp>
      <p:sp>
        <p:nvSpPr>
          <p:cNvPr id="2" name="Text Placeholder 1">
            <a:extLst>
              <a:ext uri="{FF2B5EF4-FFF2-40B4-BE49-F238E27FC236}">
                <a16:creationId xmlns:a16="http://schemas.microsoft.com/office/drawing/2014/main" id="{CB2C0F85-30AF-4A7B-938C-24C2F464A399}"/>
              </a:ext>
            </a:extLst>
          </p:cNvPr>
          <p:cNvSpPr>
            <a:spLocks noGrp="1"/>
          </p:cNvSpPr>
          <p:nvPr>
            <p:ph type="body" sz="quarter" idx="10"/>
          </p:nvPr>
        </p:nvSpPr>
        <p:spPr/>
        <p:txBody>
          <a:bodyPr/>
          <a:lstStyle/>
          <a:p>
            <a:pPr lvl="1"/>
            <a:r>
              <a:rPr lang="en-GB" dirty="0" err="1"/>
              <a:t>Introducción</a:t>
            </a:r>
            <a:r>
              <a:rPr lang="en-GB" dirty="0"/>
              <a:t> a TCL</a:t>
            </a:r>
          </a:p>
          <a:p>
            <a:pPr lvl="2"/>
            <a:r>
              <a:rPr lang="en-GB" dirty="0" err="1"/>
              <a:t>Diferencia</a:t>
            </a:r>
            <a:r>
              <a:rPr lang="en-GB" dirty="0"/>
              <a:t> entre TCL, Tk y </a:t>
            </a:r>
            <a:r>
              <a:rPr lang="en-GB" dirty="0" err="1"/>
              <a:t>comandos</a:t>
            </a:r>
            <a:r>
              <a:rPr lang="en-GB" dirty="0"/>
              <a:t> </a:t>
            </a:r>
            <a:r>
              <a:rPr lang="en-GB" dirty="0" err="1"/>
              <a:t>directos</a:t>
            </a:r>
            <a:r>
              <a:rPr lang="en-GB" dirty="0"/>
              <a:t> de Hypermesh</a:t>
            </a:r>
          </a:p>
          <a:p>
            <a:pPr lvl="2"/>
            <a:r>
              <a:rPr lang="en-GB" dirty="0" err="1"/>
              <a:t>Comandos</a:t>
            </a:r>
            <a:r>
              <a:rPr lang="en-GB" dirty="0"/>
              <a:t> </a:t>
            </a:r>
            <a:r>
              <a:rPr lang="en-GB" dirty="0" err="1"/>
              <a:t>básicos</a:t>
            </a:r>
            <a:endParaRPr lang="en-GB" dirty="0"/>
          </a:p>
          <a:p>
            <a:pPr lvl="2"/>
            <a:r>
              <a:rPr lang="en-GB" dirty="0" err="1"/>
              <a:t>Funciones</a:t>
            </a:r>
            <a:r>
              <a:rPr lang="en-GB" dirty="0"/>
              <a:t> </a:t>
            </a:r>
            <a:r>
              <a:rPr lang="en-GB" dirty="0" err="1"/>
              <a:t>básicas</a:t>
            </a:r>
            <a:r>
              <a:rPr lang="en-GB" dirty="0"/>
              <a:t> de TCL</a:t>
            </a:r>
          </a:p>
          <a:p>
            <a:pPr lvl="2"/>
            <a:r>
              <a:rPr lang="en-GB" dirty="0"/>
              <a:t>Loops, </a:t>
            </a:r>
            <a:r>
              <a:rPr lang="en-GB" dirty="0" err="1"/>
              <a:t>condicionales</a:t>
            </a:r>
            <a:r>
              <a:rPr lang="en-GB" dirty="0"/>
              <a:t> y </a:t>
            </a:r>
            <a:r>
              <a:rPr lang="en-GB" dirty="0" err="1"/>
              <a:t>otros</a:t>
            </a:r>
            <a:endParaRPr lang="en-GB" dirty="0"/>
          </a:p>
          <a:p>
            <a:pPr lvl="1"/>
            <a:r>
              <a:rPr lang="en-GB" dirty="0"/>
              <a:t>TCL </a:t>
            </a:r>
            <a:r>
              <a:rPr lang="en-GB" dirty="0" err="1"/>
              <a:t>en</a:t>
            </a:r>
            <a:r>
              <a:rPr lang="en-GB" dirty="0"/>
              <a:t> Hypermesh</a:t>
            </a:r>
          </a:p>
          <a:p>
            <a:pPr lvl="2"/>
            <a:r>
              <a:rPr lang="en-GB" dirty="0" err="1"/>
              <a:t>Correr</a:t>
            </a:r>
            <a:r>
              <a:rPr lang="en-GB" dirty="0"/>
              <a:t> macros </a:t>
            </a:r>
            <a:r>
              <a:rPr lang="en-GB" dirty="0" err="1"/>
              <a:t>en</a:t>
            </a:r>
            <a:r>
              <a:rPr lang="en-GB" dirty="0"/>
              <a:t> Hypermesh</a:t>
            </a:r>
          </a:p>
          <a:p>
            <a:pPr lvl="1"/>
            <a:r>
              <a:rPr lang="en-GB" dirty="0" err="1"/>
              <a:t>Funciones</a:t>
            </a:r>
            <a:r>
              <a:rPr lang="en-GB" dirty="0"/>
              <a:t> de TCL </a:t>
            </a:r>
            <a:r>
              <a:rPr lang="en-GB" dirty="0" err="1"/>
              <a:t>en</a:t>
            </a:r>
            <a:r>
              <a:rPr lang="en-GB" dirty="0"/>
              <a:t> Hypermesh</a:t>
            </a:r>
          </a:p>
          <a:p>
            <a:pPr lvl="2"/>
            <a:r>
              <a:rPr lang="en-GB" dirty="0"/>
              <a:t>*</a:t>
            </a:r>
            <a:r>
              <a:rPr lang="en-GB" dirty="0" err="1"/>
              <a:t>createmarkpanel</a:t>
            </a:r>
            <a:r>
              <a:rPr lang="en-GB" dirty="0"/>
              <a:t> + </a:t>
            </a:r>
            <a:r>
              <a:rPr lang="en-GB" dirty="0" err="1"/>
              <a:t>hm</a:t>
            </a:r>
            <a:r>
              <a:rPr lang="en-GB" b="1" dirty="0" err="1">
                <a:latin typeface="Times New Roman" panose="02020603050405020304" pitchFamily="18" charset="0"/>
                <a:cs typeface="Times New Roman" panose="02020603050405020304" pitchFamily="18" charset="0"/>
              </a:rPr>
              <a:t>_</a:t>
            </a:r>
            <a:r>
              <a:rPr lang="en-GB" dirty="0" err="1"/>
              <a:t>getmark</a:t>
            </a:r>
            <a:endParaRPr lang="en-GB" dirty="0"/>
          </a:p>
          <a:p>
            <a:pPr lvl="2"/>
            <a:r>
              <a:rPr lang="en-GB" dirty="0" err="1"/>
              <a:t>hm</a:t>
            </a:r>
            <a:r>
              <a:rPr lang="en-GB" b="1" dirty="0" err="1">
                <a:latin typeface="Times New Roman" panose="02020603050405020304" pitchFamily="18" charset="0"/>
                <a:cs typeface="Times New Roman" panose="02020603050405020304" pitchFamily="18" charset="0"/>
              </a:rPr>
              <a:t>_</a:t>
            </a:r>
            <a:r>
              <a:rPr lang="en-GB" dirty="0" err="1"/>
              <a:t>getvalue</a:t>
            </a:r>
            <a:endParaRPr lang="en-GB" dirty="0"/>
          </a:p>
          <a:p>
            <a:pPr lvl="1"/>
            <a:r>
              <a:rPr lang="en-GB" dirty="0" err="1"/>
              <a:t>Documentación</a:t>
            </a:r>
            <a:r>
              <a:rPr lang="en-GB" dirty="0"/>
              <a:t> y </a:t>
            </a:r>
            <a:r>
              <a:rPr lang="en-GB" dirty="0" err="1"/>
              <a:t>trucos</a:t>
            </a:r>
            <a:endParaRPr lang="en-GB" dirty="0"/>
          </a:p>
          <a:p>
            <a:pPr marL="0" lvl="1" indent="0">
              <a:buNone/>
            </a:pPr>
            <a:endParaRPr lang="en-GB" dirty="0"/>
          </a:p>
          <a:p>
            <a:endParaRPr lang="en-GB" dirty="0"/>
          </a:p>
          <a:p>
            <a:endParaRPr lang="en-GB"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1C2A08AB-287E-4F1F-A7EA-389091F409AF}"/>
              </a:ext>
            </a:extLst>
          </p:cNvPr>
          <p:cNvSpPr/>
          <p:nvPr/>
        </p:nvSpPr>
        <p:spPr>
          <a:xfrm>
            <a:off x="409972" y="6104207"/>
            <a:ext cx="11372057" cy="360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bg1"/>
              </a:solidFill>
            </a:endParaRPr>
          </a:p>
        </p:txBody>
      </p:sp>
    </p:spTree>
    <p:extLst>
      <p:ext uri="{BB962C8B-B14F-4D97-AF65-F5344CB8AC3E}">
        <p14:creationId xmlns:p14="http://schemas.microsoft.com/office/powerpoint/2010/main" val="2663886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2"/>
          </p:nvPr>
        </p:nvSpPr>
        <p:spPr>
          <a:xfrm>
            <a:off x="404813" y="1746064"/>
            <a:ext cx="3456432" cy="720000"/>
          </a:xfrm>
          <a:solidFill>
            <a:srgbClr val="007D74"/>
          </a:solidFill>
        </p:spPr>
        <p:txBody>
          <a:bodyPr/>
          <a:lstStyle/>
          <a:p>
            <a:r>
              <a:rPr lang="en-GB" sz="1800" dirty="0" err="1">
                <a:solidFill>
                  <a:schemeClr val="bg1"/>
                </a:solidFill>
              </a:rPr>
              <a:t>Tcl</a:t>
            </a:r>
            <a:endParaRPr lang="en-GB" sz="1800" dirty="0">
              <a:solidFill>
                <a:schemeClr val="bg1"/>
              </a:solidFill>
            </a:endParaRPr>
          </a:p>
        </p:txBody>
      </p:sp>
      <p:sp>
        <p:nvSpPr>
          <p:cNvPr id="8" name="Text Placeholder 7"/>
          <p:cNvSpPr>
            <a:spLocks noGrp="1"/>
          </p:cNvSpPr>
          <p:nvPr>
            <p:ph type="body" sz="quarter" idx="15"/>
          </p:nvPr>
        </p:nvSpPr>
        <p:spPr>
          <a:xfrm>
            <a:off x="4371047" y="1746063"/>
            <a:ext cx="3456432" cy="720000"/>
          </a:xfrm>
          <a:solidFill>
            <a:srgbClr val="007D74"/>
          </a:solidFill>
        </p:spPr>
        <p:txBody>
          <a:bodyPr/>
          <a:lstStyle/>
          <a:p>
            <a:r>
              <a:rPr lang="en-GB" sz="1800" dirty="0">
                <a:solidFill>
                  <a:schemeClr val="bg1"/>
                </a:solidFill>
              </a:rPr>
              <a:t>Tk</a:t>
            </a:r>
          </a:p>
        </p:txBody>
      </p:sp>
      <p:sp>
        <p:nvSpPr>
          <p:cNvPr id="10" name="Text Placeholder 9"/>
          <p:cNvSpPr>
            <a:spLocks noGrp="1"/>
          </p:cNvSpPr>
          <p:nvPr>
            <p:ph type="body" sz="quarter" idx="17"/>
          </p:nvPr>
        </p:nvSpPr>
        <p:spPr>
          <a:xfrm>
            <a:off x="8330755" y="1746063"/>
            <a:ext cx="3456432" cy="720000"/>
          </a:xfrm>
          <a:solidFill>
            <a:srgbClr val="007D74"/>
          </a:solidFill>
        </p:spPr>
        <p:txBody>
          <a:bodyPr/>
          <a:lstStyle/>
          <a:p>
            <a:r>
              <a:rPr lang="en-GB" sz="1800" dirty="0" err="1">
                <a:solidFill>
                  <a:schemeClr val="bg1"/>
                </a:solidFill>
              </a:rPr>
              <a:t>Comandos</a:t>
            </a:r>
            <a:r>
              <a:rPr lang="en-GB" sz="1800" dirty="0">
                <a:solidFill>
                  <a:schemeClr val="bg1"/>
                </a:solidFill>
              </a:rPr>
              <a:t> </a:t>
            </a:r>
            <a:r>
              <a:rPr lang="en-GB" sz="1800" dirty="0" err="1">
                <a:solidFill>
                  <a:schemeClr val="bg1"/>
                </a:solidFill>
              </a:rPr>
              <a:t>directos</a:t>
            </a:r>
            <a:endParaRPr lang="en-GB" sz="1800" dirty="0">
              <a:solidFill>
                <a:schemeClr val="bg1"/>
              </a:solidFill>
            </a:endParaRPr>
          </a:p>
        </p:txBody>
      </p:sp>
      <p:cxnSp>
        <p:nvCxnSpPr>
          <p:cNvPr id="14" name="Straight Connector 13">
            <a:extLst>
              <a:ext uri="{C183D7F6-B498-43B3-948B-1728B52AA6E4}">
                <adec:decorative xmlns:adec="http://schemas.microsoft.com/office/drawing/2017/decorative" val="1"/>
              </a:ext>
            </a:extLst>
          </p:cNvPr>
          <p:cNvCxnSpPr>
            <a:cxnSpLocks/>
          </p:cNvCxnSpPr>
          <p:nvPr/>
        </p:nvCxnSpPr>
        <p:spPr>
          <a:xfrm>
            <a:off x="4113511" y="1746064"/>
            <a:ext cx="0" cy="4954402"/>
          </a:xfrm>
          <a:prstGeom prst="line">
            <a:avLst/>
          </a:prstGeom>
          <a:solidFill>
            <a:schemeClr val="tx1"/>
          </a:solidFill>
          <a:ln w="38100" cap="flat">
            <a:solidFill>
              <a:schemeClr val="accent4"/>
            </a:solidFill>
            <a:roun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C183D7F6-B498-43B3-948B-1728B52AA6E4}">
                <adec:decorative xmlns:adec="http://schemas.microsoft.com/office/drawing/2017/decorative" val="1"/>
              </a:ext>
            </a:extLst>
          </p:cNvPr>
          <p:cNvCxnSpPr>
            <a:cxnSpLocks/>
          </p:cNvCxnSpPr>
          <p:nvPr/>
        </p:nvCxnSpPr>
        <p:spPr>
          <a:xfrm>
            <a:off x="8074472" y="1746064"/>
            <a:ext cx="0" cy="4954402"/>
          </a:xfrm>
          <a:prstGeom prst="line">
            <a:avLst/>
          </a:prstGeom>
          <a:solidFill>
            <a:schemeClr val="tx1"/>
          </a:solidFill>
          <a:ln w="38100" cap="flat">
            <a:solidFill>
              <a:schemeClr val="accent4"/>
            </a:solidFill>
            <a:round/>
          </a:ln>
        </p:spPr>
        <p:style>
          <a:lnRef idx="1">
            <a:schemeClr val="accent1"/>
          </a:lnRef>
          <a:fillRef idx="0">
            <a:schemeClr val="accent1"/>
          </a:fillRef>
          <a:effectRef idx="0">
            <a:schemeClr val="accent1"/>
          </a:effectRef>
          <a:fontRef idx="minor">
            <a:schemeClr val="tx1"/>
          </a:fontRef>
        </p:style>
      </p:cxnSp>
      <p:sp>
        <p:nvSpPr>
          <p:cNvPr id="13" name="Title 3">
            <a:extLst>
              <a:ext uri="{FF2B5EF4-FFF2-40B4-BE49-F238E27FC236}">
                <a16:creationId xmlns:a16="http://schemas.microsoft.com/office/drawing/2014/main" id="{885D03E5-F20B-4511-B577-64FBD53DD789}"/>
              </a:ext>
            </a:extLst>
          </p:cNvPr>
          <p:cNvSpPr txBox="1">
            <a:spLocks/>
          </p:cNvSpPr>
          <p:nvPr/>
        </p:nvSpPr>
        <p:spPr>
          <a:xfrm>
            <a:off x="404813" y="371382"/>
            <a:ext cx="10947772" cy="716711"/>
          </a:xfrm>
          <a:prstGeom prst="rect">
            <a:avLst/>
          </a:prstGeom>
        </p:spPr>
        <p:txBody>
          <a:bodyPr vert="horz" lIns="0" tIns="0" rIns="0" bIns="0" rtlCol="0" anchor="b">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dirty="0" err="1"/>
              <a:t>Introducci</a:t>
            </a:r>
            <a:r>
              <a:rPr lang="en-GB" b="1" dirty="0" err="1"/>
              <a:t>ó</a:t>
            </a:r>
            <a:r>
              <a:rPr lang="en-GB" dirty="0" err="1"/>
              <a:t>n</a:t>
            </a:r>
            <a:r>
              <a:rPr lang="en-GB" dirty="0"/>
              <a:t> a </a:t>
            </a:r>
            <a:r>
              <a:rPr lang="en-GB" dirty="0" err="1"/>
              <a:t>tcl</a:t>
            </a:r>
            <a:endParaRPr lang="en-GB" dirty="0"/>
          </a:p>
        </p:txBody>
      </p:sp>
      <p:sp>
        <p:nvSpPr>
          <p:cNvPr id="16" name="Text Placeholder 5">
            <a:extLst>
              <a:ext uri="{FF2B5EF4-FFF2-40B4-BE49-F238E27FC236}">
                <a16:creationId xmlns:a16="http://schemas.microsoft.com/office/drawing/2014/main" id="{D7AF67B1-43A3-408F-94F2-6692CA0458BE}"/>
              </a:ext>
            </a:extLst>
          </p:cNvPr>
          <p:cNvSpPr txBox="1">
            <a:spLocks/>
          </p:cNvSpPr>
          <p:nvPr/>
        </p:nvSpPr>
        <p:spPr>
          <a:xfrm>
            <a:off x="403966" y="1228447"/>
            <a:ext cx="11379200" cy="692497"/>
          </a:xfrm>
          <a:prstGeom prst="rect">
            <a:avLst/>
          </a:prstGeom>
        </p:spPr>
        <p:txBody>
          <a:bodyPr vert="horz" lIns="0" tIns="0" rIns="0" bIns="0" rtlCol="0">
            <a:spAutoFit/>
          </a:bodyPr>
          <a:lstStyle>
            <a:lvl1pPr indent="0">
              <a:lnSpc>
                <a:spcPct val="100000"/>
              </a:lnSpc>
              <a:spcBef>
                <a:spcPts val="0"/>
              </a:spcBef>
              <a:spcAft>
                <a:spcPts val="600"/>
              </a:spcAft>
              <a:buFont typeface="Arial" panose="020B0604020202020204" pitchFamily="34" charset="0"/>
              <a:buNone/>
              <a:defRPr sz="2000" baseline="0">
                <a:solidFill>
                  <a:schemeClr val="accent1"/>
                </a:solidFill>
              </a:defRPr>
            </a:lvl1pPr>
            <a:lvl2pPr marL="177800" indent="-177800">
              <a:lnSpc>
                <a:spcPct val="100000"/>
              </a:lnSpc>
              <a:spcBef>
                <a:spcPts val="0"/>
              </a:spcBef>
              <a:spcAft>
                <a:spcPts val="600"/>
              </a:spcAft>
              <a:buClr>
                <a:schemeClr val="accent1"/>
              </a:buClr>
              <a:buFont typeface="Wingdings" panose="05000000000000000000" pitchFamily="2" charset="2"/>
              <a:buChar char="§"/>
              <a:defRPr baseline="0"/>
            </a:lvl2pPr>
            <a:lvl3pPr marL="361950" indent="-184150">
              <a:lnSpc>
                <a:spcPct val="100000"/>
              </a:lnSpc>
              <a:spcBef>
                <a:spcPts val="0"/>
              </a:spcBef>
              <a:spcAft>
                <a:spcPts val="600"/>
              </a:spcAft>
              <a:buClr>
                <a:schemeClr val="accent2"/>
              </a:buClr>
              <a:buFont typeface="Arial" panose="020B0604020202020204" pitchFamily="34" charset="0"/>
              <a:buChar char="•"/>
              <a:defRPr sz="1600" baseline="0"/>
            </a:lvl3pPr>
            <a:lvl4pPr marL="539750" indent="-177800">
              <a:lnSpc>
                <a:spcPct val="100000"/>
              </a:lnSpc>
              <a:spcBef>
                <a:spcPts val="0"/>
              </a:spcBef>
              <a:spcAft>
                <a:spcPts val="600"/>
              </a:spcAft>
              <a:buClr>
                <a:schemeClr val="tx1"/>
              </a:buClr>
              <a:buFont typeface="Ubuntu" panose="020B0504030602030204" pitchFamily="34" charset="0"/>
              <a:buChar char="–"/>
              <a:defRPr sz="1400" baseline="0"/>
            </a:lvl4pPr>
            <a:lvl5pPr marL="717550" indent="-177800">
              <a:lnSpc>
                <a:spcPct val="100000"/>
              </a:lnSpc>
              <a:spcBef>
                <a:spcPts val="0"/>
              </a:spcBef>
              <a:spcAft>
                <a:spcPts val="600"/>
              </a:spcAft>
              <a:buClr>
                <a:schemeClr val="accent3"/>
              </a:buClr>
              <a:buFont typeface="Arial" panose="020B0604020202020204" pitchFamily="34" charset="0"/>
              <a:buChar char="•"/>
              <a:defRPr sz="1400" baseline="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dirty="0"/>
              <a:t>Loops, </a:t>
            </a:r>
            <a:r>
              <a:rPr lang="en-GB" dirty="0" err="1"/>
              <a:t>condicionales</a:t>
            </a:r>
            <a:r>
              <a:rPr lang="en-GB" dirty="0"/>
              <a:t> y </a:t>
            </a:r>
            <a:r>
              <a:rPr lang="en-GB" dirty="0" err="1"/>
              <a:t>otros</a:t>
            </a:r>
            <a:endParaRPr lang="en-GB" dirty="0"/>
          </a:p>
          <a:p>
            <a:endParaRPr lang="en-GB" dirty="0"/>
          </a:p>
        </p:txBody>
      </p:sp>
      <p:sp>
        <p:nvSpPr>
          <p:cNvPr id="17" name="TextBox 16">
            <a:extLst>
              <a:ext uri="{FF2B5EF4-FFF2-40B4-BE49-F238E27FC236}">
                <a16:creationId xmlns:a16="http://schemas.microsoft.com/office/drawing/2014/main" id="{45DBFAB0-8423-48B1-B1A7-6FAF6E301FDC}"/>
              </a:ext>
            </a:extLst>
          </p:cNvPr>
          <p:cNvSpPr txBox="1"/>
          <p:nvPr/>
        </p:nvSpPr>
        <p:spPr>
          <a:xfrm>
            <a:off x="4371047" y="2636912"/>
            <a:ext cx="3457279" cy="3849706"/>
          </a:xfrm>
          <a:prstGeom prst="rect">
            <a:avLst/>
          </a:prstGeom>
          <a:noFill/>
        </p:spPr>
        <p:txBody>
          <a:bodyPr wrap="square" rtlCol="0">
            <a:spAutoFit/>
          </a:bodyPr>
          <a:lstStyle/>
          <a:p>
            <a:endParaRPr lang="en-GB" dirty="0"/>
          </a:p>
        </p:txBody>
      </p:sp>
      <p:sp>
        <p:nvSpPr>
          <p:cNvPr id="19" name="TextBox 18">
            <a:extLst>
              <a:ext uri="{FF2B5EF4-FFF2-40B4-BE49-F238E27FC236}">
                <a16:creationId xmlns:a16="http://schemas.microsoft.com/office/drawing/2014/main" id="{62A669CD-0CAB-4060-9292-CF3BBDD33BE8}"/>
              </a:ext>
            </a:extLst>
          </p:cNvPr>
          <p:cNvSpPr txBox="1"/>
          <p:nvPr/>
        </p:nvSpPr>
        <p:spPr>
          <a:xfrm>
            <a:off x="398697" y="2636912"/>
            <a:ext cx="3457279" cy="369332"/>
          </a:xfrm>
          <a:prstGeom prst="rect">
            <a:avLst/>
          </a:prstGeom>
          <a:noFill/>
        </p:spPr>
        <p:txBody>
          <a:bodyPr wrap="square" rtlCol="0">
            <a:spAutoFit/>
          </a:bodyPr>
          <a:lstStyle/>
          <a:p>
            <a:endParaRPr lang="en-GB" dirty="0"/>
          </a:p>
        </p:txBody>
      </p:sp>
      <p:sp>
        <p:nvSpPr>
          <p:cNvPr id="20" name="TextBox 19">
            <a:extLst>
              <a:ext uri="{FF2B5EF4-FFF2-40B4-BE49-F238E27FC236}">
                <a16:creationId xmlns:a16="http://schemas.microsoft.com/office/drawing/2014/main" id="{956207B5-C795-49A5-B85F-7C5717DB6FEF}"/>
              </a:ext>
            </a:extLst>
          </p:cNvPr>
          <p:cNvSpPr txBox="1"/>
          <p:nvPr/>
        </p:nvSpPr>
        <p:spPr>
          <a:xfrm>
            <a:off x="398696" y="2636912"/>
            <a:ext cx="3457279" cy="2108269"/>
          </a:xfrm>
          <a:prstGeom prst="rect">
            <a:avLst/>
          </a:prstGeom>
          <a:noFill/>
        </p:spPr>
        <p:txBody>
          <a:bodyPr wrap="square" rtlCol="0">
            <a:spAutoFit/>
          </a:bodyPr>
          <a:lstStyle/>
          <a:p>
            <a:pPr marL="177800" marR="0" lvl="1" indent="-177800" algn="l" defTabSz="914400" rtl="0" eaLnBrk="1" fontAlgn="auto" latinLnBrk="0" hangingPunct="1">
              <a:lnSpc>
                <a:spcPct val="100000"/>
              </a:lnSpc>
              <a:spcBef>
                <a:spcPts val="0"/>
              </a:spcBef>
              <a:spcAft>
                <a:spcPts val="600"/>
              </a:spcAft>
              <a:buClr>
                <a:srgbClr val="0070AD"/>
              </a:buClr>
              <a:buSzTx/>
              <a:buFont typeface="Wingdings" panose="05000000000000000000" pitchFamily="2" charset="2"/>
              <a:buChar char="§"/>
              <a:tabLst/>
              <a:defRPr/>
            </a:pPr>
            <a:r>
              <a:rPr kumimoji="0" lang="en-GB" sz="1400" b="0" i="0" u="none" strike="noStrike" kern="1200" cap="none" spc="0" normalizeH="0" baseline="0" noProof="0" dirty="0" err="1">
                <a:ln>
                  <a:noFill/>
                </a:ln>
                <a:solidFill>
                  <a:prstClr val="black"/>
                </a:solidFill>
                <a:effectLst/>
                <a:uLnTx/>
                <a:uFillTx/>
                <a:latin typeface="Ubuntu"/>
                <a:ea typeface="+mn-ea"/>
                <a:cs typeface="+mn-cs"/>
              </a:rPr>
              <a:t>Lenguaje</a:t>
            </a:r>
            <a:r>
              <a:rPr kumimoji="0" lang="en-GB" sz="1400" b="0" i="0" u="none" strike="noStrike" kern="1200" cap="none" spc="0" normalizeH="0" baseline="0" noProof="0" dirty="0">
                <a:ln>
                  <a:noFill/>
                </a:ln>
                <a:solidFill>
                  <a:prstClr val="black"/>
                </a:solidFill>
                <a:effectLst/>
                <a:uLnTx/>
                <a:uFillTx/>
                <a:latin typeface="Ubuntu"/>
                <a:ea typeface="+mn-ea"/>
                <a:cs typeface="+mn-cs"/>
              </a:rPr>
              <a:t> de </a:t>
            </a:r>
            <a:r>
              <a:rPr kumimoji="0" lang="en-GB" sz="1400" b="0" i="0" u="none" strike="noStrike" kern="1200" cap="none" spc="0" normalizeH="0" baseline="0" noProof="0" dirty="0" err="1">
                <a:ln>
                  <a:noFill/>
                </a:ln>
                <a:solidFill>
                  <a:prstClr val="black"/>
                </a:solidFill>
                <a:effectLst/>
                <a:uLnTx/>
                <a:uFillTx/>
                <a:latin typeface="Ubuntu"/>
                <a:ea typeface="+mn-ea"/>
                <a:cs typeface="+mn-cs"/>
              </a:rPr>
              <a:t>programación</a:t>
            </a:r>
            <a:r>
              <a:rPr kumimoji="0" lang="en-GB" sz="1400" b="0" i="0" u="none" strike="noStrike" kern="1200" cap="none" spc="0" normalizeH="0" baseline="0" noProof="0" dirty="0">
                <a:ln>
                  <a:noFill/>
                </a:ln>
                <a:solidFill>
                  <a:prstClr val="black"/>
                </a:solidFill>
                <a:effectLst/>
                <a:uLnTx/>
                <a:uFillTx/>
                <a:latin typeface="Ubuntu"/>
                <a:ea typeface="+mn-ea"/>
                <a:cs typeface="+mn-cs"/>
              </a:rPr>
              <a:t> </a:t>
            </a:r>
            <a:r>
              <a:rPr kumimoji="0" lang="en-GB" sz="1400" b="0" i="0" u="none" strike="noStrike" kern="1200" cap="none" spc="0" normalizeH="0" baseline="0" noProof="0" dirty="0" err="1">
                <a:ln>
                  <a:noFill/>
                </a:ln>
                <a:solidFill>
                  <a:prstClr val="black"/>
                </a:solidFill>
                <a:effectLst/>
                <a:uLnTx/>
                <a:uFillTx/>
                <a:latin typeface="Ubuntu"/>
                <a:ea typeface="+mn-ea"/>
                <a:cs typeface="+mn-cs"/>
              </a:rPr>
              <a:t>independiente</a:t>
            </a:r>
            <a:endParaRPr kumimoji="0" lang="en-GB" sz="1400" b="0" i="0" u="none" strike="noStrike" kern="1200" cap="none" spc="0" normalizeH="0" baseline="0" noProof="0" dirty="0">
              <a:ln>
                <a:noFill/>
              </a:ln>
              <a:solidFill>
                <a:prstClr val="black"/>
              </a:solidFill>
              <a:effectLst/>
              <a:uLnTx/>
              <a:uFillTx/>
              <a:latin typeface="Ubuntu"/>
              <a:ea typeface="+mn-ea"/>
              <a:cs typeface="+mn-cs"/>
            </a:endParaRPr>
          </a:p>
          <a:p>
            <a:pPr marL="177800" marR="0" lvl="1" indent="-177800" algn="l" defTabSz="914400" rtl="0" eaLnBrk="1" fontAlgn="auto" latinLnBrk="0" hangingPunct="1">
              <a:lnSpc>
                <a:spcPct val="100000"/>
              </a:lnSpc>
              <a:spcBef>
                <a:spcPts val="0"/>
              </a:spcBef>
              <a:spcAft>
                <a:spcPts val="600"/>
              </a:spcAft>
              <a:buClr>
                <a:srgbClr val="0070AD"/>
              </a:buClr>
              <a:buSzTx/>
              <a:buFont typeface="Wingdings" panose="05000000000000000000" pitchFamily="2" charset="2"/>
              <a:buChar char="§"/>
              <a:tabLst/>
              <a:defRPr/>
            </a:pPr>
            <a:r>
              <a:rPr lang="en-GB" sz="1400" dirty="0" err="1">
                <a:solidFill>
                  <a:prstClr val="black"/>
                </a:solidFill>
                <a:latin typeface="Ubuntu"/>
              </a:rPr>
              <a:t>En</a:t>
            </a:r>
            <a:r>
              <a:rPr lang="en-GB" sz="1400" dirty="0">
                <a:solidFill>
                  <a:prstClr val="black"/>
                </a:solidFill>
                <a:latin typeface="Ubuntu"/>
              </a:rPr>
              <a:t> un script, </a:t>
            </a:r>
            <a:r>
              <a:rPr lang="en-GB" sz="1400" dirty="0" err="1">
                <a:solidFill>
                  <a:prstClr val="black"/>
                </a:solidFill>
                <a:latin typeface="Ubuntu"/>
              </a:rPr>
              <a:t>todo</a:t>
            </a:r>
            <a:r>
              <a:rPr lang="en-GB" sz="1400" dirty="0">
                <a:solidFill>
                  <a:prstClr val="black"/>
                </a:solidFill>
                <a:latin typeface="Ubuntu"/>
              </a:rPr>
              <a:t> lo </a:t>
            </a:r>
            <a:r>
              <a:rPr lang="en-GB" sz="1400" dirty="0" err="1">
                <a:solidFill>
                  <a:prstClr val="black"/>
                </a:solidFill>
                <a:latin typeface="Ubuntu"/>
              </a:rPr>
              <a:t>relacionado</a:t>
            </a:r>
            <a:r>
              <a:rPr lang="en-GB" sz="1400" dirty="0">
                <a:solidFill>
                  <a:prstClr val="black"/>
                </a:solidFill>
                <a:latin typeface="Ubuntu"/>
              </a:rPr>
              <a:t> con la </a:t>
            </a:r>
            <a:r>
              <a:rPr lang="en-GB" sz="1400" dirty="0" err="1">
                <a:solidFill>
                  <a:prstClr val="black"/>
                </a:solidFill>
                <a:latin typeface="Ubuntu"/>
              </a:rPr>
              <a:t>lógica</a:t>
            </a:r>
            <a:r>
              <a:rPr lang="en-GB" sz="1400" dirty="0">
                <a:solidFill>
                  <a:prstClr val="black"/>
                </a:solidFill>
                <a:latin typeface="Ubuntu"/>
              </a:rPr>
              <a:t> y </a:t>
            </a:r>
            <a:r>
              <a:rPr lang="en-GB" sz="1400" dirty="0" err="1">
                <a:solidFill>
                  <a:prstClr val="black"/>
                </a:solidFill>
                <a:latin typeface="Ubuntu"/>
              </a:rPr>
              <a:t>ejecución</a:t>
            </a:r>
            <a:endParaRPr lang="en-GB" sz="1400" dirty="0">
              <a:solidFill>
                <a:prstClr val="black"/>
              </a:solidFill>
              <a:latin typeface="Ubuntu"/>
            </a:endParaRPr>
          </a:p>
          <a:p>
            <a:pPr marL="177800" marR="0" lvl="1" indent="-177800" algn="l" defTabSz="914400" rtl="0" eaLnBrk="1" fontAlgn="auto" latinLnBrk="0" hangingPunct="1">
              <a:lnSpc>
                <a:spcPct val="100000"/>
              </a:lnSpc>
              <a:spcBef>
                <a:spcPts val="0"/>
              </a:spcBef>
              <a:spcAft>
                <a:spcPts val="600"/>
              </a:spcAft>
              <a:buClr>
                <a:srgbClr val="0070AD"/>
              </a:buClr>
              <a:buSzTx/>
              <a:buFont typeface="Wingdings" panose="05000000000000000000" pitchFamily="2" charset="2"/>
              <a:buChar char="§"/>
              <a:tabLst/>
              <a:defRPr/>
            </a:pPr>
            <a:r>
              <a:rPr kumimoji="0" lang="en-GB" sz="1400" b="0" i="0" u="none" strike="noStrike" kern="1200" cap="none" spc="0" normalizeH="0" baseline="0" noProof="0" dirty="0" err="1">
                <a:ln>
                  <a:noFill/>
                </a:ln>
                <a:solidFill>
                  <a:prstClr val="black"/>
                </a:solidFill>
                <a:effectLst/>
                <a:uLnTx/>
                <a:uFillTx/>
                <a:latin typeface="Ubuntu"/>
                <a:ea typeface="+mn-ea"/>
                <a:cs typeface="+mn-cs"/>
              </a:rPr>
              <a:t>Funciones</a:t>
            </a:r>
            <a:r>
              <a:rPr kumimoji="0" lang="en-GB" sz="1400" b="0" i="0" u="none" strike="noStrike" kern="1200" cap="none" spc="0" normalizeH="0" baseline="0" noProof="0" dirty="0">
                <a:ln>
                  <a:noFill/>
                </a:ln>
                <a:solidFill>
                  <a:prstClr val="black"/>
                </a:solidFill>
                <a:effectLst/>
                <a:uLnTx/>
                <a:uFillTx/>
                <a:latin typeface="Ubuntu"/>
                <a:ea typeface="+mn-ea"/>
                <a:cs typeface="+mn-cs"/>
              </a:rPr>
              <a:t> </a:t>
            </a:r>
            <a:r>
              <a:rPr kumimoji="0" lang="en-GB" sz="1400" b="0" i="0" u="none" strike="noStrike" kern="1200" cap="none" spc="0" normalizeH="0" baseline="0" noProof="0" dirty="0" err="1">
                <a:ln>
                  <a:noFill/>
                </a:ln>
                <a:solidFill>
                  <a:prstClr val="black"/>
                </a:solidFill>
                <a:effectLst/>
                <a:uLnTx/>
                <a:uFillTx/>
                <a:latin typeface="Ubuntu"/>
                <a:ea typeface="+mn-ea"/>
                <a:cs typeface="+mn-cs"/>
              </a:rPr>
              <a:t>inte</a:t>
            </a:r>
            <a:r>
              <a:rPr lang="en-GB" sz="1400" dirty="0" err="1">
                <a:solidFill>
                  <a:prstClr val="black"/>
                </a:solidFill>
                <a:latin typeface="Ubuntu"/>
              </a:rPr>
              <a:t>gradas</a:t>
            </a:r>
            <a:r>
              <a:rPr lang="en-GB" sz="1400" dirty="0">
                <a:solidFill>
                  <a:prstClr val="black"/>
                </a:solidFill>
                <a:latin typeface="Ubuntu"/>
              </a:rPr>
              <a:t> de Hypermesh para </a:t>
            </a:r>
            <a:r>
              <a:rPr lang="en-GB" sz="1400" dirty="0" err="1">
                <a:solidFill>
                  <a:prstClr val="black"/>
                </a:solidFill>
                <a:latin typeface="Ubuntu"/>
              </a:rPr>
              <a:t>devolver</a:t>
            </a:r>
            <a:r>
              <a:rPr lang="en-GB" sz="1400" dirty="0">
                <a:solidFill>
                  <a:prstClr val="black"/>
                </a:solidFill>
                <a:latin typeface="Ubuntu"/>
              </a:rPr>
              <a:t> </a:t>
            </a:r>
            <a:r>
              <a:rPr lang="en-GB" sz="1400" dirty="0" err="1">
                <a:solidFill>
                  <a:prstClr val="black"/>
                </a:solidFill>
                <a:latin typeface="Ubuntu"/>
              </a:rPr>
              <a:t>información</a:t>
            </a:r>
            <a:r>
              <a:rPr lang="en-GB" sz="1400" dirty="0">
                <a:solidFill>
                  <a:prstClr val="black"/>
                </a:solidFill>
                <a:latin typeface="Ubuntu"/>
              </a:rPr>
              <a:t> o </a:t>
            </a:r>
            <a:r>
              <a:rPr lang="en-GB" sz="1400" dirty="0" err="1">
                <a:solidFill>
                  <a:prstClr val="black"/>
                </a:solidFill>
                <a:latin typeface="Ubuntu"/>
              </a:rPr>
              <a:t>modificarla</a:t>
            </a:r>
            <a:endParaRPr kumimoji="0" lang="en-GB" sz="1400" b="0" i="0" u="none" strike="noStrike" kern="1200" cap="none" spc="0" normalizeH="0" baseline="0" noProof="0" dirty="0">
              <a:ln>
                <a:noFill/>
              </a:ln>
              <a:solidFill>
                <a:prstClr val="black"/>
              </a:solidFill>
              <a:effectLst/>
              <a:uLnTx/>
              <a:uFillTx/>
              <a:latin typeface="Ubuntu"/>
              <a:ea typeface="+mn-ea"/>
              <a:cs typeface="+mn-cs"/>
            </a:endParaRPr>
          </a:p>
          <a:p>
            <a:endParaRPr lang="en-GB" dirty="0"/>
          </a:p>
        </p:txBody>
      </p:sp>
      <p:sp>
        <p:nvSpPr>
          <p:cNvPr id="21" name="TextBox 20">
            <a:extLst>
              <a:ext uri="{FF2B5EF4-FFF2-40B4-BE49-F238E27FC236}">
                <a16:creationId xmlns:a16="http://schemas.microsoft.com/office/drawing/2014/main" id="{B4D55731-7A07-4F51-B8AD-650A1B38E15E}"/>
              </a:ext>
            </a:extLst>
          </p:cNvPr>
          <p:cNvSpPr txBox="1"/>
          <p:nvPr/>
        </p:nvSpPr>
        <p:spPr>
          <a:xfrm>
            <a:off x="4359656" y="2632690"/>
            <a:ext cx="3457279" cy="1461939"/>
          </a:xfrm>
          <a:prstGeom prst="rect">
            <a:avLst/>
          </a:prstGeom>
          <a:noFill/>
        </p:spPr>
        <p:txBody>
          <a:bodyPr wrap="square" rtlCol="0">
            <a:spAutoFit/>
          </a:bodyPr>
          <a:lstStyle/>
          <a:p>
            <a:pPr marL="177800" marR="0" lvl="1" indent="-177800" algn="l" defTabSz="914400" rtl="0" eaLnBrk="1" fontAlgn="auto" latinLnBrk="0" hangingPunct="1">
              <a:lnSpc>
                <a:spcPct val="100000"/>
              </a:lnSpc>
              <a:spcBef>
                <a:spcPts val="0"/>
              </a:spcBef>
              <a:spcAft>
                <a:spcPts val="600"/>
              </a:spcAft>
              <a:buClr>
                <a:srgbClr val="0070AD"/>
              </a:buClr>
              <a:buSzTx/>
              <a:buFont typeface="Wingdings" panose="05000000000000000000" pitchFamily="2" charset="2"/>
              <a:buChar char="§"/>
              <a:tabLst/>
              <a:defRPr/>
            </a:pPr>
            <a:r>
              <a:rPr kumimoji="0" lang="en-GB" sz="1400" b="0" i="0" u="none" strike="noStrike" kern="1200" cap="none" spc="0" normalizeH="0" baseline="0" noProof="0" dirty="0" err="1">
                <a:ln>
                  <a:noFill/>
                </a:ln>
                <a:solidFill>
                  <a:prstClr val="black"/>
                </a:solidFill>
                <a:effectLst/>
                <a:uLnTx/>
                <a:uFillTx/>
                <a:latin typeface="Ubuntu"/>
                <a:ea typeface="+mn-ea"/>
                <a:cs typeface="+mn-cs"/>
              </a:rPr>
              <a:t>Interfaz</a:t>
            </a:r>
            <a:r>
              <a:rPr kumimoji="0" lang="en-GB" sz="1400" b="0" i="0" u="none" strike="noStrike" kern="1200" cap="none" spc="0" normalizeH="0" baseline="0" noProof="0" dirty="0">
                <a:ln>
                  <a:noFill/>
                </a:ln>
                <a:solidFill>
                  <a:prstClr val="black"/>
                </a:solidFill>
                <a:effectLst/>
                <a:uLnTx/>
                <a:uFillTx/>
                <a:latin typeface="Ubuntu"/>
                <a:ea typeface="+mn-ea"/>
                <a:cs typeface="+mn-cs"/>
              </a:rPr>
              <a:t> </a:t>
            </a:r>
            <a:r>
              <a:rPr kumimoji="0" lang="en-GB" sz="1400" b="0" i="0" u="none" strike="noStrike" kern="1200" cap="none" spc="0" normalizeH="0" baseline="0" noProof="0" dirty="0" err="1">
                <a:ln>
                  <a:noFill/>
                </a:ln>
                <a:solidFill>
                  <a:prstClr val="black"/>
                </a:solidFill>
                <a:effectLst/>
                <a:uLnTx/>
                <a:uFillTx/>
                <a:latin typeface="Ubuntu"/>
                <a:ea typeface="+mn-ea"/>
                <a:cs typeface="+mn-cs"/>
              </a:rPr>
              <a:t>gráfica</a:t>
            </a:r>
            <a:r>
              <a:rPr kumimoji="0" lang="en-GB" sz="1400" b="0" i="0" u="none" strike="noStrike" kern="1200" cap="none" spc="0" normalizeH="0" baseline="0" noProof="0" dirty="0">
                <a:ln>
                  <a:noFill/>
                </a:ln>
                <a:solidFill>
                  <a:prstClr val="black"/>
                </a:solidFill>
                <a:effectLst/>
                <a:uLnTx/>
                <a:uFillTx/>
                <a:latin typeface="Ubuntu"/>
                <a:ea typeface="+mn-ea"/>
                <a:cs typeface="+mn-cs"/>
              </a:rPr>
              <a:t> </a:t>
            </a:r>
          </a:p>
          <a:p>
            <a:pPr marL="177800" marR="0" lvl="1" indent="-177800" algn="l" defTabSz="914400" rtl="0" eaLnBrk="1" fontAlgn="auto" latinLnBrk="0" hangingPunct="1">
              <a:lnSpc>
                <a:spcPct val="100000"/>
              </a:lnSpc>
              <a:spcBef>
                <a:spcPts val="0"/>
              </a:spcBef>
              <a:spcAft>
                <a:spcPts val="600"/>
              </a:spcAft>
              <a:buClr>
                <a:srgbClr val="0070AD"/>
              </a:buClr>
              <a:buSzTx/>
              <a:buFont typeface="Wingdings" panose="05000000000000000000" pitchFamily="2" charset="2"/>
              <a:buChar char="§"/>
              <a:tabLst/>
              <a:defRPr/>
            </a:pPr>
            <a:r>
              <a:rPr lang="en-GB" sz="1400" dirty="0">
                <a:solidFill>
                  <a:prstClr val="black"/>
                </a:solidFill>
                <a:latin typeface="Ubuntu"/>
              </a:rPr>
              <a:t>Se </a:t>
            </a:r>
            <a:r>
              <a:rPr lang="en-GB" sz="1400" dirty="0" err="1">
                <a:solidFill>
                  <a:prstClr val="black"/>
                </a:solidFill>
                <a:latin typeface="Ubuntu"/>
              </a:rPr>
              <a:t>usa</a:t>
            </a:r>
            <a:r>
              <a:rPr lang="en-GB" sz="1400" dirty="0">
                <a:solidFill>
                  <a:prstClr val="black"/>
                </a:solidFill>
                <a:latin typeface="Ubuntu"/>
              </a:rPr>
              <a:t> para </a:t>
            </a:r>
            <a:r>
              <a:rPr lang="en-GB" sz="1400" dirty="0" err="1">
                <a:solidFill>
                  <a:prstClr val="black"/>
                </a:solidFill>
                <a:latin typeface="Ubuntu"/>
              </a:rPr>
              <a:t>generar</a:t>
            </a:r>
            <a:r>
              <a:rPr lang="en-GB" sz="1400" dirty="0">
                <a:solidFill>
                  <a:prstClr val="black"/>
                </a:solidFill>
                <a:latin typeface="Ubuntu"/>
              </a:rPr>
              <a:t> </a:t>
            </a:r>
            <a:r>
              <a:rPr lang="en-GB" sz="1400" dirty="0" err="1">
                <a:solidFill>
                  <a:prstClr val="black"/>
                </a:solidFill>
                <a:latin typeface="Ubuntu"/>
              </a:rPr>
              <a:t>botones</a:t>
            </a:r>
            <a:r>
              <a:rPr lang="en-GB" sz="1400" dirty="0">
                <a:solidFill>
                  <a:prstClr val="black"/>
                </a:solidFill>
                <a:latin typeface="Ubuntu"/>
              </a:rPr>
              <a:t>, </a:t>
            </a:r>
            <a:r>
              <a:rPr lang="en-GB" sz="1400" dirty="0" err="1">
                <a:solidFill>
                  <a:prstClr val="black"/>
                </a:solidFill>
                <a:latin typeface="Ubuntu"/>
              </a:rPr>
              <a:t>ventanas</a:t>
            </a:r>
            <a:r>
              <a:rPr lang="en-GB" sz="1400" dirty="0">
                <a:solidFill>
                  <a:prstClr val="black"/>
                </a:solidFill>
                <a:latin typeface="Ubuntu"/>
              </a:rPr>
              <a:t>…</a:t>
            </a:r>
          </a:p>
          <a:p>
            <a:pPr marL="177800" marR="0" lvl="1" indent="-177800" algn="l" defTabSz="914400" rtl="0" eaLnBrk="1" fontAlgn="auto" latinLnBrk="0" hangingPunct="1">
              <a:lnSpc>
                <a:spcPct val="100000"/>
              </a:lnSpc>
              <a:spcBef>
                <a:spcPts val="0"/>
              </a:spcBef>
              <a:spcAft>
                <a:spcPts val="600"/>
              </a:spcAft>
              <a:buClr>
                <a:srgbClr val="0070AD"/>
              </a:buClr>
              <a:buSzTx/>
              <a:buFont typeface="Wingdings" panose="05000000000000000000" pitchFamily="2" charset="2"/>
              <a:buChar char="§"/>
              <a:tabLst/>
              <a:defRPr/>
            </a:pPr>
            <a:r>
              <a:rPr lang="en-GB" sz="1400" dirty="0">
                <a:solidFill>
                  <a:prstClr val="black"/>
                </a:solidFill>
                <a:latin typeface="Ubuntu"/>
              </a:rPr>
              <a:t>Se </a:t>
            </a:r>
            <a:r>
              <a:rPr lang="en-GB" sz="1400" dirty="0" err="1">
                <a:solidFill>
                  <a:prstClr val="black"/>
                </a:solidFill>
                <a:latin typeface="Ubuntu"/>
              </a:rPr>
              <a:t>diferencia</a:t>
            </a:r>
            <a:r>
              <a:rPr lang="en-GB" sz="1400" dirty="0">
                <a:solidFill>
                  <a:prstClr val="black"/>
                </a:solidFill>
                <a:latin typeface="Ubuntu"/>
              </a:rPr>
              <a:t> con un .</a:t>
            </a:r>
            <a:endParaRPr kumimoji="0" lang="en-GB" sz="1400" b="0" i="0" u="none" strike="noStrike" kern="1200" cap="none" spc="0" normalizeH="0" baseline="0" noProof="0" dirty="0">
              <a:ln>
                <a:noFill/>
              </a:ln>
              <a:solidFill>
                <a:prstClr val="black"/>
              </a:solidFill>
              <a:effectLst/>
              <a:uLnTx/>
              <a:uFillTx/>
              <a:latin typeface="Ubuntu"/>
              <a:ea typeface="+mn-ea"/>
              <a:cs typeface="+mn-cs"/>
            </a:endParaRPr>
          </a:p>
          <a:p>
            <a:endParaRPr lang="en-GB" dirty="0"/>
          </a:p>
        </p:txBody>
      </p:sp>
      <p:sp>
        <p:nvSpPr>
          <p:cNvPr id="22" name="TextBox 21">
            <a:extLst>
              <a:ext uri="{FF2B5EF4-FFF2-40B4-BE49-F238E27FC236}">
                <a16:creationId xmlns:a16="http://schemas.microsoft.com/office/drawing/2014/main" id="{20056913-7F44-4767-9863-0AEAFE2DC828}"/>
              </a:ext>
            </a:extLst>
          </p:cNvPr>
          <p:cNvSpPr txBox="1"/>
          <p:nvPr/>
        </p:nvSpPr>
        <p:spPr>
          <a:xfrm>
            <a:off x="8330755" y="2636912"/>
            <a:ext cx="3457279" cy="1677382"/>
          </a:xfrm>
          <a:prstGeom prst="rect">
            <a:avLst/>
          </a:prstGeom>
          <a:noFill/>
        </p:spPr>
        <p:txBody>
          <a:bodyPr wrap="square" rtlCol="0">
            <a:spAutoFit/>
          </a:bodyPr>
          <a:lstStyle/>
          <a:p>
            <a:pPr marL="177800" marR="0" lvl="1" indent="-177800" algn="l" defTabSz="914400" rtl="0" eaLnBrk="1" fontAlgn="auto" latinLnBrk="0" hangingPunct="1">
              <a:lnSpc>
                <a:spcPct val="100000"/>
              </a:lnSpc>
              <a:spcBef>
                <a:spcPts val="0"/>
              </a:spcBef>
              <a:spcAft>
                <a:spcPts val="600"/>
              </a:spcAft>
              <a:buClr>
                <a:srgbClr val="0070AD"/>
              </a:buClr>
              <a:buSzTx/>
              <a:buFont typeface="Wingdings" panose="05000000000000000000" pitchFamily="2" charset="2"/>
              <a:buChar char="§"/>
              <a:tabLst/>
              <a:defRPr/>
            </a:pPr>
            <a:r>
              <a:rPr kumimoji="0" lang="en-GB" sz="1400" b="0" i="0" u="none" strike="noStrike" kern="1200" cap="none" spc="0" normalizeH="0" baseline="0" noProof="0" dirty="0">
                <a:ln>
                  <a:noFill/>
                </a:ln>
                <a:solidFill>
                  <a:prstClr val="black"/>
                </a:solidFill>
                <a:effectLst/>
                <a:uLnTx/>
                <a:uFillTx/>
                <a:latin typeface="Ubuntu"/>
                <a:ea typeface="+mn-ea"/>
                <a:cs typeface="+mn-cs"/>
              </a:rPr>
              <a:t>No son </a:t>
            </a:r>
            <a:r>
              <a:rPr kumimoji="0" lang="en-GB" sz="1400" b="0" i="0" u="none" strike="noStrike" kern="1200" cap="none" spc="0" normalizeH="0" baseline="0" noProof="0" dirty="0" err="1">
                <a:ln>
                  <a:noFill/>
                </a:ln>
                <a:solidFill>
                  <a:prstClr val="black"/>
                </a:solidFill>
                <a:effectLst/>
                <a:uLnTx/>
                <a:uFillTx/>
                <a:latin typeface="Ubuntu"/>
                <a:ea typeface="+mn-ea"/>
                <a:cs typeface="+mn-cs"/>
              </a:rPr>
              <a:t>parte</a:t>
            </a:r>
            <a:r>
              <a:rPr kumimoji="0" lang="en-GB" sz="1400" b="0" i="0" u="none" strike="noStrike" kern="1200" cap="none" spc="0" normalizeH="0" baseline="0" noProof="0" dirty="0">
                <a:ln>
                  <a:noFill/>
                </a:ln>
                <a:solidFill>
                  <a:prstClr val="black"/>
                </a:solidFill>
                <a:effectLst/>
                <a:uLnTx/>
                <a:uFillTx/>
                <a:latin typeface="Ubuntu"/>
                <a:ea typeface="+mn-ea"/>
                <a:cs typeface="+mn-cs"/>
              </a:rPr>
              <a:t> de </a:t>
            </a:r>
            <a:r>
              <a:rPr kumimoji="0" lang="en-GB" sz="1400" b="0" i="0" u="none" strike="noStrike" kern="1200" cap="none" spc="0" normalizeH="0" baseline="0" noProof="0" dirty="0" err="1">
                <a:ln>
                  <a:noFill/>
                </a:ln>
                <a:solidFill>
                  <a:prstClr val="black"/>
                </a:solidFill>
                <a:effectLst/>
                <a:uLnTx/>
                <a:uFillTx/>
                <a:latin typeface="Ubuntu"/>
                <a:ea typeface="+mn-ea"/>
                <a:cs typeface="+mn-cs"/>
              </a:rPr>
              <a:t>Tcl</a:t>
            </a:r>
            <a:endParaRPr kumimoji="0" lang="en-GB" sz="1400" b="0" i="0" u="none" strike="noStrike" kern="1200" cap="none" spc="0" normalizeH="0" baseline="0" noProof="0" dirty="0">
              <a:ln>
                <a:noFill/>
              </a:ln>
              <a:solidFill>
                <a:prstClr val="black"/>
              </a:solidFill>
              <a:effectLst/>
              <a:uLnTx/>
              <a:uFillTx/>
              <a:latin typeface="Ubuntu"/>
              <a:ea typeface="+mn-ea"/>
              <a:cs typeface="+mn-cs"/>
            </a:endParaRPr>
          </a:p>
          <a:p>
            <a:pPr marL="177800" marR="0" lvl="1" indent="-177800" algn="l" defTabSz="914400" rtl="0" eaLnBrk="1" fontAlgn="auto" latinLnBrk="0" hangingPunct="1">
              <a:lnSpc>
                <a:spcPct val="100000"/>
              </a:lnSpc>
              <a:spcBef>
                <a:spcPts val="0"/>
              </a:spcBef>
              <a:spcAft>
                <a:spcPts val="600"/>
              </a:spcAft>
              <a:buClr>
                <a:srgbClr val="0070AD"/>
              </a:buClr>
              <a:buSzTx/>
              <a:buFont typeface="Wingdings" panose="05000000000000000000" pitchFamily="2" charset="2"/>
              <a:buChar char="§"/>
              <a:tabLst/>
              <a:defRPr/>
            </a:pPr>
            <a:r>
              <a:rPr lang="en-GB" sz="1400" dirty="0">
                <a:solidFill>
                  <a:prstClr val="black"/>
                </a:solidFill>
                <a:latin typeface="Ubuntu"/>
              </a:rPr>
              <a:t>Se </a:t>
            </a:r>
            <a:r>
              <a:rPr lang="en-GB" sz="1400" dirty="0" err="1">
                <a:solidFill>
                  <a:prstClr val="black"/>
                </a:solidFill>
                <a:latin typeface="Ubuntu"/>
              </a:rPr>
              <a:t>usa</a:t>
            </a:r>
            <a:r>
              <a:rPr lang="en-GB" sz="1400" dirty="0">
                <a:solidFill>
                  <a:prstClr val="black"/>
                </a:solidFill>
                <a:latin typeface="Ubuntu"/>
              </a:rPr>
              <a:t> para </a:t>
            </a:r>
            <a:r>
              <a:rPr lang="en-GB" sz="1400" dirty="0" err="1">
                <a:solidFill>
                  <a:prstClr val="black"/>
                </a:solidFill>
                <a:latin typeface="Ubuntu"/>
              </a:rPr>
              <a:t>crear</a:t>
            </a:r>
            <a:r>
              <a:rPr lang="en-GB" sz="1400" dirty="0">
                <a:solidFill>
                  <a:prstClr val="black"/>
                </a:solidFill>
                <a:latin typeface="Ubuntu"/>
              </a:rPr>
              <a:t>, </a:t>
            </a:r>
            <a:r>
              <a:rPr lang="en-GB" sz="1400" dirty="0" err="1">
                <a:solidFill>
                  <a:prstClr val="black"/>
                </a:solidFill>
                <a:latin typeface="Ubuntu"/>
              </a:rPr>
              <a:t>modificar</a:t>
            </a:r>
            <a:r>
              <a:rPr lang="en-GB" sz="1400" dirty="0">
                <a:solidFill>
                  <a:prstClr val="black"/>
                </a:solidFill>
                <a:latin typeface="Ubuntu"/>
              </a:rPr>
              <a:t> o </a:t>
            </a:r>
            <a:r>
              <a:rPr lang="en-GB" sz="1400" dirty="0" err="1">
                <a:solidFill>
                  <a:prstClr val="black"/>
                </a:solidFill>
                <a:latin typeface="Ubuntu"/>
              </a:rPr>
              <a:t>interactuar</a:t>
            </a:r>
            <a:r>
              <a:rPr lang="en-GB" sz="1400" dirty="0">
                <a:solidFill>
                  <a:prstClr val="black"/>
                </a:solidFill>
                <a:latin typeface="Ubuntu"/>
              </a:rPr>
              <a:t> con la </a:t>
            </a:r>
            <a:r>
              <a:rPr lang="en-GB" sz="1400" dirty="0" err="1">
                <a:solidFill>
                  <a:prstClr val="black"/>
                </a:solidFill>
                <a:latin typeface="Ubuntu"/>
              </a:rPr>
              <a:t>interfaz</a:t>
            </a:r>
            <a:r>
              <a:rPr lang="en-GB" sz="1400" dirty="0">
                <a:solidFill>
                  <a:prstClr val="black"/>
                </a:solidFill>
                <a:latin typeface="Ubuntu"/>
              </a:rPr>
              <a:t> </a:t>
            </a:r>
            <a:r>
              <a:rPr lang="en-GB" sz="1400" dirty="0" err="1">
                <a:solidFill>
                  <a:prstClr val="black"/>
                </a:solidFill>
                <a:latin typeface="Ubuntu"/>
              </a:rPr>
              <a:t>gráfica</a:t>
            </a:r>
            <a:r>
              <a:rPr lang="en-GB" sz="1400" dirty="0">
                <a:solidFill>
                  <a:prstClr val="black"/>
                </a:solidFill>
                <a:latin typeface="Ubuntu"/>
              </a:rPr>
              <a:t> de Hypermesh</a:t>
            </a:r>
          </a:p>
          <a:p>
            <a:pPr marL="177800" marR="0" lvl="1" indent="-177800" algn="l" defTabSz="914400" rtl="0" eaLnBrk="1" fontAlgn="auto" latinLnBrk="0" hangingPunct="1">
              <a:lnSpc>
                <a:spcPct val="100000"/>
              </a:lnSpc>
              <a:spcBef>
                <a:spcPts val="0"/>
              </a:spcBef>
              <a:spcAft>
                <a:spcPts val="600"/>
              </a:spcAft>
              <a:buClr>
                <a:srgbClr val="0070AD"/>
              </a:buClr>
              <a:buSzTx/>
              <a:buFont typeface="Wingdings" panose="05000000000000000000" pitchFamily="2" charset="2"/>
              <a:buChar char="§"/>
              <a:tabLst/>
              <a:defRPr/>
            </a:pPr>
            <a:r>
              <a:rPr lang="en-GB" sz="1400" dirty="0">
                <a:solidFill>
                  <a:prstClr val="black"/>
                </a:solidFill>
                <a:latin typeface="Ubuntu"/>
              </a:rPr>
              <a:t>Se </a:t>
            </a:r>
            <a:r>
              <a:rPr lang="en-GB" sz="1400" dirty="0" err="1">
                <a:solidFill>
                  <a:prstClr val="black"/>
                </a:solidFill>
                <a:latin typeface="Ubuntu"/>
              </a:rPr>
              <a:t>diferencia</a:t>
            </a:r>
            <a:r>
              <a:rPr lang="en-GB" sz="1400" dirty="0">
                <a:solidFill>
                  <a:prstClr val="black"/>
                </a:solidFill>
                <a:latin typeface="Ubuntu"/>
              </a:rPr>
              <a:t> con un *</a:t>
            </a:r>
            <a:endParaRPr kumimoji="0" lang="en-GB" sz="1400" b="0" i="0" u="none" strike="noStrike" kern="1200" cap="none" spc="0" normalizeH="0" baseline="0" noProof="0" dirty="0">
              <a:ln>
                <a:noFill/>
              </a:ln>
              <a:solidFill>
                <a:prstClr val="black"/>
              </a:solidFill>
              <a:effectLst/>
              <a:uLnTx/>
              <a:uFillTx/>
              <a:latin typeface="Ubuntu"/>
              <a:ea typeface="+mn-ea"/>
              <a:cs typeface="+mn-cs"/>
            </a:endParaRPr>
          </a:p>
          <a:p>
            <a:endParaRPr lang="en-GB" dirty="0"/>
          </a:p>
        </p:txBody>
      </p:sp>
      <p:pic>
        <p:nvPicPr>
          <p:cNvPr id="4" name="Picture 3">
            <a:extLst>
              <a:ext uri="{FF2B5EF4-FFF2-40B4-BE49-F238E27FC236}">
                <a16:creationId xmlns:a16="http://schemas.microsoft.com/office/drawing/2014/main" id="{CC0E6E3A-95A2-4574-8D9B-DFFE05A4E3C7}"/>
              </a:ext>
            </a:extLst>
          </p:cNvPr>
          <p:cNvPicPr>
            <a:picLocks noChangeAspect="1"/>
          </p:cNvPicPr>
          <p:nvPr/>
        </p:nvPicPr>
        <p:blipFill>
          <a:blip r:embed="rId3"/>
          <a:stretch>
            <a:fillRect/>
          </a:stretch>
        </p:blipFill>
        <p:spPr>
          <a:xfrm>
            <a:off x="4371047" y="5162018"/>
            <a:ext cx="3467584" cy="257211"/>
          </a:xfrm>
          <a:prstGeom prst="rect">
            <a:avLst/>
          </a:prstGeom>
        </p:spPr>
      </p:pic>
      <p:pic>
        <p:nvPicPr>
          <p:cNvPr id="7" name="Picture 6">
            <a:extLst>
              <a:ext uri="{FF2B5EF4-FFF2-40B4-BE49-F238E27FC236}">
                <a16:creationId xmlns:a16="http://schemas.microsoft.com/office/drawing/2014/main" id="{0EF740CE-009D-4679-991A-48067A090BF7}"/>
              </a:ext>
            </a:extLst>
          </p:cNvPr>
          <p:cNvPicPr>
            <a:picLocks noChangeAspect="1"/>
          </p:cNvPicPr>
          <p:nvPr/>
        </p:nvPicPr>
        <p:blipFill>
          <a:blip r:embed="rId4"/>
          <a:stretch>
            <a:fillRect/>
          </a:stretch>
        </p:blipFill>
        <p:spPr>
          <a:xfrm>
            <a:off x="8568100" y="5166780"/>
            <a:ext cx="2981741" cy="247685"/>
          </a:xfrm>
          <a:prstGeom prst="rect">
            <a:avLst/>
          </a:prstGeom>
        </p:spPr>
      </p:pic>
      <p:grpSp>
        <p:nvGrpSpPr>
          <p:cNvPr id="24" name="Group 23">
            <a:extLst>
              <a:ext uri="{FF2B5EF4-FFF2-40B4-BE49-F238E27FC236}">
                <a16:creationId xmlns:a16="http://schemas.microsoft.com/office/drawing/2014/main" id="{357B4280-BAE2-49BC-8334-22BEAC638586}"/>
              </a:ext>
            </a:extLst>
          </p:cNvPr>
          <p:cNvGrpSpPr/>
          <p:nvPr/>
        </p:nvGrpSpPr>
        <p:grpSpPr>
          <a:xfrm>
            <a:off x="426408" y="5083425"/>
            <a:ext cx="3419952" cy="662079"/>
            <a:chOff x="417359" y="4885754"/>
            <a:chExt cx="3419952" cy="662079"/>
          </a:xfrm>
        </p:grpSpPr>
        <p:pic>
          <p:nvPicPr>
            <p:cNvPr id="11" name="Picture 10">
              <a:extLst>
                <a:ext uri="{FF2B5EF4-FFF2-40B4-BE49-F238E27FC236}">
                  <a16:creationId xmlns:a16="http://schemas.microsoft.com/office/drawing/2014/main" id="{5897E04A-AB30-419C-8D35-C48CA380D523}"/>
                </a:ext>
              </a:extLst>
            </p:cNvPr>
            <p:cNvPicPr>
              <a:picLocks noChangeAspect="1"/>
            </p:cNvPicPr>
            <p:nvPr/>
          </p:nvPicPr>
          <p:blipFill>
            <a:blip r:embed="rId5"/>
            <a:stretch>
              <a:fillRect/>
            </a:stretch>
          </p:blipFill>
          <p:spPr>
            <a:xfrm>
              <a:off x="1065087" y="4885754"/>
              <a:ext cx="1933845" cy="276264"/>
            </a:xfrm>
            <a:prstGeom prst="rect">
              <a:avLst/>
            </a:prstGeom>
          </p:spPr>
        </p:pic>
        <p:pic>
          <p:nvPicPr>
            <p:cNvPr id="23" name="Picture 22">
              <a:extLst>
                <a:ext uri="{FF2B5EF4-FFF2-40B4-BE49-F238E27FC236}">
                  <a16:creationId xmlns:a16="http://schemas.microsoft.com/office/drawing/2014/main" id="{2A68BA34-5C13-4F51-95A3-0EBC9119F4E4}"/>
                </a:ext>
              </a:extLst>
            </p:cNvPr>
            <p:cNvPicPr>
              <a:picLocks noChangeAspect="1"/>
            </p:cNvPicPr>
            <p:nvPr/>
          </p:nvPicPr>
          <p:blipFill>
            <a:blip r:embed="rId6"/>
            <a:stretch>
              <a:fillRect/>
            </a:stretch>
          </p:blipFill>
          <p:spPr>
            <a:xfrm>
              <a:off x="417359" y="5281096"/>
              <a:ext cx="3419952" cy="266737"/>
            </a:xfrm>
            <a:prstGeom prst="rect">
              <a:avLst/>
            </a:prstGeom>
          </p:spPr>
        </p:pic>
      </p:grpSp>
    </p:spTree>
    <p:extLst>
      <p:ext uri="{BB962C8B-B14F-4D97-AF65-F5344CB8AC3E}">
        <p14:creationId xmlns:p14="http://schemas.microsoft.com/office/powerpoint/2010/main" val="1545444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err="1"/>
              <a:t>Introducci</a:t>
            </a:r>
            <a:r>
              <a:rPr lang="en-GB" b="1" dirty="0" err="1"/>
              <a:t>ó</a:t>
            </a:r>
            <a:r>
              <a:rPr lang="en-GB" dirty="0" err="1"/>
              <a:t>n</a:t>
            </a:r>
            <a:r>
              <a:rPr lang="en-GB" dirty="0"/>
              <a:t> a </a:t>
            </a:r>
            <a:r>
              <a:rPr lang="en-GB" dirty="0" err="1"/>
              <a:t>tcl</a:t>
            </a:r>
            <a:endParaRPr lang="en-GB" dirty="0"/>
          </a:p>
        </p:txBody>
      </p:sp>
      <p:sp>
        <p:nvSpPr>
          <p:cNvPr id="6" name="Text Placeholder 5"/>
          <p:cNvSpPr>
            <a:spLocks noGrp="1"/>
          </p:cNvSpPr>
          <p:nvPr>
            <p:ph type="body" sz="quarter" idx="11"/>
          </p:nvPr>
        </p:nvSpPr>
        <p:spPr/>
        <p:txBody>
          <a:bodyPr/>
          <a:lstStyle/>
          <a:p>
            <a:r>
              <a:rPr lang="en-GB" dirty="0" err="1"/>
              <a:t>Comandos</a:t>
            </a:r>
            <a:r>
              <a:rPr lang="en-GB" dirty="0"/>
              <a:t> </a:t>
            </a:r>
            <a:r>
              <a:rPr lang="en-GB" dirty="0" err="1"/>
              <a:t>Básicos</a:t>
            </a:r>
            <a:endParaRPr lang="en-GB" dirty="0"/>
          </a:p>
        </p:txBody>
      </p:sp>
      <p:sp>
        <p:nvSpPr>
          <p:cNvPr id="5" name="Text Placeholder 4"/>
          <p:cNvSpPr>
            <a:spLocks noGrp="1"/>
          </p:cNvSpPr>
          <p:nvPr>
            <p:ph type="body" sz="quarter" idx="10"/>
          </p:nvPr>
        </p:nvSpPr>
        <p:spPr>
          <a:xfrm>
            <a:off x="404813" y="1857177"/>
            <a:ext cx="4323036" cy="4612635"/>
          </a:xfrm>
        </p:spPr>
        <p:txBody>
          <a:bodyPr/>
          <a:lstStyle/>
          <a:p>
            <a:pPr marL="0" lvl="1" indent="0">
              <a:buNone/>
            </a:pPr>
            <a:endParaRPr lang="en-GB" dirty="0"/>
          </a:p>
          <a:p>
            <a:pPr marL="0" lvl="1" indent="0">
              <a:buNone/>
            </a:pPr>
            <a:endParaRPr lang="en-GB" dirty="0"/>
          </a:p>
          <a:p>
            <a:pPr marL="0" lvl="1" indent="0">
              <a:buNone/>
            </a:pPr>
            <a:endParaRPr lang="en-GB" dirty="0"/>
          </a:p>
          <a:p>
            <a:pPr marL="0" lvl="1" indent="0">
              <a:buNone/>
            </a:pPr>
            <a:endParaRPr lang="en-GB" dirty="0"/>
          </a:p>
          <a:p>
            <a:pPr marL="0" lvl="1" indent="0">
              <a:buNone/>
            </a:pPr>
            <a:endParaRPr lang="en-GB" dirty="0"/>
          </a:p>
          <a:p>
            <a:pPr marL="0" lvl="1" indent="0">
              <a:buNone/>
            </a:pPr>
            <a:endParaRPr lang="en-GB" dirty="0"/>
          </a:p>
          <a:p>
            <a:pPr marL="0" lvl="1" indent="0">
              <a:buNone/>
            </a:pPr>
            <a:endParaRPr lang="en-GB" dirty="0"/>
          </a:p>
          <a:p>
            <a:pPr marL="0" lvl="1" indent="0">
              <a:buNone/>
            </a:pPr>
            <a:endParaRPr lang="en-GB" dirty="0"/>
          </a:p>
          <a:p>
            <a:pPr marL="0" lvl="1" indent="0">
              <a:buNone/>
            </a:pPr>
            <a:endParaRPr lang="en-GB" dirty="0"/>
          </a:p>
          <a:p>
            <a:pPr marL="0" lvl="1" indent="0">
              <a:buNone/>
            </a:pPr>
            <a:endParaRPr lang="en-GB" dirty="0"/>
          </a:p>
          <a:p>
            <a:pPr marL="0" lvl="1" indent="0">
              <a:buNone/>
            </a:pPr>
            <a:endParaRPr lang="en-GB" dirty="0"/>
          </a:p>
          <a:p>
            <a:pPr marL="0" lvl="1" indent="0">
              <a:buNone/>
            </a:pPr>
            <a:endParaRPr lang="en-GB" dirty="0"/>
          </a:p>
          <a:p>
            <a:pPr marL="0" lvl="1" indent="0">
              <a:buNone/>
            </a:pPr>
            <a:endParaRPr lang="en-GB" dirty="0"/>
          </a:p>
          <a:p>
            <a:pPr marL="0" lvl="1" indent="0">
              <a:buNone/>
            </a:pPr>
            <a:endParaRPr lang="en-GB" dirty="0"/>
          </a:p>
          <a:p>
            <a:pPr marL="0" lvl="1" indent="0">
              <a:buNone/>
            </a:pPr>
            <a:endParaRPr lang="en-GB" dirty="0"/>
          </a:p>
          <a:p>
            <a:pPr marL="0" lvl="1" indent="0">
              <a:buNone/>
            </a:pPr>
            <a:endParaRPr lang="en-GB" dirty="0"/>
          </a:p>
          <a:p>
            <a:endParaRPr lang="en-GB" dirty="0"/>
          </a:p>
        </p:txBody>
      </p:sp>
      <p:sp>
        <p:nvSpPr>
          <p:cNvPr id="7" name="Text Placeholder 1">
            <a:extLst>
              <a:ext uri="{FF2B5EF4-FFF2-40B4-BE49-F238E27FC236}">
                <a16:creationId xmlns:a16="http://schemas.microsoft.com/office/drawing/2014/main" id="{7E92BC90-17E2-43B2-B294-7F3343199632}"/>
              </a:ext>
            </a:extLst>
          </p:cNvPr>
          <p:cNvSpPr txBox="1">
            <a:spLocks/>
          </p:cNvSpPr>
          <p:nvPr/>
        </p:nvSpPr>
        <p:spPr>
          <a:xfrm>
            <a:off x="404813" y="1857177"/>
            <a:ext cx="4107012" cy="4612635"/>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50000"/>
              </a:lnSpc>
            </a:pPr>
            <a:r>
              <a:rPr lang="en-GB" dirty="0" err="1"/>
              <a:t>Insertar</a:t>
            </a:r>
            <a:r>
              <a:rPr lang="en-GB" dirty="0"/>
              <a:t> </a:t>
            </a:r>
            <a:r>
              <a:rPr lang="en-GB" dirty="0" err="1"/>
              <a:t>comentarios</a:t>
            </a:r>
            <a:r>
              <a:rPr lang="en-GB" dirty="0"/>
              <a:t>: </a:t>
            </a:r>
          </a:p>
          <a:p>
            <a:pPr lvl="1">
              <a:lnSpc>
                <a:spcPct val="150000"/>
              </a:lnSpc>
            </a:pPr>
            <a:r>
              <a:rPr lang="en-GB" dirty="0" err="1"/>
              <a:t>Declarar</a:t>
            </a:r>
            <a:r>
              <a:rPr lang="en-GB" dirty="0"/>
              <a:t> variables:</a:t>
            </a:r>
          </a:p>
          <a:p>
            <a:pPr lvl="1">
              <a:lnSpc>
                <a:spcPct val="150000"/>
              </a:lnSpc>
            </a:pPr>
            <a:r>
              <a:rPr lang="en-GB" dirty="0" err="1"/>
              <a:t>Llamar</a:t>
            </a:r>
            <a:r>
              <a:rPr lang="en-GB" dirty="0"/>
              <a:t> a variables: </a:t>
            </a:r>
          </a:p>
          <a:p>
            <a:pPr lvl="1">
              <a:lnSpc>
                <a:spcPct val="150000"/>
              </a:lnSpc>
            </a:pPr>
            <a:r>
              <a:rPr lang="en-GB" dirty="0" err="1"/>
              <a:t>Imprimir</a:t>
            </a:r>
            <a:r>
              <a:rPr lang="en-GB" dirty="0"/>
              <a:t> </a:t>
            </a:r>
            <a:r>
              <a:rPr lang="en-GB" dirty="0" err="1"/>
              <a:t>en</a:t>
            </a:r>
            <a:r>
              <a:rPr lang="en-GB" dirty="0"/>
              <a:t> </a:t>
            </a:r>
            <a:r>
              <a:rPr lang="en-GB" dirty="0" err="1"/>
              <a:t>pantalla</a:t>
            </a:r>
            <a:r>
              <a:rPr lang="en-GB" dirty="0"/>
              <a:t>:</a:t>
            </a:r>
          </a:p>
          <a:p>
            <a:pPr lvl="1">
              <a:lnSpc>
                <a:spcPct val="150000"/>
              </a:lnSpc>
            </a:pPr>
            <a:r>
              <a:rPr lang="en-GB" dirty="0" err="1"/>
              <a:t>Abrir</a:t>
            </a:r>
            <a:r>
              <a:rPr lang="en-GB" dirty="0"/>
              <a:t> </a:t>
            </a:r>
            <a:r>
              <a:rPr lang="en-GB" dirty="0" err="1"/>
              <a:t>documento</a:t>
            </a:r>
            <a:r>
              <a:rPr lang="en-GB" dirty="0"/>
              <a:t>:</a:t>
            </a:r>
          </a:p>
          <a:p>
            <a:pPr lvl="1">
              <a:lnSpc>
                <a:spcPct val="150000"/>
              </a:lnSpc>
            </a:pPr>
            <a:r>
              <a:rPr lang="en-GB" dirty="0"/>
              <a:t>Leer </a:t>
            </a:r>
            <a:r>
              <a:rPr lang="en-GB" dirty="0" err="1"/>
              <a:t>documento</a:t>
            </a:r>
            <a:endParaRPr lang="en-GB" dirty="0"/>
          </a:p>
          <a:p>
            <a:pPr lvl="1">
              <a:lnSpc>
                <a:spcPct val="150000"/>
              </a:lnSpc>
            </a:pPr>
            <a:r>
              <a:rPr lang="en-GB" dirty="0" err="1"/>
              <a:t>Cerrar</a:t>
            </a:r>
            <a:r>
              <a:rPr lang="en-GB" dirty="0"/>
              <a:t> </a:t>
            </a:r>
            <a:r>
              <a:rPr lang="en-GB" dirty="0" err="1"/>
              <a:t>documento</a:t>
            </a:r>
            <a:r>
              <a:rPr lang="en-GB" dirty="0"/>
              <a:t>:</a:t>
            </a:r>
          </a:p>
          <a:p>
            <a:pPr lvl="1">
              <a:lnSpc>
                <a:spcPct val="150000"/>
              </a:lnSpc>
            </a:pPr>
            <a:r>
              <a:rPr lang="en-GB" dirty="0" err="1"/>
              <a:t>Imprimir</a:t>
            </a:r>
            <a:r>
              <a:rPr lang="en-GB" dirty="0"/>
              <a:t> </a:t>
            </a:r>
            <a:r>
              <a:rPr lang="en-GB" dirty="0" err="1"/>
              <a:t>en</a:t>
            </a:r>
            <a:r>
              <a:rPr lang="en-GB" dirty="0"/>
              <a:t> </a:t>
            </a:r>
            <a:r>
              <a:rPr lang="en-GB" dirty="0" err="1"/>
              <a:t>documento</a:t>
            </a:r>
            <a:r>
              <a:rPr lang="en-GB" dirty="0"/>
              <a:t>:</a:t>
            </a:r>
          </a:p>
          <a:p>
            <a:pPr lvl="1">
              <a:lnSpc>
                <a:spcPct val="150000"/>
              </a:lnSpc>
            </a:pPr>
            <a:r>
              <a:rPr lang="en-GB" dirty="0" err="1"/>
              <a:t>Declarar</a:t>
            </a:r>
            <a:r>
              <a:rPr lang="en-GB" dirty="0"/>
              <a:t> variables con </a:t>
            </a:r>
            <a:r>
              <a:rPr lang="en-GB" dirty="0" err="1"/>
              <a:t>funciones</a:t>
            </a:r>
            <a:r>
              <a:rPr lang="en-GB" dirty="0"/>
              <a:t>: </a:t>
            </a:r>
          </a:p>
          <a:p>
            <a:pPr lvl="1"/>
            <a:endParaRPr lang="en-GB" dirty="0"/>
          </a:p>
          <a:p>
            <a:endParaRPr lang="en-GB" dirty="0"/>
          </a:p>
          <a:p>
            <a:endParaRPr lang="en-GB"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D0BA2FD7-BFFC-46E6-BAB7-A61D78502EAB}"/>
              </a:ext>
            </a:extLst>
          </p:cNvPr>
          <p:cNvPicPr>
            <a:picLocks noChangeAspect="1"/>
          </p:cNvPicPr>
          <p:nvPr/>
        </p:nvPicPr>
        <p:blipFill>
          <a:blip r:embed="rId2"/>
          <a:stretch>
            <a:fillRect/>
          </a:stretch>
        </p:blipFill>
        <p:spPr>
          <a:xfrm>
            <a:off x="5018179" y="1942490"/>
            <a:ext cx="2524477" cy="352474"/>
          </a:xfrm>
          <a:prstGeom prst="rect">
            <a:avLst/>
          </a:prstGeom>
        </p:spPr>
      </p:pic>
      <p:pic>
        <p:nvPicPr>
          <p:cNvPr id="15" name="Picture 14">
            <a:extLst>
              <a:ext uri="{FF2B5EF4-FFF2-40B4-BE49-F238E27FC236}">
                <a16:creationId xmlns:a16="http://schemas.microsoft.com/office/drawing/2014/main" id="{04A3FAAB-44F7-4D43-9E0B-D01B0FC6761D}"/>
              </a:ext>
            </a:extLst>
          </p:cNvPr>
          <p:cNvPicPr>
            <a:picLocks noChangeAspect="1"/>
          </p:cNvPicPr>
          <p:nvPr/>
        </p:nvPicPr>
        <p:blipFill>
          <a:blip r:embed="rId3"/>
          <a:stretch>
            <a:fillRect/>
          </a:stretch>
        </p:blipFill>
        <p:spPr>
          <a:xfrm>
            <a:off x="5008916" y="2459246"/>
            <a:ext cx="2800741" cy="304843"/>
          </a:xfrm>
          <a:prstGeom prst="rect">
            <a:avLst/>
          </a:prstGeom>
        </p:spPr>
      </p:pic>
      <p:pic>
        <p:nvPicPr>
          <p:cNvPr id="17" name="Picture 16">
            <a:extLst>
              <a:ext uri="{FF2B5EF4-FFF2-40B4-BE49-F238E27FC236}">
                <a16:creationId xmlns:a16="http://schemas.microsoft.com/office/drawing/2014/main" id="{FDE489EA-8B15-4AEA-A079-3F574485DF39}"/>
              </a:ext>
            </a:extLst>
          </p:cNvPr>
          <p:cNvPicPr>
            <a:picLocks noChangeAspect="1"/>
          </p:cNvPicPr>
          <p:nvPr/>
        </p:nvPicPr>
        <p:blipFill>
          <a:blip r:embed="rId4"/>
          <a:stretch>
            <a:fillRect/>
          </a:stretch>
        </p:blipFill>
        <p:spPr>
          <a:xfrm>
            <a:off x="5008916" y="2886318"/>
            <a:ext cx="1829055" cy="314369"/>
          </a:xfrm>
          <a:prstGeom prst="rect">
            <a:avLst/>
          </a:prstGeom>
        </p:spPr>
      </p:pic>
      <p:pic>
        <p:nvPicPr>
          <p:cNvPr id="19" name="Picture 18">
            <a:extLst>
              <a:ext uri="{FF2B5EF4-FFF2-40B4-BE49-F238E27FC236}">
                <a16:creationId xmlns:a16="http://schemas.microsoft.com/office/drawing/2014/main" id="{BE7BFB89-1BFB-4BD7-8F56-D5386584C0F9}"/>
              </a:ext>
            </a:extLst>
          </p:cNvPr>
          <p:cNvPicPr>
            <a:picLocks noChangeAspect="1"/>
          </p:cNvPicPr>
          <p:nvPr/>
        </p:nvPicPr>
        <p:blipFill>
          <a:blip r:embed="rId5"/>
          <a:stretch>
            <a:fillRect/>
          </a:stretch>
        </p:blipFill>
        <p:spPr>
          <a:xfrm>
            <a:off x="4970547" y="3332057"/>
            <a:ext cx="5696745" cy="371527"/>
          </a:xfrm>
          <a:prstGeom prst="rect">
            <a:avLst/>
          </a:prstGeom>
        </p:spPr>
      </p:pic>
      <p:pic>
        <p:nvPicPr>
          <p:cNvPr id="21" name="Picture 20">
            <a:extLst>
              <a:ext uri="{FF2B5EF4-FFF2-40B4-BE49-F238E27FC236}">
                <a16:creationId xmlns:a16="http://schemas.microsoft.com/office/drawing/2014/main" id="{58574005-81F4-47A0-9DC5-38ECEB38FD4E}"/>
              </a:ext>
            </a:extLst>
          </p:cNvPr>
          <p:cNvPicPr>
            <a:picLocks noChangeAspect="1"/>
          </p:cNvPicPr>
          <p:nvPr/>
        </p:nvPicPr>
        <p:blipFill>
          <a:blip r:embed="rId6"/>
          <a:stretch>
            <a:fillRect/>
          </a:stretch>
        </p:blipFill>
        <p:spPr>
          <a:xfrm>
            <a:off x="5008916" y="3853667"/>
            <a:ext cx="5239481" cy="295316"/>
          </a:xfrm>
          <a:prstGeom prst="rect">
            <a:avLst/>
          </a:prstGeom>
        </p:spPr>
      </p:pic>
      <p:pic>
        <p:nvPicPr>
          <p:cNvPr id="23" name="Picture 22">
            <a:extLst>
              <a:ext uri="{FF2B5EF4-FFF2-40B4-BE49-F238E27FC236}">
                <a16:creationId xmlns:a16="http://schemas.microsoft.com/office/drawing/2014/main" id="{5DA6C93B-8F1C-4F56-8331-C297DAA9B98F}"/>
              </a:ext>
            </a:extLst>
          </p:cNvPr>
          <p:cNvPicPr>
            <a:picLocks noChangeAspect="1"/>
          </p:cNvPicPr>
          <p:nvPr/>
        </p:nvPicPr>
        <p:blipFill>
          <a:blip r:embed="rId7"/>
          <a:stretch>
            <a:fillRect/>
          </a:stretch>
        </p:blipFill>
        <p:spPr>
          <a:xfrm>
            <a:off x="5008916" y="4371233"/>
            <a:ext cx="1819529" cy="276264"/>
          </a:xfrm>
          <a:prstGeom prst="rect">
            <a:avLst/>
          </a:prstGeom>
        </p:spPr>
      </p:pic>
      <p:pic>
        <p:nvPicPr>
          <p:cNvPr id="25" name="Picture 24">
            <a:extLst>
              <a:ext uri="{FF2B5EF4-FFF2-40B4-BE49-F238E27FC236}">
                <a16:creationId xmlns:a16="http://schemas.microsoft.com/office/drawing/2014/main" id="{7F72D9C2-7C22-49E0-854B-BC0F3A0492E1}"/>
              </a:ext>
            </a:extLst>
          </p:cNvPr>
          <p:cNvPicPr>
            <a:picLocks noChangeAspect="1"/>
          </p:cNvPicPr>
          <p:nvPr/>
        </p:nvPicPr>
        <p:blipFill>
          <a:blip r:embed="rId8"/>
          <a:stretch>
            <a:fillRect/>
          </a:stretch>
        </p:blipFill>
        <p:spPr>
          <a:xfrm>
            <a:off x="5018179" y="4819960"/>
            <a:ext cx="1895740" cy="266737"/>
          </a:xfrm>
          <a:prstGeom prst="rect">
            <a:avLst/>
          </a:prstGeom>
        </p:spPr>
      </p:pic>
      <p:pic>
        <p:nvPicPr>
          <p:cNvPr id="27" name="Picture 26">
            <a:extLst>
              <a:ext uri="{FF2B5EF4-FFF2-40B4-BE49-F238E27FC236}">
                <a16:creationId xmlns:a16="http://schemas.microsoft.com/office/drawing/2014/main" id="{8017F161-A6BC-4E46-941E-C2947FF86371}"/>
              </a:ext>
            </a:extLst>
          </p:cNvPr>
          <p:cNvPicPr>
            <a:picLocks noChangeAspect="1"/>
          </p:cNvPicPr>
          <p:nvPr/>
        </p:nvPicPr>
        <p:blipFill>
          <a:blip r:embed="rId9"/>
          <a:stretch>
            <a:fillRect/>
          </a:stretch>
        </p:blipFill>
        <p:spPr>
          <a:xfrm>
            <a:off x="5015880" y="5392438"/>
            <a:ext cx="2324424" cy="257211"/>
          </a:xfrm>
          <a:prstGeom prst="rect">
            <a:avLst/>
          </a:prstGeom>
        </p:spPr>
      </p:pic>
      <p:pic>
        <p:nvPicPr>
          <p:cNvPr id="29" name="Picture 28">
            <a:extLst>
              <a:ext uri="{FF2B5EF4-FFF2-40B4-BE49-F238E27FC236}">
                <a16:creationId xmlns:a16="http://schemas.microsoft.com/office/drawing/2014/main" id="{61090B01-1025-4653-93EA-A0782A20181E}"/>
              </a:ext>
            </a:extLst>
          </p:cNvPr>
          <p:cNvPicPr>
            <a:picLocks noChangeAspect="1"/>
          </p:cNvPicPr>
          <p:nvPr/>
        </p:nvPicPr>
        <p:blipFill>
          <a:blip r:embed="rId10"/>
          <a:stretch>
            <a:fillRect/>
          </a:stretch>
        </p:blipFill>
        <p:spPr>
          <a:xfrm>
            <a:off x="5024345" y="5831638"/>
            <a:ext cx="4096322" cy="30484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err="1"/>
              <a:t>Introducci</a:t>
            </a:r>
            <a:r>
              <a:rPr lang="en-GB" b="1" dirty="0" err="1"/>
              <a:t>ó</a:t>
            </a:r>
            <a:r>
              <a:rPr lang="en-GB" dirty="0" err="1"/>
              <a:t>n</a:t>
            </a:r>
            <a:r>
              <a:rPr lang="en-GB" dirty="0"/>
              <a:t> a </a:t>
            </a:r>
            <a:r>
              <a:rPr lang="en-GB" dirty="0" err="1"/>
              <a:t>tcl</a:t>
            </a:r>
            <a:endParaRPr lang="en-GB" dirty="0"/>
          </a:p>
        </p:txBody>
      </p:sp>
      <p:sp>
        <p:nvSpPr>
          <p:cNvPr id="6" name="Text Placeholder 5"/>
          <p:cNvSpPr>
            <a:spLocks noGrp="1"/>
          </p:cNvSpPr>
          <p:nvPr>
            <p:ph type="body" sz="quarter" idx="11"/>
          </p:nvPr>
        </p:nvSpPr>
        <p:spPr/>
        <p:txBody>
          <a:bodyPr/>
          <a:lstStyle/>
          <a:p>
            <a:r>
              <a:rPr lang="en-GB" dirty="0" err="1"/>
              <a:t>Funciones</a:t>
            </a:r>
            <a:r>
              <a:rPr lang="en-GB" dirty="0"/>
              <a:t> </a:t>
            </a:r>
            <a:r>
              <a:rPr lang="en-GB" dirty="0" err="1"/>
              <a:t>básicas</a:t>
            </a:r>
            <a:r>
              <a:rPr lang="en-GB" dirty="0"/>
              <a:t> de TCL</a:t>
            </a:r>
          </a:p>
        </p:txBody>
      </p:sp>
      <p:sp>
        <p:nvSpPr>
          <p:cNvPr id="7" name="Text Placeholder 1">
            <a:extLst>
              <a:ext uri="{FF2B5EF4-FFF2-40B4-BE49-F238E27FC236}">
                <a16:creationId xmlns:a16="http://schemas.microsoft.com/office/drawing/2014/main" id="{7E92BC90-17E2-43B2-B294-7F3343199632}"/>
              </a:ext>
            </a:extLst>
          </p:cNvPr>
          <p:cNvSpPr txBox="1">
            <a:spLocks/>
          </p:cNvSpPr>
          <p:nvPr/>
        </p:nvSpPr>
        <p:spPr>
          <a:xfrm>
            <a:off x="839416" y="1988840"/>
            <a:ext cx="1394575" cy="381642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200000"/>
              </a:lnSpc>
            </a:pPr>
            <a:r>
              <a:rPr lang="en-GB" dirty="0" err="1"/>
              <a:t>lindex</a:t>
            </a:r>
            <a:r>
              <a:rPr lang="en-GB" dirty="0"/>
              <a:t>: </a:t>
            </a:r>
          </a:p>
          <a:p>
            <a:pPr lvl="1">
              <a:lnSpc>
                <a:spcPct val="200000"/>
              </a:lnSpc>
            </a:pPr>
            <a:r>
              <a:rPr lang="en-GB" dirty="0" err="1"/>
              <a:t>llength</a:t>
            </a:r>
            <a:r>
              <a:rPr lang="en-GB" dirty="0"/>
              <a:t>:</a:t>
            </a:r>
          </a:p>
          <a:p>
            <a:pPr lvl="1">
              <a:lnSpc>
                <a:spcPct val="200000"/>
              </a:lnSpc>
            </a:pPr>
            <a:r>
              <a:rPr lang="en-GB" dirty="0"/>
              <a:t>expr: </a:t>
            </a:r>
          </a:p>
          <a:p>
            <a:pPr lvl="1">
              <a:lnSpc>
                <a:spcPct val="200000"/>
              </a:lnSpc>
            </a:pPr>
            <a:r>
              <a:rPr lang="en-GB" dirty="0"/>
              <a:t>split:</a:t>
            </a:r>
          </a:p>
          <a:p>
            <a:pPr lvl="1">
              <a:lnSpc>
                <a:spcPct val="200000"/>
              </a:lnSpc>
            </a:pPr>
            <a:r>
              <a:rPr lang="en-GB" dirty="0"/>
              <a:t>bind:</a:t>
            </a:r>
          </a:p>
          <a:p>
            <a:pPr lvl="1">
              <a:lnSpc>
                <a:spcPct val="200000"/>
              </a:lnSpc>
            </a:pPr>
            <a:r>
              <a:rPr lang="en-GB" dirty="0"/>
              <a:t>join</a:t>
            </a:r>
          </a:p>
          <a:p>
            <a:pPr marL="0" lvl="1" indent="0">
              <a:buNone/>
            </a:pPr>
            <a:endParaRPr lang="en-GB" dirty="0"/>
          </a:p>
          <a:p>
            <a:endParaRPr lang="en-GB" dirty="0"/>
          </a:p>
          <a:p>
            <a:endParaRPr lang="en-GB"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2CED8679-C009-43AC-BD06-9CE7DA4F1CCE}"/>
              </a:ext>
            </a:extLst>
          </p:cNvPr>
          <p:cNvPicPr>
            <a:picLocks noChangeAspect="1"/>
          </p:cNvPicPr>
          <p:nvPr/>
        </p:nvPicPr>
        <p:blipFill>
          <a:blip r:embed="rId2"/>
          <a:stretch>
            <a:fillRect/>
          </a:stretch>
        </p:blipFill>
        <p:spPr>
          <a:xfrm>
            <a:off x="2887432" y="2204864"/>
            <a:ext cx="2991267" cy="257211"/>
          </a:xfrm>
          <a:prstGeom prst="rect">
            <a:avLst/>
          </a:prstGeom>
        </p:spPr>
      </p:pic>
      <p:pic>
        <p:nvPicPr>
          <p:cNvPr id="14" name="Picture 13">
            <a:extLst>
              <a:ext uri="{FF2B5EF4-FFF2-40B4-BE49-F238E27FC236}">
                <a16:creationId xmlns:a16="http://schemas.microsoft.com/office/drawing/2014/main" id="{77F07758-CAD5-4AD2-80DB-2F137D81B253}"/>
              </a:ext>
            </a:extLst>
          </p:cNvPr>
          <p:cNvPicPr>
            <a:picLocks noChangeAspect="1"/>
          </p:cNvPicPr>
          <p:nvPr/>
        </p:nvPicPr>
        <p:blipFill>
          <a:blip r:embed="rId3"/>
          <a:stretch>
            <a:fillRect/>
          </a:stretch>
        </p:blipFill>
        <p:spPr>
          <a:xfrm>
            <a:off x="2887432" y="2830802"/>
            <a:ext cx="2314898" cy="238158"/>
          </a:xfrm>
          <a:prstGeom prst="rect">
            <a:avLst/>
          </a:prstGeom>
        </p:spPr>
      </p:pic>
      <p:pic>
        <p:nvPicPr>
          <p:cNvPr id="16" name="Picture 15">
            <a:extLst>
              <a:ext uri="{FF2B5EF4-FFF2-40B4-BE49-F238E27FC236}">
                <a16:creationId xmlns:a16="http://schemas.microsoft.com/office/drawing/2014/main" id="{238A0502-0BB5-439C-A674-DB5E948722FC}"/>
              </a:ext>
            </a:extLst>
          </p:cNvPr>
          <p:cNvPicPr>
            <a:picLocks noChangeAspect="1"/>
          </p:cNvPicPr>
          <p:nvPr/>
        </p:nvPicPr>
        <p:blipFill>
          <a:blip r:embed="rId4"/>
          <a:stretch>
            <a:fillRect/>
          </a:stretch>
        </p:blipFill>
        <p:spPr>
          <a:xfrm>
            <a:off x="2887432" y="3437687"/>
            <a:ext cx="3305636" cy="228632"/>
          </a:xfrm>
          <a:prstGeom prst="rect">
            <a:avLst/>
          </a:prstGeom>
        </p:spPr>
      </p:pic>
      <p:pic>
        <p:nvPicPr>
          <p:cNvPr id="18" name="Picture 17">
            <a:extLst>
              <a:ext uri="{FF2B5EF4-FFF2-40B4-BE49-F238E27FC236}">
                <a16:creationId xmlns:a16="http://schemas.microsoft.com/office/drawing/2014/main" id="{2EEEC3D2-9109-443D-B12C-6CB4D4008DA7}"/>
              </a:ext>
            </a:extLst>
          </p:cNvPr>
          <p:cNvPicPr>
            <a:picLocks noChangeAspect="1"/>
          </p:cNvPicPr>
          <p:nvPr/>
        </p:nvPicPr>
        <p:blipFill>
          <a:blip r:embed="rId5"/>
          <a:stretch>
            <a:fillRect/>
          </a:stretch>
        </p:blipFill>
        <p:spPr>
          <a:xfrm>
            <a:off x="2887432" y="4044572"/>
            <a:ext cx="3477110" cy="247685"/>
          </a:xfrm>
          <a:prstGeom prst="rect">
            <a:avLst/>
          </a:prstGeom>
        </p:spPr>
      </p:pic>
      <p:pic>
        <p:nvPicPr>
          <p:cNvPr id="20" name="Picture 19">
            <a:extLst>
              <a:ext uri="{FF2B5EF4-FFF2-40B4-BE49-F238E27FC236}">
                <a16:creationId xmlns:a16="http://schemas.microsoft.com/office/drawing/2014/main" id="{86C6C0AF-36E6-4CF0-8831-D79B9D2AED16}"/>
              </a:ext>
            </a:extLst>
          </p:cNvPr>
          <p:cNvPicPr>
            <a:picLocks noChangeAspect="1"/>
          </p:cNvPicPr>
          <p:nvPr/>
        </p:nvPicPr>
        <p:blipFill>
          <a:blip r:embed="rId6"/>
          <a:stretch>
            <a:fillRect/>
          </a:stretch>
        </p:blipFill>
        <p:spPr>
          <a:xfrm>
            <a:off x="2887432" y="4641931"/>
            <a:ext cx="2838846" cy="333422"/>
          </a:xfrm>
          <a:prstGeom prst="rect">
            <a:avLst/>
          </a:prstGeom>
        </p:spPr>
      </p:pic>
      <p:pic>
        <p:nvPicPr>
          <p:cNvPr id="22" name="Picture 21">
            <a:extLst>
              <a:ext uri="{FF2B5EF4-FFF2-40B4-BE49-F238E27FC236}">
                <a16:creationId xmlns:a16="http://schemas.microsoft.com/office/drawing/2014/main" id="{81A0643D-6B86-44D4-8901-5D2BB7792AF6}"/>
              </a:ext>
            </a:extLst>
          </p:cNvPr>
          <p:cNvPicPr>
            <a:picLocks noChangeAspect="1"/>
          </p:cNvPicPr>
          <p:nvPr/>
        </p:nvPicPr>
        <p:blipFill>
          <a:blip r:embed="rId7"/>
          <a:stretch>
            <a:fillRect/>
          </a:stretch>
        </p:blipFill>
        <p:spPr>
          <a:xfrm>
            <a:off x="2887432" y="5325027"/>
            <a:ext cx="2505425" cy="247685"/>
          </a:xfrm>
          <a:prstGeom prst="rect">
            <a:avLst/>
          </a:prstGeom>
        </p:spPr>
      </p:pic>
    </p:spTree>
    <p:extLst>
      <p:ext uri="{BB962C8B-B14F-4D97-AF65-F5344CB8AC3E}">
        <p14:creationId xmlns:p14="http://schemas.microsoft.com/office/powerpoint/2010/main" val="1257062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2"/>
          </p:nvPr>
        </p:nvSpPr>
        <p:spPr>
          <a:xfrm>
            <a:off x="404813" y="1746064"/>
            <a:ext cx="3456432" cy="720000"/>
          </a:xfrm>
          <a:solidFill>
            <a:srgbClr val="007D74"/>
          </a:solidFill>
        </p:spPr>
        <p:txBody>
          <a:bodyPr/>
          <a:lstStyle/>
          <a:p>
            <a:r>
              <a:rPr lang="en-GB" sz="1800" dirty="0">
                <a:solidFill>
                  <a:schemeClr val="bg1"/>
                </a:solidFill>
              </a:rPr>
              <a:t>For loop</a:t>
            </a:r>
          </a:p>
        </p:txBody>
      </p:sp>
      <p:sp>
        <p:nvSpPr>
          <p:cNvPr id="8" name="Text Placeholder 7"/>
          <p:cNvSpPr>
            <a:spLocks noGrp="1"/>
          </p:cNvSpPr>
          <p:nvPr>
            <p:ph type="body" sz="quarter" idx="15"/>
          </p:nvPr>
        </p:nvSpPr>
        <p:spPr>
          <a:xfrm>
            <a:off x="4371047" y="1746063"/>
            <a:ext cx="3456432" cy="720000"/>
          </a:xfrm>
          <a:solidFill>
            <a:srgbClr val="007D74"/>
          </a:solidFill>
        </p:spPr>
        <p:txBody>
          <a:bodyPr/>
          <a:lstStyle/>
          <a:p>
            <a:r>
              <a:rPr lang="en-GB" sz="1800" dirty="0" err="1">
                <a:solidFill>
                  <a:schemeClr val="bg1"/>
                </a:solidFill>
              </a:rPr>
              <a:t>Condicional</a:t>
            </a:r>
            <a:endParaRPr lang="en-GB" sz="1800" dirty="0">
              <a:solidFill>
                <a:schemeClr val="bg1"/>
              </a:solidFill>
            </a:endParaRPr>
          </a:p>
        </p:txBody>
      </p:sp>
      <p:sp>
        <p:nvSpPr>
          <p:cNvPr id="10" name="Text Placeholder 9"/>
          <p:cNvSpPr>
            <a:spLocks noGrp="1"/>
          </p:cNvSpPr>
          <p:nvPr>
            <p:ph type="body" sz="quarter" idx="17"/>
          </p:nvPr>
        </p:nvSpPr>
        <p:spPr>
          <a:xfrm>
            <a:off x="8330755" y="1746063"/>
            <a:ext cx="3456432" cy="720000"/>
          </a:xfrm>
          <a:solidFill>
            <a:srgbClr val="007D74"/>
          </a:solidFill>
        </p:spPr>
        <p:txBody>
          <a:bodyPr/>
          <a:lstStyle/>
          <a:p>
            <a:r>
              <a:rPr lang="en-GB" sz="1800" dirty="0" err="1">
                <a:solidFill>
                  <a:schemeClr val="bg1"/>
                </a:solidFill>
              </a:rPr>
              <a:t>Definir</a:t>
            </a:r>
            <a:r>
              <a:rPr lang="en-GB" sz="1800" dirty="0">
                <a:solidFill>
                  <a:schemeClr val="bg1"/>
                </a:solidFill>
              </a:rPr>
              <a:t> </a:t>
            </a:r>
            <a:r>
              <a:rPr lang="en-GB" sz="1800" dirty="0" err="1">
                <a:solidFill>
                  <a:schemeClr val="bg1"/>
                </a:solidFill>
              </a:rPr>
              <a:t>funciones</a:t>
            </a:r>
            <a:endParaRPr lang="en-GB" sz="1800" dirty="0">
              <a:solidFill>
                <a:schemeClr val="bg1"/>
              </a:solidFill>
            </a:endParaRPr>
          </a:p>
        </p:txBody>
      </p:sp>
      <p:cxnSp>
        <p:nvCxnSpPr>
          <p:cNvPr id="14" name="Straight Connector 13">
            <a:extLst>
              <a:ext uri="{C183D7F6-B498-43B3-948B-1728B52AA6E4}">
                <adec:decorative xmlns:adec="http://schemas.microsoft.com/office/drawing/2017/decorative" val="1"/>
              </a:ext>
            </a:extLst>
          </p:cNvPr>
          <p:cNvCxnSpPr>
            <a:cxnSpLocks/>
          </p:cNvCxnSpPr>
          <p:nvPr/>
        </p:nvCxnSpPr>
        <p:spPr>
          <a:xfrm>
            <a:off x="4113511" y="1746064"/>
            <a:ext cx="0" cy="4954402"/>
          </a:xfrm>
          <a:prstGeom prst="line">
            <a:avLst/>
          </a:prstGeom>
          <a:solidFill>
            <a:schemeClr val="tx1"/>
          </a:solidFill>
          <a:ln w="38100" cap="flat">
            <a:solidFill>
              <a:schemeClr val="accent4"/>
            </a:solidFill>
            <a:roun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C183D7F6-B498-43B3-948B-1728B52AA6E4}">
                <adec:decorative xmlns:adec="http://schemas.microsoft.com/office/drawing/2017/decorative" val="1"/>
              </a:ext>
            </a:extLst>
          </p:cNvPr>
          <p:cNvCxnSpPr>
            <a:cxnSpLocks/>
          </p:cNvCxnSpPr>
          <p:nvPr/>
        </p:nvCxnSpPr>
        <p:spPr>
          <a:xfrm>
            <a:off x="8074472" y="1746064"/>
            <a:ext cx="0" cy="4954402"/>
          </a:xfrm>
          <a:prstGeom prst="line">
            <a:avLst/>
          </a:prstGeom>
          <a:solidFill>
            <a:schemeClr val="tx1"/>
          </a:solidFill>
          <a:ln w="38100" cap="flat">
            <a:solidFill>
              <a:schemeClr val="accent4"/>
            </a:solidFill>
            <a:round/>
          </a:ln>
        </p:spPr>
        <p:style>
          <a:lnRef idx="1">
            <a:schemeClr val="accent1"/>
          </a:lnRef>
          <a:fillRef idx="0">
            <a:schemeClr val="accent1"/>
          </a:fillRef>
          <a:effectRef idx="0">
            <a:schemeClr val="accent1"/>
          </a:effectRef>
          <a:fontRef idx="minor">
            <a:schemeClr val="tx1"/>
          </a:fontRef>
        </p:style>
      </p:cxnSp>
      <p:sp>
        <p:nvSpPr>
          <p:cNvPr id="13" name="Title 3">
            <a:extLst>
              <a:ext uri="{FF2B5EF4-FFF2-40B4-BE49-F238E27FC236}">
                <a16:creationId xmlns:a16="http://schemas.microsoft.com/office/drawing/2014/main" id="{885D03E5-F20B-4511-B577-64FBD53DD789}"/>
              </a:ext>
            </a:extLst>
          </p:cNvPr>
          <p:cNvSpPr txBox="1">
            <a:spLocks/>
          </p:cNvSpPr>
          <p:nvPr/>
        </p:nvSpPr>
        <p:spPr>
          <a:xfrm>
            <a:off x="404813" y="371382"/>
            <a:ext cx="10947772" cy="716711"/>
          </a:xfrm>
          <a:prstGeom prst="rect">
            <a:avLst/>
          </a:prstGeom>
        </p:spPr>
        <p:txBody>
          <a:bodyPr vert="horz" lIns="0" tIns="0" rIns="0" bIns="0" rtlCol="0" anchor="b">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dirty="0" err="1"/>
              <a:t>Introducci</a:t>
            </a:r>
            <a:r>
              <a:rPr lang="en-GB" b="1" dirty="0" err="1"/>
              <a:t>ó</a:t>
            </a:r>
            <a:r>
              <a:rPr lang="en-GB" dirty="0" err="1"/>
              <a:t>n</a:t>
            </a:r>
            <a:r>
              <a:rPr lang="en-GB" dirty="0"/>
              <a:t> a </a:t>
            </a:r>
            <a:r>
              <a:rPr lang="en-GB" dirty="0" err="1"/>
              <a:t>tcl</a:t>
            </a:r>
            <a:endParaRPr lang="en-GB" dirty="0"/>
          </a:p>
        </p:txBody>
      </p:sp>
      <p:sp>
        <p:nvSpPr>
          <p:cNvPr id="16" name="Text Placeholder 5">
            <a:extLst>
              <a:ext uri="{FF2B5EF4-FFF2-40B4-BE49-F238E27FC236}">
                <a16:creationId xmlns:a16="http://schemas.microsoft.com/office/drawing/2014/main" id="{D7AF67B1-43A3-408F-94F2-6692CA0458BE}"/>
              </a:ext>
            </a:extLst>
          </p:cNvPr>
          <p:cNvSpPr txBox="1">
            <a:spLocks/>
          </p:cNvSpPr>
          <p:nvPr/>
        </p:nvSpPr>
        <p:spPr>
          <a:xfrm>
            <a:off x="403966" y="1228447"/>
            <a:ext cx="11379200" cy="692497"/>
          </a:xfrm>
          <a:prstGeom prst="rect">
            <a:avLst/>
          </a:prstGeom>
        </p:spPr>
        <p:txBody>
          <a:bodyPr vert="horz" lIns="0" tIns="0" rIns="0" bIns="0" rtlCol="0">
            <a:spAutoFit/>
          </a:bodyPr>
          <a:lstStyle>
            <a:lvl1pPr indent="0">
              <a:lnSpc>
                <a:spcPct val="100000"/>
              </a:lnSpc>
              <a:spcBef>
                <a:spcPts val="0"/>
              </a:spcBef>
              <a:spcAft>
                <a:spcPts val="600"/>
              </a:spcAft>
              <a:buFont typeface="Arial" panose="020B0604020202020204" pitchFamily="34" charset="0"/>
              <a:buNone/>
              <a:defRPr sz="2000" baseline="0">
                <a:solidFill>
                  <a:schemeClr val="accent1"/>
                </a:solidFill>
              </a:defRPr>
            </a:lvl1pPr>
            <a:lvl2pPr marL="177800" indent="-177800">
              <a:lnSpc>
                <a:spcPct val="100000"/>
              </a:lnSpc>
              <a:spcBef>
                <a:spcPts val="0"/>
              </a:spcBef>
              <a:spcAft>
                <a:spcPts val="600"/>
              </a:spcAft>
              <a:buClr>
                <a:schemeClr val="accent1"/>
              </a:buClr>
              <a:buFont typeface="Wingdings" panose="05000000000000000000" pitchFamily="2" charset="2"/>
              <a:buChar char="§"/>
              <a:defRPr baseline="0"/>
            </a:lvl2pPr>
            <a:lvl3pPr marL="361950" indent="-184150">
              <a:lnSpc>
                <a:spcPct val="100000"/>
              </a:lnSpc>
              <a:spcBef>
                <a:spcPts val="0"/>
              </a:spcBef>
              <a:spcAft>
                <a:spcPts val="600"/>
              </a:spcAft>
              <a:buClr>
                <a:schemeClr val="accent2"/>
              </a:buClr>
              <a:buFont typeface="Arial" panose="020B0604020202020204" pitchFamily="34" charset="0"/>
              <a:buChar char="•"/>
              <a:defRPr sz="1600" baseline="0"/>
            </a:lvl3pPr>
            <a:lvl4pPr marL="539750" indent="-177800">
              <a:lnSpc>
                <a:spcPct val="100000"/>
              </a:lnSpc>
              <a:spcBef>
                <a:spcPts val="0"/>
              </a:spcBef>
              <a:spcAft>
                <a:spcPts val="600"/>
              </a:spcAft>
              <a:buClr>
                <a:schemeClr val="tx1"/>
              </a:buClr>
              <a:buFont typeface="Ubuntu" panose="020B0504030602030204" pitchFamily="34" charset="0"/>
              <a:buChar char="–"/>
              <a:defRPr sz="1400" baseline="0"/>
            </a:lvl4pPr>
            <a:lvl5pPr marL="717550" indent="-177800">
              <a:lnSpc>
                <a:spcPct val="100000"/>
              </a:lnSpc>
              <a:spcBef>
                <a:spcPts val="0"/>
              </a:spcBef>
              <a:spcAft>
                <a:spcPts val="600"/>
              </a:spcAft>
              <a:buClr>
                <a:schemeClr val="accent3"/>
              </a:buClr>
              <a:buFont typeface="Arial" panose="020B0604020202020204" pitchFamily="34" charset="0"/>
              <a:buChar char="•"/>
              <a:defRPr sz="1400" baseline="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dirty="0"/>
              <a:t>Loops, </a:t>
            </a:r>
            <a:r>
              <a:rPr lang="en-GB" dirty="0" err="1"/>
              <a:t>condicionales</a:t>
            </a:r>
            <a:r>
              <a:rPr lang="en-GB" dirty="0"/>
              <a:t> y </a:t>
            </a:r>
            <a:r>
              <a:rPr lang="en-GB" dirty="0" err="1"/>
              <a:t>otros</a:t>
            </a:r>
            <a:endParaRPr lang="en-GB" dirty="0"/>
          </a:p>
          <a:p>
            <a:endParaRPr lang="en-GB" dirty="0"/>
          </a:p>
        </p:txBody>
      </p:sp>
      <p:pic>
        <p:nvPicPr>
          <p:cNvPr id="28" name="Picture 27">
            <a:extLst>
              <a:ext uri="{FF2B5EF4-FFF2-40B4-BE49-F238E27FC236}">
                <a16:creationId xmlns:a16="http://schemas.microsoft.com/office/drawing/2014/main" id="{79F13BFF-5125-49DE-B8F4-A455CCADA201}"/>
              </a:ext>
            </a:extLst>
          </p:cNvPr>
          <p:cNvPicPr>
            <a:picLocks noChangeAspect="1"/>
          </p:cNvPicPr>
          <p:nvPr/>
        </p:nvPicPr>
        <p:blipFill>
          <a:blip r:embed="rId3"/>
          <a:stretch>
            <a:fillRect/>
          </a:stretch>
        </p:blipFill>
        <p:spPr>
          <a:xfrm>
            <a:off x="210757" y="3429000"/>
            <a:ext cx="3776621" cy="1227402"/>
          </a:xfrm>
          <a:prstGeom prst="rect">
            <a:avLst/>
          </a:prstGeom>
        </p:spPr>
      </p:pic>
      <p:pic>
        <p:nvPicPr>
          <p:cNvPr id="32" name="Picture 31">
            <a:extLst>
              <a:ext uri="{FF2B5EF4-FFF2-40B4-BE49-F238E27FC236}">
                <a16:creationId xmlns:a16="http://schemas.microsoft.com/office/drawing/2014/main" id="{36599E77-AE0F-4443-B61A-7D56FA44784E}"/>
              </a:ext>
            </a:extLst>
          </p:cNvPr>
          <p:cNvPicPr>
            <a:picLocks noChangeAspect="1"/>
          </p:cNvPicPr>
          <p:nvPr/>
        </p:nvPicPr>
        <p:blipFill>
          <a:blip r:embed="rId4"/>
          <a:stretch>
            <a:fillRect/>
          </a:stretch>
        </p:blipFill>
        <p:spPr>
          <a:xfrm>
            <a:off x="8463311" y="3085305"/>
            <a:ext cx="3191320" cy="1914792"/>
          </a:xfrm>
          <a:prstGeom prst="rect">
            <a:avLst/>
          </a:prstGeom>
        </p:spPr>
      </p:pic>
      <p:pic>
        <p:nvPicPr>
          <p:cNvPr id="34" name="Picture 33">
            <a:extLst>
              <a:ext uri="{FF2B5EF4-FFF2-40B4-BE49-F238E27FC236}">
                <a16:creationId xmlns:a16="http://schemas.microsoft.com/office/drawing/2014/main" id="{D0E5416B-1717-426C-BEE9-68537C2D7831}"/>
              </a:ext>
            </a:extLst>
          </p:cNvPr>
          <p:cNvPicPr>
            <a:picLocks noChangeAspect="1"/>
          </p:cNvPicPr>
          <p:nvPr/>
        </p:nvPicPr>
        <p:blipFill>
          <a:blip r:embed="rId5"/>
          <a:stretch>
            <a:fillRect/>
          </a:stretch>
        </p:blipFill>
        <p:spPr>
          <a:xfrm>
            <a:off x="4697958" y="3485410"/>
            <a:ext cx="2791215" cy="1114581"/>
          </a:xfrm>
          <a:prstGeom prst="rect">
            <a:avLst/>
          </a:prstGeom>
        </p:spPr>
      </p:pic>
    </p:spTree>
    <p:extLst>
      <p:ext uri="{BB962C8B-B14F-4D97-AF65-F5344CB8AC3E}">
        <p14:creationId xmlns:p14="http://schemas.microsoft.com/office/powerpoint/2010/main" val="4183605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err="1"/>
              <a:t>Tcl</a:t>
            </a:r>
            <a:r>
              <a:rPr lang="en-GB" dirty="0"/>
              <a:t> </a:t>
            </a:r>
            <a:r>
              <a:rPr lang="en-GB" dirty="0" err="1"/>
              <a:t>en</a:t>
            </a:r>
            <a:r>
              <a:rPr lang="en-GB" dirty="0"/>
              <a:t> </a:t>
            </a:r>
            <a:r>
              <a:rPr lang="en-GB" dirty="0" err="1"/>
              <a:t>hypermesh</a:t>
            </a:r>
            <a:endParaRPr lang="en-GB" dirty="0"/>
          </a:p>
        </p:txBody>
      </p:sp>
      <p:sp>
        <p:nvSpPr>
          <p:cNvPr id="6" name="Text Placeholder 5"/>
          <p:cNvSpPr>
            <a:spLocks noGrp="1"/>
          </p:cNvSpPr>
          <p:nvPr>
            <p:ph type="body" sz="quarter" idx="11"/>
          </p:nvPr>
        </p:nvSpPr>
        <p:spPr/>
        <p:txBody>
          <a:bodyPr/>
          <a:lstStyle/>
          <a:p>
            <a:r>
              <a:rPr lang="es-ES" dirty="0"/>
              <a:t>C</a:t>
            </a:r>
            <a:r>
              <a:rPr lang="en-GB" dirty="0" err="1"/>
              <a:t>orrer</a:t>
            </a:r>
            <a:r>
              <a:rPr lang="en-GB" dirty="0"/>
              <a:t> macros </a:t>
            </a:r>
            <a:r>
              <a:rPr lang="en-GB" dirty="0" err="1"/>
              <a:t>en</a:t>
            </a:r>
            <a:r>
              <a:rPr lang="en-GB" dirty="0"/>
              <a:t> Hypermesh</a:t>
            </a:r>
          </a:p>
        </p:txBody>
      </p:sp>
      <p:sp>
        <p:nvSpPr>
          <p:cNvPr id="7" name="Text Placeholder 1">
            <a:extLst>
              <a:ext uri="{FF2B5EF4-FFF2-40B4-BE49-F238E27FC236}">
                <a16:creationId xmlns:a16="http://schemas.microsoft.com/office/drawing/2014/main" id="{7E92BC90-17E2-43B2-B294-7F3343199632}"/>
              </a:ext>
            </a:extLst>
          </p:cNvPr>
          <p:cNvSpPr txBox="1">
            <a:spLocks/>
          </p:cNvSpPr>
          <p:nvPr/>
        </p:nvSpPr>
        <p:spPr>
          <a:xfrm>
            <a:off x="839416" y="1988840"/>
            <a:ext cx="5112568" cy="108012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buAutoNum type="arabicPeriod"/>
            </a:pPr>
            <a:r>
              <a:rPr lang="en-GB" dirty="0" err="1"/>
              <a:t>Habilitar</a:t>
            </a:r>
            <a:r>
              <a:rPr lang="en-GB" dirty="0"/>
              <a:t> la </a:t>
            </a:r>
            <a:r>
              <a:rPr lang="en-GB" dirty="0" err="1"/>
              <a:t>consola</a:t>
            </a:r>
            <a:r>
              <a:rPr lang="en-GB" dirty="0"/>
              <a:t> de TCL</a:t>
            </a:r>
          </a:p>
          <a:p>
            <a:pPr marL="342900" lvl="1" indent="-342900">
              <a:buAutoNum type="arabicPeriod"/>
            </a:pPr>
            <a:r>
              <a:rPr lang="en-GB" dirty="0"/>
              <a:t>Click </a:t>
            </a:r>
            <a:r>
              <a:rPr lang="en-GB" dirty="0" err="1"/>
              <a:t>dcho</a:t>
            </a:r>
            <a:r>
              <a:rPr lang="en-GB" dirty="0"/>
              <a:t>. </a:t>
            </a:r>
            <a:r>
              <a:rPr lang="en-GB" dirty="0" err="1"/>
              <a:t>en</a:t>
            </a:r>
            <a:r>
              <a:rPr lang="en-GB" dirty="0"/>
              <a:t> la </a:t>
            </a:r>
            <a:r>
              <a:rPr lang="en-GB" dirty="0" err="1"/>
              <a:t>consola</a:t>
            </a:r>
            <a:r>
              <a:rPr lang="en-GB" dirty="0"/>
              <a:t> </a:t>
            </a:r>
            <a:r>
              <a:rPr lang="en-GB" dirty="0">
                <a:sym typeface="Wingdings" panose="05000000000000000000" pitchFamily="2" charset="2"/>
              </a:rPr>
              <a:t> File  Load file</a:t>
            </a:r>
          </a:p>
          <a:p>
            <a:pPr marL="342900" lvl="1" indent="-342900">
              <a:buAutoNum type="arabicPeriod"/>
            </a:pPr>
            <a:r>
              <a:rPr lang="en-GB" dirty="0" err="1">
                <a:sym typeface="Wingdings" panose="05000000000000000000" pitchFamily="2" charset="2"/>
              </a:rPr>
              <a:t>Buscar</a:t>
            </a:r>
            <a:r>
              <a:rPr lang="en-GB" dirty="0">
                <a:sym typeface="Wingdings" panose="05000000000000000000" pitchFamily="2" charset="2"/>
              </a:rPr>
              <a:t> </a:t>
            </a:r>
            <a:r>
              <a:rPr lang="en-GB" dirty="0" err="1">
                <a:sym typeface="Wingdings" panose="05000000000000000000" pitchFamily="2" charset="2"/>
              </a:rPr>
              <a:t>el</a:t>
            </a:r>
            <a:r>
              <a:rPr lang="en-GB" dirty="0">
                <a:sym typeface="Wingdings" panose="05000000000000000000" pitchFamily="2" charset="2"/>
              </a:rPr>
              <a:t> </a:t>
            </a:r>
            <a:r>
              <a:rPr lang="en-GB" dirty="0" err="1">
                <a:sym typeface="Wingdings" panose="05000000000000000000" pitchFamily="2" charset="2"/>
              </a:rPr>
              <a:t>archivo</a:t>
            </a:r>
            <a:r>
              <a:rPr lang="en-GB" dirty="0">
                <a:sym typeface="Wingdings" panose="05000000000000000000" pitchFamily="2" charset="2"/>
              </a:rPr>
              <a:t> .</a:t>
            </a:r>
            <a:r>
              <a:rPr lang="en-GB" dirty="0" err="1">
                <a:sym typeface="Wingdings" panose="05000000000000000000" pitchFamily="2" charset="2"/>
              </a:rPr>
              <a:t>tcl</a:t>
            </a:r>
            <a:r>
              <a:rPr lang="en-GB" dirty="0">
                <a:sym typeface="Wingdings" panose="05000000000000000000" pitchFamily="2" charset="2"/>
              </a:rPr>
              <a:t> y </a:t>
            </a:r>
            <a:r>
              <a:rPr lang="en-GB" dirty="0" err="1">
                <a:sym typeface="Wingdings" panose="05000000000000000000" pitchFamily="2" charset="2"/>
              </a:rPr>
              <a:t>lanzarlo</a:t>
            </a:r>
            <a:endParaRPr lang="en-GB" dirty="0"/>
          </a:p>
          <a:p>
            <a:endParaRPr lang="en-GB" dirty="0"/>
          </a:p>
          <a:p>
            <a:endParaRPr lang="en-GB"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5C22BAD-0C20-4C57-868B-E25AC10036C4}"/>
              </a:ext>
            </a:extLst>
          </p:cNvPr>
          <p:cNvPicPr>
            <a:picLocks noChangeAspect="1"/>
          </p:cNvPicPr>
          <p:nvPr/>
        </p:nvPicPr>
        <p:blipFill rotWithShape="1">
          <a:blip r:embed="rId2"/>
          <a:srcRect l="49803" r="30116" b="64661"/>
          <a:stretch/>
        </p:blipFill>
        <p:spPr>
          <a:xfrm>
            <a:off x="6960096" y="1115766"/>
            <a:ext cx="4047305" cy="2003229"/>
          </a:xfrm>
          <a:prstGeom prst="rect">
            <a:avLst/>
          </a:prstGeom>
        </p:spPr>
      </p:pic>
      <p:pic>
        <p:nvPicPr>
          <p:cNvPr id="9" name="Picture 8">
            <a:extLst>
              <a:ext uri="{FF2B5EF4-FFF2-40B4-BE49-F238E27FC236}">
                <a16:creationId xmlns:a16="http://schemas.microsoft.com/office/drawing/2014/main" id="{7EBD8A72-9C9A-4069-BADA-EB2050FCDEF0}"/>
              </a:ext>
            </a:extLst>
          </p:cNvPr>
          <p:cNvPicPr>
            <a:picLocks noChangeAspect="1"/>
          </p:cNvPicPr>
          <p:nvPr/>
        </p:nvPicPr>
        <p:blipFill rotWithShape="1">
          <a:blip r:embed="rId3"/>
          <a:srcRect l="58269" t="26819" r="18106" b="4522"/>
          <a:stretch/>
        </p:blipFill>
        <p:spPr>
          <a:xfrm>
            <a:off x="7536160" y="3739006"/>
            <a:ext cx="2880320" cy="2354290"/>
          </a:xfrm>
          <a:prstGeom prst="rect">
            <a:avLst/>
          </a:prstGeom>
        </p:spPr>
      </p:pic>
      <p:pic>
        <p:nvPicPr>
          <p:cNvPr id="11" name="Picture 10">
            <a:extLst>
              <a:ext uri="{FF2B5EF4-FFF2-40B4-BE49-F238E27FC236}">
                <a16:creationId xmlns:a16="http://schemas.microsoft.com/office/drawing/2014/main" id="{2E821B2A-EED0-4834-9692-9612AB12DB42}"/>
              </a:ext>
            </a:extLst>
          </p:cNvPr>
          <p:cNvPicPr>
            <a:picLocks noChangeAspect="1"/>
          </p:cNvPicPr>
          <p:nvPr/>
        </p:nvPicPr>
        <p:blipFill rotWithShape="1">
          <a:blip r:embed="rId4"/>
          <a:srcRect l="50000" b="5021"/>
          <a:stretch/>
        </p:blipFill>
        <p:spPr>
          <a:xfrm>
            <a:off x="347700" y="3212976"/>
            <a:ext cx="6096000" cy="3256836"/>
          </a:xfrm>
          <a:prstGeom prst="rect">
            <a:avLst/>
          </a:prstGeom>
        </p:spPr>
      </p:pic>
      <p:cxnSp>
        <p:nvCxnSpPr>
          <p:cNvPr id="15" name="Straight Arrow Connector 14">
            <a:extLst>
              <a:ext uri="{FF2B5EF4-FFF2-40B4-BE49-F238E27FC236}">
                <a16:creationId xmlns:a16="http://schemas.microsoft.com/office/drawing/2014/main" id="{88EBD10B-6FFF-4308-9920-261AEB82D5CD}"/>
              </a:ext>
            </a:extLst>
          </p:cNvPr>
          <p:cNvCxnSpPr>
            <a:cxnSpLocks/>
            <a:stCxn id="5" idx="2"/>
            <a:endCxn id="9" idx="0"/>
          </p:cNvCxnSpPr>
          <p:nvPr/>
        </p:nvCxnSpPr>
        <p:spPr>
          <a:xfrm flipH="1">
            <a:off x="8976320" y="3118995"/>
            <a:ext cx="7429" cy="62001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BA6ECF1-AED3-4271-942E-60DAB234E90A}"/>
              </a:ext>
            </a:extLst>
          </p:cNvPr>
          <p:cNvCxnSpPr>
            <a:cxnSpLocks/>
            <a:endCxn id="11" idx="3"/>
          </p:cNvCxnSpPr>
          <p:nvPr/>
        </p:nvCxnSpPr>
        <p:spPr>
          <a:xfrm flipH="1">
            <a:off x="6443700" y="4832142"/>
            <a:ext cx="1099890" cy="925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83265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ED4F6AC-1C42-44E6-874F-20F3813199AA}"/>
              </a:ext>
            </a:extLst>
          </p:cNvPr>
          <p:cNvSpPr>
            <a:spLocks noGrp="1"/>
          </p:cNvSpPr>
          <p:nvPr>
            <p:ph type="title"/>
          </p:nvPr>
        </p:nvSpPr>
        <p:spPr/>
        <p:txBody>
          <a:bodyPr/>
          <a:lstStyle/>
          <a:p>
            <a:r>
              <a:rPr lang="en-GB" dirty="0"/>
              <a:t>FUNCIONES DE TCL EN HYPERMESH</a:t>
            </a:r>
          </a:p>
        </p:txBody>
      </p:sp>
      <p:sp>
        <p:nvSpPr>
          <p:cNvPr id="6" name="Text Placeholder 5"/>
          <p:cNvSpPr>
            <a:spLocks noGrp="1"/>
          </p:cNvSpPr>
          <p:nvPr>
            <p:ph type="body" sz="quarter" idx="12"/>
          </p:nvPr>
        </p:nvSpPr>
        <p:spPr>
          <a:solidFill>
            <a:schemeClr val="accent4"/>
          </a:solidFill>
        </p:spPr>
        <p:txBody>
          <a:bodyPr lIns="91440" tIns="0" rIns="36000"/>
          <a:lstStyle/>
          <a:p>
            <a:r>
              <a:rPr lang="en-GB" dirty="0">
                <a:solidFill>
                  <a:schemeClr val="accent2"/>
                </a:solidFill>
              </a:rPr>
              <a:t>*</a:t>
            </a:r>
            <a:r>
              <a:rPr lang="en-GB" dirty="0" err="1">
                <a:solidFill>
                  <a:schemeClr val="accent2"/>
                </a:solidFill>
              </a:rPr>
              <a:t>createmarkpanel</a:t>
            </a:r>
            <a:r>
              <a:rPr lang="en-GB" dirty="0">
                <a:solidFill>
                  <a:schemeClr val="accent2"/>
                </a:solidFill>
              </a:rPr>
              <a:t> + </a:t>
            </a:r>
            <a:r>
              <a:rPr lang="en-GB" dirty="0" err="1">
                <a:solidFill>
                  <a:schemeClr val="accent2"/>
                </a:solidFill>
              </a:rPr>
              <a:t>hm</a:t>
            </a:r>
            <a:r>
              <a:rPr lang="en-GB" b="1" dirty="0" err="1">
                <a:latin typeface="Times New Roman" panose="02020603050405020304" pitchFamily="18" charset="0"/>
                <a:cs typeface="Times New Roman" panose="02020603050405020304" pitchFamily="18" charset="0"/>
              </a:rPr>
              <a:t>_</a:t>
            </a:r>
            <a:r>
              <a:rPr lang="en-GB" dirty="0" err="1">
                <a:solidFill>
                  <a:schemeClr val="accent2"/>
                </a:solidFill>
              </a:rPr>
              <a:t>getmark</a:t>
            </a:r>
            <a:endParaRPr lang="en-GB" dirty="0">
              <a:solidFill>
                <a:schemeClr val="accent2"/>
              </a:solidFill>
            </a:endParaRPr>
          </a:p>
        </p:txBody>
      </p:sp>
      <p:sp>
        <p:nvSpPr>
          <p:cNvPr id="5" name="Text Placeholder 4"/>
          <p:cNvSpPr>
            <a:spLocks noGrp="1"/>
          </p:cNvSpPr>
          <p:nvPr>
            <p:ph type="body" sz="quarter" idx="10"/>
          </p:nvPr>
        </p:nvSpPr>
        <p:spPr>
          <a:solidFill>
            <a:schemeClr val="bg2"/>
          </a:solidFill>
        </p:spPr>
        <p:txBody>
          <a:bodyPr lIns="91440" tIns="108000"/>
          <a:lstStyle/>
          <a:p>
            <a:pPr lvl="1"/>
            <a:r>
              <a:rPr lang="es-ES" dirty="0"/>
              <a:t>C</a:t>
            </a:r>
            <a:r>
              <a:rPr lang="en-GB" dirty="0" err="1"/>
              <a:t>ombinados</a:t>
            </a:r>
            <a:r>
              <a:rPr lang="en-GB" dirty="0"/>
              <a:t> para </a:t>
            </a:r>
            <a:r>
              <a:rPr lang="en-GB" dirty="0" err="1"/>
              <a:t>seleccionar</a:t>
            </a:r>
            <a:r>
              <a:rPr lang="en-GB" dirty="0"/>
              <a:t> </a:t>
            </a:r>
            <a:r>
              <a:rPr lang="en-GB" dirty="0" err="1"/>
              <a:t>entidades</a:t>
            </a:r>
            <a:r>
              <a:rPr lang="en-GB" dirty="0"/>
              <a:t> y </a:t>
            </a:r>
            <a:r>
              <a:rPr lang="en-GB" dirty="0" err="1"/>
              <a:t>guardarlas</a:t>
            </a:r>
            <a:endParaRPr lang="en-GB" dirty="0"/>
          </a:p>
          <a:p>
            <a:pPr lvl="2"/>
            <a:endParaRPr lang="en-GB" dirty="0"/>
          </a:p>
          <a:p>
            <a:pPr lvl="2"/>
            <a:r>
              <a:rPr lang="en-GB" dirty="0"/>
              <a:t>entity type: </a:t>
            </a:r>
            <a:r>
              <a:rPr lang="en-GB" dirty="0">
                <a:hlinkClick r:id="rId3"/>
              </a:rPr>
              <a:t>Click </a:t>
            </a:r>
            <a:r>
              <a:rPr lang="en-GB" dirty="0" err="1">
                <a:hlinkClick r:id="rId3"/>
              </a:rPr>
              <a:t>aquí</a:t>
            </a:r>
            <a:endParaRPr lang="en-GB" dirty="0"/>
          </a:p>
          <a:p>
            <a:pPr lvl="2"/>
            <a:r>
              <a:rPr lang="en-GB" dirty="0" err="1"/>
              <a:t>markid</a:t>
            </a:r>
            <a:r>
              <a:rPr lang="en-GB" dirty="0"/>
              <a:t>: 1 or 2</a:t>
            </a:r>
          </a:p>
          <a:p>
            <a:pPr lvl="2"/>
            <a:r>
              <a:rPr lang="en-GB" dirty="0"/>
              <a:t>message: </a:t>
            </a:r>
            <a:r>
              <a:rPr lang="en-GB" dirty="0" err="1"/>
              <a:t>mensaje</a:t>
            </a:r>
            <a:r>
              <a:rPr lang="en-GB" dirty="0"/>
              <a:t> para </a:t>
            </a:r>
            <a:r>
              <a:rPr lang="en-GB" dirty="0" err="1"/>
              <a:t>el</a:t>
            </a:r>
            <a:r>
              <a:rPr lang="en-GB" dirty="0"/>
              <a:t> </a:t>
            </a:r>
            <a:r>
              <a:rPr lang="en-GB" dirty="0" err="1"/>
              <a:t>usuario</a:t>
            </a:r>
            <a:endParaRPr lang="en-GB" dirty="0"/>
          </a:p>
          <a:p>
            <a:pPr lvl="2"/>
            <a:endParaRPr lang="en-GB" dirty="0"/>
          </a:p>
          <a:p>
            <a:pPr lvl="2"/>
            <a:r>
              <a:rPr lang="en-GB" dirty="0" err="1"/>
              <a:t>entity</a:t>
            </a:r>
            <a:r>
              <a:rPr lang="en-GB" b="1" dirty="0" err="1">
                <a:latin typeface="Times New Roman" panose="02020603050405020304" pitchFamily="18" charset="0"/>
                <a:cs typeface="Times New Roman" panose="02020603050405020304" pitchFamily="18" charset="0"/>
              </a:rPr>
              <a:t>_</a:t>
            </a:r>
            <a:r>
              <a:rPr lang="en-GB" dirty="0" err="1"/>
              <a:t>type</a:t>
            </a:r>
            <a:r>
              <a:rPr lang="en-GB" dirty="0"/>
              <a:t>: </a:t>
            </a:r>
            <a:r>
              <a:rPr lang="en-GB" dirty="0">
                <a:hlinkClick r:id="rId4"/>
              </a:rPr>
              <a:t>Click </a:t>
            </a:r>
            <a:r>
              <a:rPr lang="en-GB" dirty="0" err="1">
                <a:hlinkClick r:id="rId4"/>
              </a:rPr>
              <a:t>aquí</a:t>
            </a:r>
            <a:endParaRPr lang="en-GB" dirty="0"/>
          </a:p>
          <a:p>
            <a:pPr lvl="2"/>
            <a:r>
              <a:rPr lang="en-GB" dirty="0" err="1"/>
              <a:t>markid</a:t>
            </a:r>
            <a:r>
              <a:rPr lang="en-GB" dirty="0"/>
              <a:t>: </a:t>
            </a:r>
            <a:r>
              <a:rPr lang="en-GB" dirty="0" err="1"/>
              <a:t>igual</a:t>
            </a:r>
            <a:r>
              <a:rPr lang="en-GB" dirty="0"/>
              <a:t> que </a:t>
            </a:r>
            <a:r>
              <a:rPr lang="en-GB" dirty="0" err="1"/>
              <a:t>en</a:t>
            </a:r>
            <a:r>
              <a:rPr lang="en-GB" dirty="0"/>
              <a:t> *</a:t>
            </a:r>
            <a:r>
              <a:rPr lang="en-GB" dirty="0" err="1"/>
              <a:t>createmarkpanel</a:t>
            </a:r>
            <a:endParaRPr lang="en-GB" dirty="0"/>
          </a:p>
          <a:p>
            <a:pPr lvl="1"/>
            <a:r>
              <a:rPr lang="en-GB" dirty="0"/>
              <a:t>Los entity types son </a:t>
            </a:r>
            <a:r>
              <a:rPr lang="en-GB" dirty="0" err="1"/>
              <a:t>distintos</a:t>
            </a:r>
            <a:r>
              <a:rPr lang="en-GB" dirty="0"/>
              <a:t> </a:t>
            </a:r>
            <a:r>
              <a:rPr lang="en-GB" dirty="0" err="1"/>
              <a:t>en</a:t>
            </a:r>
            <a:r>
              <a:rPr lang="en-GB" dirty="0"/>
              <a:t> </a:t>
            </a:r>
            <a:r>
              <a:rPr lang="en-GB" dirty="0" err="1"/>
              <a:t>funciones</a:t>
            </a:r>
            <a:r>
              <a:rPr lang="en-GB" dirty="0"/>
              <a:t> </a:t>
            </a:r>
            <a:r>
              <a:rPr lang="en-GB" dirty="0" err="1"/>
              <a:t>integradas</a:t>
            </a:r>
            <a:r>
              <a:rPr lang="en-GB" dirty="0"/>
              <a:t> y </a:t>
            </a:r>
            <a:r>
              <a:rPr lang="en-GB" dirty="0" err="1"/>
              <a:t>comandos</a:t>
            </a:r>
            <a:r>
              <a:rPr lang="en-GB" dirty="0"/>
              <a:t> </a:t>
            </a:r>
            <a:r>
              <a:rPr lang="en-GB" dirty="0" err="1"/>
              <a:t>directos</a:t>
            </a:r>
            <a:endParaRPr lang="en-GB" dirty="0"/>
          </a:p>
          <a:p>
            <a:pPr lvl="2"/>
            <a:endParaRPr lang="en-GB" dirty="0"/>
          </a:p>
          <a:p>
            <a:pPr lvl="2"/>
            <a:endParaRPr lang="en-GB" dirty="0"/>
          </a:p>
        </p:txBody>
      </p:sp>
      <p:sp>
        <p:nvSpPr>
          <p:cNvPr id="7" name="Text Placeholder 6"/>
          <p:cNvSpPr>
            <a:spLocks noGrp="1"/>
          </p:cNvSpPr>
          <p:nvPr>
            <p:ph type="body" sz="quarter" idx="13"/>
          </p:nvPr>
        </p:nvSpPr>
        <p:spPr>
          <a:solidFill>
            <a:schemeClr val="accent4"/>
          </a:solidFill>
        </p:spPr>
        <p:txBody>
          <a:bodyPr lIns="91440" tIns="0" rIns="36000"/>
          <a:lstStyle/>
          <a:p>
            <a:r>
              <a:rPr lang="en-GB" dirty="0" err="1">
                <a:solidFill>
                  <a:schemeClr val="accent2"/>
                </a:solidFill>
              </a:rPr>
              <a:t>hm</a:t>
            </a:r>
            <a:r>
              <a:rPr lang="en-GB" b="1" dirty="0" err="1">
                <a:latin typeface="Times New Roman" panose="02020603050405020304" pitchFamily="18" charset="0"/>
                <a:cs typeface="Times New Roman" panose="02020603050405020304" pitchFamily="18" charset="0"/>
              </a:rPr>
              <a:t>_</a:t>
            </a:r>
            <a:r>
              <a:rPr lang="en-GB" dirty="0" err="1">
                <a:solidFill>
                  <a:schemeClr val="accent2"/>
                </a:solidFill>
              </a:rPr>
              <a:t>getvalue</a:t>
            </a:r>
            <a:endParaRPr lang="en-GB" dirty="0">
              <a:solidFill>
                <a:schemeClr val="accent2"/>
              </a:solidFill>
            </a:endParaRPr>
          </a:p>
        </p:txBody>
      </p:sp>
      <p:sp>
        <p:nvSpPr>
          <p:cNvPr id="8" name="Text Placeholder 7"/>
          <p:cNvSpPr>
            <a:spLocks noGrp="1"/>
          </p:cNvSpPr>
          <p:nvPr>
            <p:ph type="body" sz="quarter" idx="14"/>
          </p:nvPr>
        </p:nvSpPr>
        <p:spPr>
          <a:solidFill>
            <a:schemeClr val="bg2"/>
          </a:solidFill>
        </p:spPr>
        <p:txBody>
          <a:bodyPr lIns="91440" tIns="108000"/>
          <a:lstStyle/>
          <a:p>
            <a:pPr lvl="1"/>
            <a:r>
              <a:rPr lang="en-GB" dirty="0"/>
              <a:t>A </a:t>
            </a:r>
            <a:r>
              <a:rPr lang="en-GB" dirty="0" err="1"/>
              <a:t>través</a:t>
            </a:r>
            <a:r>
              <a:rPr lang="en-GB" dirty="0"/>
              <a:t> de un ID, </a:t>
            </a:r>
            <a:r>
              <a:rPr lang="en-GB" dirty="0" err="1"/>
              <a:t>obtiene</a:t>
            </a:r>
            <a:r>
              <a:rPr lang="en-GB" dirty="0"/>
              <a:t> </a:t>
            </a:r>
            <a:r>
              <a:rPr lang="en-GB" dirty="0" err="1"/>
              <a:t>información</a:t>
            </a:r>
            <a:r>
              <a:rPr lang="en-GB" dirty="0"/>
              <a:t> de la </a:t>
            </a:r>
            <a:r>
              <a:rPr lang="en-GB" dirty="0" err="1"/>
              <a:t>entidad</a:t>
            </a:r>
            <a:endParaRPr lang="en-GB" dirty="0"/>
          </a:p>
          <a:p>
            <a:pPr lvl="1"/>
            <a:endParaRPr lang="en-GB" dirty="0"/>
          </a:p>
          <a:p>
            <a:pPr lvl="1"/>
            <a:endParaRPr lang="en-GB" dirty="0"/>
          </a:p>
          <a:p>
            <a:pPr lvl="2"/>
            <a:r>
              <a:rPr lang="en-GB" dirty="0" err="1"/>
              <a:t>entity</a:t>
            </a:r>
            <a:r>
              <a:rPr lang="en-GB" b="1" dirty="0" err="1">
                <a:latin typeface="Times New Roman" panose="02020603050405020304" pitchFamily="18" charset="0"/>
                <a:cs typeface="Times New Roman" panose="02020603050405020304" pitchFamily="18" charset="0"/>
              </a:rPr>
              <a:t>_</a:t>
            </a:r>
            <a:r>
              <a:rPr lang="en-GB" dirty="0" err="1"/>
              <a:t>type</a:t>
            </a:r>
            <a:r>
              <a:rPr lang="en-GB" dirty="0"/>
              <a:t>: </a:t>
            </a:r>
            <a:r>
              <a:rPr lang="en-GB" dirty="0">
                <a:hlinkClick r:id="rId4"/>
              </a:rPr>
              <a:t>Click </a:t>
            </a:r>
            <a:r>
              <a:rPr lang="en-GB" dirty="0" err="1">
                <a:hlinkClick r:id="rId4"/>
              </a:rPr>
              <a:t>aquí</a:t>
            </a:r>
            <a:endParaRPr lang="en-GB" dirty="0"/>
          </a:p>
          <a:p>
            <a:pPr lvl="2"/>
            <a:r>
              <a:rPr lang="en-GB" dirty="0" err="1"/>
              <a:t>select</a:t>
            </a:r>
            <a:r>
              <a:rPr lang="en-GB" b="1" dirty="0" err="1">
                <a:latin typeface="Times New Roman" panose="02020603050405020304" pitchFamily="18" charset="0"/>
                <a:cs typeface="Times New Roman" panose="02020603050405020304" pitchFamily="18" charset="0"/>
              </a:rPr>
              <a:t>_</a:t>
            </a:r>
            <a:r>
              <a:rPr lang="en-GB" dirty="0" err="1"/>
              <a:t>type</a:t>
            </a:r>
            <a:r>
              <a:rPr lang="en-GB" dirty="0"/>
              <a:t> = selection</a:t>
            </a:r>
          </a:p>
          <a:p>
            <a:pPr lvl="3"/>
            <a:r>
              <a:rPr lang="en-GB" dirty="0"/>
              <a:t>id = id de la </a:t>
            </a:r>
            <a:r>
              <a:rPr lang="en-GB" dirty="0" err="1"/>
              <a:t>entidad</a:t>
            </a:r>
            <a:endParaRPr lang="en-GB" dirty="0"/>
          </a:p>
          <a:p>
            <a:pPr lvl="3"/>
            <a:r>
              <a:rPr lang="en-GB" dirty="0"/>
              <a:t>mark = id de la mark</a:t>
            </a:r>
          </a:p>
          <a:p>
            <a:pPr lvl="3"/>
            <a:r>
              <a:rPr lang="en-GB" dirty="0"/>
              <a:t>…</a:t>
            </a:r>
          </a:p>
          <a:p>
            <a:pPr lvl="2"/>
            <a:r>
              <a:rPr lang="en-GB" dirty="0" err="1"/>
              <a:t>dataname</a:t>
            </a:r>
            <a:r>
              <a:rPr lang="en-GB" dirty="0"/>
              <a:t>=attribute: </a:t>
            </a:r>
            <a:r>
              <a:rPr lang="en-GB" dirty="0">
                <a:hlinkClick r:id="rId5"/>
              </a:rPr>
              <a:t>Click </a:t>
            </a:r>
            <a:r>
              <a:rPr lang="en-GB" dirty="0" err="1">
                <a:hlinkClick r:id="rId5"/>
              </a:rPr>
              <a:t>aquí</a:t>
            </a:r>
            <a:endParaRPr lang="en-GB" dirty="0"/>
          </a:p>
          <a:p>
            <a:pPr lvl="3"/>
            <a:r>
              <a:rPr lang="en-GB" dirty="0"/>
              <a:t>El </a:t>
            </a:r>
            <a:r>
              <a:rPr lang="en-GB" dirty="0" err="1"/>
              <a:t>nombre</a:t>
            </a:r>
            <a:r>
              <a:rPr lang="en-GB" dirty="0"/>
              <a:t> de la </a:t>
            </a:r>
            <a:r>
              <a:rPr lang="en-GB" dirty="0" err="1"/>
              <a:t>información</a:t>
            </a:r>
            <a:r>
              <a:rPr lang="en-GB" dirty="0"/>
              <a:t> a </a:t>
            </a:r>
            <a:r>
              <a:rPr lang="en-GB" dirty="0" err="1"/>
              <a:t>obtener</a:t>
            </a:r>
            <a:endParaRPr lang="en-GB" dirty="0"/>
          </a:p>
          <a:p>
            <a:pPr marL="361950" lvl="3" indent="0">
              <a:buNone/>
            </a:pPr>
            <a:endParaRPr lang="en-GB" dirty="0"/>
          </a:p>
          <a:p>
            <a:pPr marL="177800" lvl="2" indent="0">
              <a:buNone/>
            </a:pPr>
            <a:endParaRPr lang="en-GB" dirty="0"/>
          </a:p>
        </p:txBody>
      </p:sp>
      <p:cxnSp>
        <p:nvCxnSpPr>
          <p:cNvPr id="14" name="Straight Connector 13">
            <a:extLst>
              <a:ext uri="{C183D7F6-B498-43B3-948B-1728B52AA6E4}">
                <adec:decorative xmlns:adec="http://schemas.microsoft.com/office/drawing/2017/decorative" val="1"/>
              </a:ext>
            </a:extLst>
          </p:cNvPr>
          <p:cNvCxnSpPr>
            <a:cxnSpLocks/>
          </p:cNvCxnSpPr>
          <p:nvPr/>
        </p:nvCxnSpPr>
        <p:spPr>
          <a:xfrm>
            <a:off x="6096000" y="2205319"/>
            <a:ext cx="0" cy="4257392"/>
          </a:xfrm>
          <a:prstGeom prst="line">
            <a:avLst/>
          </a:prstGeom>
          <a:solidFill>
            <a:schemeClr val="tx1"/>
          </a:solidFill>
          <a:ln w="28575" cap="flat">
            <a:solidFill>
              <a:srgbClr val="12ABDB"/>
            </a:solidFill>
            <a:round/>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B0FC7B6B-7E76-4788-AEE8-18B3EA842F71}"/>
              </a:ext>
            </a:extLst>
          </p:cNvPr>
          <p:cNvPicPr>
            <a:picLocks noChangeAspect="1"/>
          </p:cNvPicPr>
          <p:nvPr/>
        </p:nvPicPr>
        <p:blipFill>
          <a:blip r:embed="rId6"/>
          <a:stretch>
            <a:fillRect/>
          </a:stretch>
        </p:blipFill>
        <p:spPr>
          <a:xfrm>
            <a:off x="642579" y="2659184"/>
            <a:ext cx="5125165" cy="257211"/>
          </a:xfrm>
          <a:prstGeom prst="rect">
            <a:avLst/>
          </a:prstGeom>
        </p:spPr>
      </p:pic>
      <p:pic>
        <p:nvPicPr>
          <p:cNvPr id="9" name="Picture 8">
            <a:extLst>
              <a:ext uri="{FF2B5EF4-FFF2-40B4-BE49-F238E27FC236}">
                <a16:creationId xmlns:a16="http://schemas.microsoft.com/office/drawing/2014/main" id="{A057CF47-4740-4099-9760-BAC0702F272F}"/>
              </a:ext>
            </a:extLst>
          </p:cNvPr>
          <p:cNvPicPr>
            <a:picLocks noChangeAspect="1"/>
          </p:cNvPicPr>
          <p:nvPr/>
        </p:nvPicPr>
        <p:blipFill>
          <a:blip r:embed="rId7"/>
          <a:stretch>
            <a:fillRect/>
          </a:stretch>
        </p:blipFill>
        <p:spPr>
          <a:xfrm>
            <a:off x="437153" y="3992380"/>
            <a:ext cx="5533618" cy="227756"/>
          </a:xfrm>
          <a:prstGeom prst="rect">
            <a:avLst/>
          </a:prstGeom>
        </p:spPr>
      </p:pic>
      <p:pic>
        <p:nvPicPr>
          <p:cNvPr id="13" name="Picture 12">
            <a:extLst>
              <a:ext uri="{FF2B5EF4-FFF2-40B4-BE49-F238E27FC236}">
                <a16:creationId xmlns:a16="http://schemas.microsoft.com/office/drawing/2014/main" id="{BA08DBCA-4426-4686-B723-07C0701A37B8}"/>
              </a:ext>
            </a:extLst>
          </p:cNvPr>
          <p:cNvPicPr>
            <a:picLocks noChangeAspect="1"/>
          </p:cNvPicPr>
          <p:nvPr/>
        </p:nvPicPr>
        <p:blipFill>
          <a:blip r:embed="rId8"/>
          <a:stretch>
            <a:fillRect/>
          </a:stretch>
        </p:blipFill>
        <p:spPr>
          <a:xfrm>
            <a:off x="6384032" y="2640131"/>
            <a:ext cx="4915586" cy="552527"/>
          </a:xfrm>
          <a:prstGeom prst="rect">
            <a:avLst/>
          </a:prstGeom>
        </p:spPr>
      </p:pic>
      <p:pic>
        <p:nvPicPr>
          <p:cNvPr id="17" name="Picture 16">
            <a:extLst>
              <a:ext uri="{FF2B5EF4-FFF2-40B4-BE49-F238E27FC236}">
                <a16:creationId xmlns:a16="http://schemas.microsoft.com/office/drawing/2014/main" id="{3D828654-A54A-46A0-88C1-DA5DA07EA35E}"/>
              </a:ext>
            </a:extLst>
          </p:cNvPr>
          <p:cNvPicPr>
            <a:picLocks noChangeAspect="1"/>
          </p:cNvPicPr>
          <p:nvPr/>
        </p:nvPicPr>
        <p:blipFill>
          <a:blip r:embed="rId9"/>
          <a:stretch>
            <a:fillRect/>
          </a:stretch>
        </p:blipFill>
        <p:spPr>
          <a:xfrm>
            <a:off x="1522565" y="5530849"/>
            <a:ext cx="3362794" cy="752580"/>
          </a:xfrm>
          <a:prstGeom prst="rect">
            <a:avLst/>
          </a:prstGeom>
        </p:spPr>
      </p:pic>
      <p:pic>
        <p:nvPicPr>
          <p:cNvPr id="21" name="Picture 20">
            <a:extLst>
              <a:ext uri="{FF2B5EF4-FFF2-40B4-BE49-F238E27FC236}">
                <a16:creationId xmlns:a16="http://schemas.microsoft.com/office/drawing/2014/main" id="{B26413AA-732F-4F1B-9895-0B4885F2BE42}"/>
              </a:ext>
            </a:extLst>
          </p:cNvPr>
          <p:cNvPicPr>
            <a:picLocks noChangeAspect="1"/>
          </p:cNvPicPr>
          <p:nvPr/>
        </p:nvPicPr>
        <p:blipFill>
          <a:blip r:embed="rId10"/>
          <a:stretch>
            <a:fillRect/>
          </a:stretch>
        </p:blipFill>
        <p:spPr>
          <a:xfrm>
            <a:off x="6218441" y="5812815"/>
            <a:ext cx="5543143" cy="18897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a:t>Documentación</a:t>
            </a:r>
            <a:r>
              <a:rPr lang="en-US" dirty="0"/>
              <a:t> y </a:t>
            </a:r>
            <a:r>
              <a:rPr lang="en-US" dirty="0" err="1"/>
              <a:t>trucos</a:t>
            </a:r>
            <a:br>
              <a:rPr lang="en-US" dirty="0"/>
            </a:br>
            <a:endParaRPr lang="en-GB" dirty="0"/>
          </a:p>
        </p:txBody>
      </p:sp>
      <p:sp>
        <p:nvSpPr>
          <p:cNvPr id="8" name="Text Placeholder 5">
            <a:extLst>
              <a:ext uri="{FF2B5EF4-FFF2-40B4-BE49-F238E27FC236}">
                <a16:creationId xmlns:a16="http://schemas.microsoft.com/office/drawing/2014/main" id="{D06A00BB-62BB-4E38-A548-65DC793A0CEC}"/>
              </a:ext>
            </a:extLst>
          </p:cNvPr>
          <p:cNvSpPr txBox="1">
            <a:spLocks/>
          </p:cNvSpPr>
          <p:nvPr/>
        </p:nvSpPr>
        <p:spPr>
          <a:xfrm>
            <a:off x="525066" y="1129123"/>
            <a:ext cx="5400000" cy="360000"/>
          </a:xfrm>
          <a:prstGeom prst="rect">
            <a:avLst/>
          </a:prstGeom>
          <a:solidFill>
            <a:srgbClr val="0070AD"/>
          </a:solidFill>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sz="1600" dirty="0">
                <a:solidFill>
                  <a:schemeClr val="bg1"/>
                </a:solidFill>
              </a:rPr>
              <a:t>Matrix Browser</a:t>
            </a:r>
          </a:p>
        </p:txBody>
      </p:sp>
      <p:sp>
        <p:nvSpPr>
          <p:cNvPr id="7" name="Text Placeholder 4">
            <a:extLst>
              <a:ext uri="{FF2B5EF4-FFF2-40B4-BE49-F238E27FC236}">
                <a16:creationId xmlns:a16="http://schemas.microsoft.com/office/drawing/2014/main" id="{C24BC97D-D742-4656-BED6-39CE6697D04F}"/>
              </a:ext>
            </a:extLst>
          </p:cNvPr>
          <p:cNvSpPr txBox="1">
            <a:spLocks/>
          </p:cNvSpPr>
          <p:nvPr/>
        </p:nvSpPr>
        <p:spPr>
          <a:xfrm>
            <a:off x="525066" y="1481623"/>
            <a:ext cx="5400000" cy="2221553"/>
          </a:xfrm>
          <a:prstGeom prst="rect">
            <a:avLst/>
          </a:prstGeom>
          <a:solidFill>
            <a:schemeClr val="bg1"/>
          </a:solidFill>
        </p:spPr>
        <p:txBody>
          <a:bodyPr vert="horz" lIns="90000" tIns="54000" rIns="90000" bIns="5400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9388" lvl="1" indent="-179388">
              <a:lnSpc>
                <a:spcPct val="100000"/>
              </a:lnSpc>
              <a:spcBef>
                <a:spcPts val="300"/>
              </a:spcBef>
            </a:pPr>
            <a:r>
              <a:rPr lang="en-US" sz="1400" dirty="0" err="1">
                <a:latin typeface="+mn-lt"/>
              </a:rPr>
              <a:t>Datanames</a:t>
            </a:r>
            <a:r>
              <a:rPr lang="en-US" sz="1400" dirty="0">
                <a:latin typeface="+mn-lt"/>
              </a:rPr>
              <a:t> </a:t>
            </a:r>
            <a:r>
              <a:rPr lang="en-US" sz="1400" dirty="0" err="1">
                <a:latin typeface="+mn-lt"/>
              </a:rPr>
              <a:t>iguales</a:t>
            </a:r>
            <a:r>
              <a:rPr lang="en-US" sz="1400" dirty="0">
                <a:latin typeface="+mn-lt"/>
              </a:rPr>
              <a:t> que </a:t>
            </a:r>
            <a:r>
              <a:rPr lang="en-US" sz="1400" dirty="0" err="1">
                <a:latin typeface="+mn-lt"/>
              </a:rPr>
              <a:t>en</a:t>
            </a:r>
            <a:r>
              <a:rPr lang="en-US" sz="1400" dirty="0">
                <a:latin typeface="+mn-lt"/>
              </a:rPr>
              <a:t> las </a:t>
            </a:r>
            <a:r>
              <a:rPr lang="en-US" sz="1400" dirty="0" err="1">
                <a:latin typeface="+mn-lt"/>
              </a:rPr>
              <a:t>funciones</a:t>
            </a:r>
            <a:r>
              <a:rPr lang="en-US" sz="1400" dirty="0">
                <a:latin typeface="+mn-lt"/>
              </a:rPr>
              <a:t> de Hypermesh</a:t>
            </a:r>
          </a:p>
          <a:p>
            <a:pPr marL="179388" lvl="1" indent="-179388">
              <a:lnSpc>
                <a:spcPct val="100000"/>
              </a:lnSpc>
              <a:spcBef>
                <a:spcPts val="300"/>
              </a:spcBef>
            </a:pPr>
            <a:r>
              <a:rPr lang="en-US" sz="1400" dirty="0" err="1">
                <a:latin typeface="+mn-lt"/>
              </a:rPr>
              <a:t>Útil</a:t>
            </a:r>
            <a:r>
              <a:rPr lang="en-US" sz="1400" dirty="0">
                <a:latin typeface="+mn-lt"/>
              </a:rPr>
              <a:t> para </a:t>
            </a:r>
            <a:r>
              <a:rPr lang="en-US" sz="1400" dirty="0" err="1">
                <a:latin typeface="+mn-lt"/>
              </a:rPr>
              <a:t>buscar</a:t>
            </a:r>
            <a:r>
              <a:rPr lang="en-US" sz="1400" dirty="0">
                <a:latin typeface="+mn-lt"/>
              </a:rPr>
              <a:t> </a:t>
            </a:r>
            <a:r>
              <a:rPr lang="en-US" sz="1400" dirty="0" err="1">
                <a:latin typeface="+mn-lt"/>
              </a:rPr>
              <a:t>qué</a:t>
            </a:r>
            <a:r>
              <a:rPr lang="en-US" sz="1400" dirty="0">
                <a:latin typeface="+mn-lt"/>
              </a:rPr>
              <a:t> </a:t>
            </a:r>
            <a:r>
              <a:rPr lang="en-US" sz="1400" dirty="0" err="1">
                <a:latin typeface="+mn-lt"/>
              </a:rPr>
              <a:t>datanames</a:t>
            </a:r>
            <a:r>
              <a:rPr lang="en-US" sz="1400" dirty="0">
                <a:latin typeface="+mn-lt"/>
              </a:rPr>
              <a:t> se </a:t>
            </a:r>
            <a:r>
              <a:rPr lang="en-US" sz="1400" dirty="0" err="1">
                <a:latin typeface="+mn-lt"/>
              </a:rPr>
              <a:t>corresponden</a:t>
            </a:r>
            <a:r>
              <a:rPr lang="en-US" sz="1400" dirty="0">
                <a:latin typeface="+mn-lt"/>
              </a:rPr>
              <a:t> con </a:t>
            </a:r>
            <a:r>
              <a:rPr lang="en-US" sz="1400" dirty="0" err="1">
                <a:latin typeface="+mn-lt"/>
              </a:rPr>
              <a:t>qué</a:t>
            </a:r>
            <a:r>
              <a:rPr lang="en-US" sz="1400" dirty="0">
                <a:latin typeface="+mn-lt"/>
              </a:rPr>
              <a:t> entity types</a:t>
            </a:r>
          </a:p>
          <a:p>
            <a:pPr marL="179388" lvl="1" indent="-179388">
              <a:lnSpc>
                <a:spcPct val="100000"/>
              </a:lnSpc>
              <a:spcBef>
                <a:spcPts val="300"/>
              </a:spcBef>
            </a:pPr>
            <a:r>
              <a:rPr lang="en-US" sz="1400" dirty="0">
                <a:latin typeface="+mn-lt"/>
              </a:rPr>
              <a:t>Más </a:t>
            </a:r>
            <a:r>
              <a:rPr lang="en-US" sz="1400" dirty="0" err="1">
                <a:latin typeface="+mn-lt"/>
              </a:rPr>
              <a:t>limitado</a:t>
            </a:r>
            <a:r>
              <a:rPr lang="en-US" sz="1400" dirty="0">
                <a:latin typeface="+mn-lt"/>
              </a:rPr>
              <a:t> que </a:t>
            </a:r>
            <a:r>
              <a:rPr lang="en-US" sz="1400" dirty="0" err="1">
                <a:latin typeface="+mn-lt"/>
              </a:rPr>
              <a:t>el</a:t>
            </a:r>
            <a:r>
              <a:rPr lang="en-US" sz="1400" dirty="0">
                <a:latin typeface="+mn-lt"/>
              </a:rPr>
              <a:t> scripting</a:t>
            </a:r>
            <a:endParaRPr lang="en-US" dirty="0">
              <a:latin typeface="+mn-lt"/>
            </a:endParaRPr>
          </a:p>
        </p:txBody>
      </p:sp>
      <p:sp>
        <p:nvSpPr>
          <p:cNvPr id="12" name="Text Placeholder 5">
            <a:extLst>
              <a:ext uri="{FF2B5EF4-FFF2-40B4-BE49-F238E27FC236}">
                <a16:creationId xmlns:a16="http://schemas.microsoft.com/office/drawing/2014/main" id="{D0EEAE55-3908-4254-BFA1-09020080E75E}"/>
              </a:ext>
              <a:ext uri="{C183D7F6-B498-43B3-948B-1728B52AA6E4}">
                <adec:decorative xmlns:adec="http://schemas.microsoft.com/office/drawing/2017/decorative" val="1"/>
              </a:ext>
            </a:extLst>
          </p:cNvPr>
          <p:cNvSpPr txBox="1">
            <a:spLocks/>
          </p:cNvSpPr>
          <p:nvPr/>
        </p:nvSpPr>
        <p:spPr>
          <a:xfrm>
            <a:off x="525066" y="3674376"/>
            <a:ext cx="5400000" cy="28800"/>
          </a:xfrm>
          <a:prstGeom prst="rect">
            <a:avLst/>
          </a:prstGeom>
          <a:solidFill>
            <a:srgbClr val="0070AD"/>
          </a:solidFill>
        </p:spPr>
        <p:txBody>
          <a:bodyPr vert="horz" lIns="0" tIns="0" rIns="0" bIns="0" rtlCol="0" anchor="ctr">
            <a:normAutofit fontScale="25000" lnSpcReduction="20000"/>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GB" sz="1600">
              <a:solidFill>
                <a:schemeClr val="bg1"/>
              </a:solidFill>
            </a:endParaRPr>
          </a:p>
        </p:txBody>
      </p:sp>
      <p:sp>
        <p:nvSpPr>
          <p:cNvPr id="11" name="Text Placeholder 5">
            <a:extLst>
              <a:ext uri="{FF2B5EF4-FFF2-40B4-BE49-F238E27FC236}">
                <a16:creationId xmlns:a16="http://schemas.microsoft.com/office/drawing/2014/main" id="{05BE0285-E253-45DC-AD48-1FC2E338C362}"/>
              </a:ext>
            </a:extLst>
          </p:cNvPr>
          <p:cNvSpPr txBox="1">
            <a:spLocks/>
          </p:cNvSpPr>
          <p:nvPr/>
        </p:nvSpPr>
        <p:spPr>
          <a:xfrm>
            <a:off x="6266935" y="1129123"/>
            <a:ext cx="5400000" cy="360000"/>
          </a:xfrm>
          <a:prstGeom prst="rect">
            <a:avLst/>
          </a:prstGeom>
          <a:solidFill>
            <a:srgbClr val="007D74"/>
          </a:solidFill>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sz="1600" dirty="0" err="1">
                <a:solidFill>
                  <a:schemeClr val="bg1"/>
                </a:solidFill>
              </a:rPr>
              <a:t>command.tcl</a:t>
            </a:r>
            <a:endParaRPr lang="en-GB" sz="1600" dirty="0">
              <a:solidFill>
                <a:schemeClr val="bg1"/>
              </a:solidFill>
            </a:endParaRPr>
          </a:p>
        </p:txBody>
      </p:sp>
      <p:sp>
        <p:nvSpPr>
          <p:cNvPr id="10" name="Text Placeholder 4">
            <a:extLst>
              <a:ext uri="{FF2B5EF4-FFF2-40B4-BE49-F238E27FC236}">
                <a16:creationId xmlns:a16="http://schemas.microsoft.com/office/drawing/2014/main" id="{ACD56D34-2A2E-4AE7-81CE-420EA02090DA}"/>
              </a:ext>
            </a:extLst>
          </p:cNvPr>
          <p:cNvSpPr txBox="1">
            <a:spLocks/>
          </p:cNvSpPr>
          <p:nvPr/>
        </p:nvSpPr>
        <p:spPr>
          <a:xfrm>
            <a:off x="6266935" y="1481623"/>
            <a:ext cx="5400000" cy="2221553"/>
          </a:xfrm>
          <a:prstGeom prst="rect">
            <a:avLst/>
          </a:prstGeom>
          <a:solidFill>
            <a:schemeClr val="bg1"/>
          </a:solidFill>
        </p:spPr>
        <p:txBody>
          <a:bodyPr vert="horz" lIns="90000" tIns="54000" rIns="90000" bIns="5400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9388" lvl="1" indent="-179388">
              <a:lnSpc>
                <a:spcPct val="100000"/>
              </a:lnSpc>
              <a:spcBef>
                <a:spcPts val="300"/>
              </a:spcBef>
            </a:pPr>
            <a:r>
              <a:rPr lang="en-US" sz="1400" dirty="0" err="1">
                <a:latin typeface="+mn-lt"/>
              </a:rPr>
              <a:t>Fichero</a:t>
            </a:r>
            <a:r>
              <a:rPr lang="en-US" sz="1400" dirty="0">
                <a:latin typeface="+mn-lt"/>
              </a:rPr>
              <a:t> que </a:t>
            </a:r>
            <a:r>
              <a:rPr lang="en-US" sz="1400" dirty="0" err="1">
                <a:latin typeface="+mn-lt"/>
              </a:rPr>
              <a:t>actualiza</a:t>
            </a:r>
            <a:r>
              <a:rPr lang="en-US" sz="1400" dirty="0">
                <a:latin typeface="+mn-lt"/>
              </a:rPr>
              <a:t> Hypermesh con </a:t>
            </a:r>
            <a:r>
              <a:rPr lang="en-US" sz="1400" dirty="0" err="1">
                <a:latin typeface="+mn-lt"/>
              </a:rPr>
              <a:t>cada</a:t>
            </a:r>
            <a:r>
              <a:rPr lang="en-US" sz="1400" dirty="0">
                <a:latin typeface="+mn-lt"/>
              </a:rPr>
              <a:t> </a:t>
            </a:r>
            <a:r>
              <a:rPr lang="en-US" sz="1400" dirty="0" err="1">
                <a:latin typeface="+mn-lt"/>
              </a:rPr>
              <a:t>uso</a:t>
            </a:r>
            <a:r>
              <a:rPr lang="en-US" sz="1400" dirty="0">
                <a:latin typeface="+mn-lt"/>
              </a:rPr>
              <a:t> </a:t>
            </a:r>
            <a:r>
              <a:rPr lang="en-US" sz="1400" dirty="0" err="1">
                <a:latin typeface="+mn-lt"/>
              </a:rPr>
              <a:t>en</a:t>
            </a:r>
            <a:r>
              <a:rPr lang="en-US" sz="1400" dirty="0">
                <a:latin typeface="+mn-lt"/>
              </a:rPr>
              <a:t> la </a:t>
            </a:r>
            <a:r>
              <a:rPr lang="en-US" sz="1400" dirty="0" err="1">
                <a:latin typeface="+mn-lt"/>
              </a:rPr>
              <a:t>interfaz</a:t>
            </a:r>
            <a:endParaRPr lang="en-US" sz="1400" dirty="0">
              <a:latin typeface="+mn-lt"/>
            </a:endParaRPr>
          </a:p>
          <a:p>
            <a:pPr marL="179388" lvl="1" indent="-179388">
              <a:lnSpc>
                <a:spcPct val="100000"/>
              </a:lnSpc>
              <a:spcBef>
                <a:spcPts val="300"/>
              </a:spcBef>
            </a:pPr>
            <a:r>
              <a:rPr lang="en-US" sz="1400" dirty="0" err="1">
                <a:latin typeface="+mn-lt"/>
              </a:rPr>
              <a:t>Útil</a:t>
            </a:r>
            <a:r>
              <a:rPr lang="en-US" sz="1400" dirty="0">
                <a:latin typeface="+mn-lt"/>
              </a:rPr>
              <a:t> para saber </a:t>
            </a:r>
            <a:r>
              <a:rPr lang="en-US" sz="1400" dirty="0" err="1">
                <a:latin typeface="+mn-lt"/>
              </a:rPr>
              <a:t>qué</a:t>
            </a:r>
            <a:r>
              <a:rPr lang="en-US" sz="1400" dirty="0">
                <a:latin typeface="+mn-lt"/>
              </a:rPr>
              <a:t> </a:t>
            </a:r>
            <a:r>
              <a:rPr lang="en-US" sz="1400" dirty="0" err="1">
                <a:latin typeface="+mn-lt"/>
              </a:rPr>
              <a:t>función</a:t>
            </a:r>
            <a:r>
              <a:rPr lang="en-US" sz="1400" dirty="0">
                <a:latin typeface="+mn-lt"/>
              </a:rPr>
              <a:t> </a:t>
            </a:r>
            <a:r>
              <a:rPr lang="en-US" sz="1400" dirty="0" err="1">
                <a:latin typeface="+mn-lt"/>
              </a:rPr>
              <a:t>utilizar</a:t>
            </a:r>
            <a:endParaRPr lang="en-US" dirty="0">
              <a:latin typeface="+mn-lt"/>
            </a:endParaRPr>
          </a:p>
        </p:txBody>
      </p:sp>
      <p:sp>
        <p:nvSpPr>
          <p:cNvPr id="13" name="Text Placeholder 5">
            <a:extLst>
              <a:ext uri="{FF2B5EF4-FFF2-40B4-BE49-F238E27FC236}">
                <a16:creationId xmlns:a16="http://schemas.microsoft.com/office/drawing/2014/main" id="{EDC8BF98-1E31-4773-B628-C9C263F92B26}"/>
              </a:ext>
              <a:ext uri="{C183D7F6-B498-43B3-948B-1728B52AA6E4}">
                <adec:decorative xmlns:adec="http://schemas.microsoft.com/office/drawing/2017/decorative" val="1"/>
              </a:ext>
            </a:extLst>
          </p:cNvPr>
          <p:cNvSpPr txBox="1">
            <a:spLocks/>
          </p:cNvSpPr>
          <p:nvPr/>
        </p:nvSpPr>
        <p:spPr>
          <a:xfrm>
            <a:off x="6266935" y="3674376"/>
            <a:ext cx="5400000" cy="28800"/>
          </a:xfrm>
          <a:prstGeom prst="rect">
            <a:avLst/>
          </a:prstGeom>
          <a:solidFill>
            <a:srgbClr val="007D74"/>
          </a:solidFill>
        </p:spPr>
        <p:txBody>
          <a:bodyPr vert="horz" lIns="0" tIns="0" rIns="0" bIns="0" rtlCol="0" anchor="ctr">
            <a:normAutofit fontScale="25000" lnSpcReduction="20000"/>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GB" sz="1600">
              <a:solidFill>
                <a:schemeClr val="bg1"/>
              </a:solidFill>
            </a:endParaRPr>
          </a:p>
        </p:txBody>
      </p:sp>
      <p:sp>
        <p:nvSpPr>
          <p:cNvPr id="18" name="Text Placeholder 5">
            <a:extLst>
              <a:ext uri="{FF2B5EF4-FFF2-40B4-BE49-F238E27FC236}">
                <a16:creationId xmlns:a16="http://schemas.microsoft.com/office/drawing/2014/main" id="{577A5A07-26A4-49F3-B82A-F0D76F408C85}"/>
              </a:ext>
            </a:extLst>
          </p:cNvPr>
          <p:cNvSpPr txBox="1">
            <a:spLocks/>
          </p:cNvSpPr>
          <p:nvPr/>
        </p:nvSpPr>
        <p:spPr>
          <a:xfrm>
            <a:off x="525066" y="3807697"/>
            <a:ext cx="5400000" cy="360000"/>
          </a:xfrm>
          <a:prstGeom prst="rect">
            <a:avLst/>
          </a:prstGeom>
          <a:solidFill>
            <a:srgbClr val="14596B"/>
          </a:solidFill>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s-ES" sz="1600" dirty="0">
                <a:solidFill>
                  <a:schemeClr val="bg1"/>
                </a:solidFill>
                <a:hlinkClick r:id="rId2"/>
              </a:rPr>
              <a:t>D</a:t>
            </a:r>
            <a:r>
              <a:rPr lang="en-GB" sz="1600" dirty="0" err="1">
                <a:solidFill>
                  <a:schemeClr val="bg1"/>
                </a:solidFill>
                <a:hlinkClick r:id="rId2"/>
              </a:rPr>
              <a:t>ocumentación</a:t>
            </a:r>
            <a:r>
              <a:rPr lang="en-GB" sz="1600" dirty="0">
                <a:solidFill>
                  <a:schemeClr val="bg1"/>
                </a:solidFill>
                <a:hlinkClick r:id="rId2"/>
              </a:rPr>
              <a:t> TCL</a:t>
            </a:r>
            <a:endParaRPr lang="en-GB" sz="1600" dirty="0">
              <a:solidFill>
                <a:schemeClr val="bg1"/>
              </a:solidFill>
            </a:endParaRPr>
          </a:p>
        </p:txBody>
      </p:sp>
      <p:sp>
        <p:nvSpPr>
          <p:cNvPr id="17" name="Text Placeholder 4">
            <a:hlinkClick r:id="rId2"/>
            <a:extLst>
              <a:ext uri="{FF2B5EF4-FFF2-40B4-BE49-F238E27FC236}">
                <a16:creationId xmlns:a16="http://schemas.microsoft.com/office/drawing/2014/main" id="{BAE1AFC5-F81A-4897-B946-7F5F2536CA52}"/>
              </a:ext>
            </a:extLst>
          </p:cNvPr>
          <p:cNvSpPr txBox="1">
            <a:spLocks/>
          </p:cNvSpPr>
          <p:nvPr/>
        </p:nvSpPr>
        <p:spPr>
          <a:xfrm>
            <a:off x="525066" y="4160197"/>
            <a:ext cx="5400000" cy="2221553"/>
          </a:xfrm>
          <a:prstGeom prst="rect">
            <a:avLst/>
          </a:prstGeom>
          <a:solidFill>
            <a:schemeClr val="bg1"/>
          </a:solidFill>
        </p:spPr>
        <p:txBody>
          <a:bodyPr vert="horz" lIns="90000" tIns="54000" rIns="90000" bIns="5400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9388" lvl="1" indent="-179388">
              <a:lnSpc>
                <a:spcPct val="100000"/>
              </a:lnSpc>
              <a:spcBef>
                <a:spcPts val="300"/>
              </a:spcBef>
            </a:pPr>
            <a:r>
              <a:rPr lang="en-US" sz="1400" dirty="0" err="1">
                <a:latin typeface="+mn-lt"/>
              </a:rPr>
              <a:t>Libros</a:t>
            </a:r>
            <a:r>
              <a:rPr lang="en-US" sz="1400" dirty="0">
                <a:latin typeface="+mn-lt"/>
              </a:rPr>
              <a:t> y </a:t>
            </a:r>
            <a:r>
              <a:rPr lang="en-US" sz="1400" dirty="0" err="1">
                <a:latin typeface="+mn-lt"/>
              </a:rPr>
              <a:t>ejemplos</a:t>
            </a:r>
            <a:endParaRPr lang="en-US" sz="1400" dirty="0">
              <a:latin typeface="+mn-lt"/>
            </a:endParaRPr>
          </a:p>
          <a:p>
            <a:pPr marL="179388" lvl="1" indent="-179388">
              <a:lnSpc>
                <a:spcPct val="100000"/>
              </a:lnSpc>
              <a:spcBef>
                <a:spcPts val="300"/>
              </a:spcBef>
            </a:pPr>
            <a:r>
              <a:rPr lang="en-US" sz="1400" dirty="0" err="1">
                <a:latin typeface="+mn-lt"/>
              </a:rPr>
              <a:t>Mucha</a:t>
            </a:r>
            <a:r>
              <a:rPr lang="en-US" sz="1400" dirty="0">
                <a:latin typeface="+mn-lt"/>
              </a:rPr>
              <a:t> info </a:t>
            </a:r>
            <a:r>
              <a:rPr lang="en-US" sz="1400" dirty="0" err="1">
                <a:latin typeface="+mn-lt"/>
              </a:rPr>
              <a:t>en</a:t>
            </a:r>
            <a:r>
              <a:rPr lang="en-US" sz="1400" dirty="0">
                <a:latin typeface="+mn-lt"/>
              </a:rPr>
              <a:t> </a:t>
            </a:r>
            <a:r>
              <a:rPr lang="en-US" sz="1400" dirty="0" err="1">
                <a:latin typeface="+mn-lt"/>
              </a:rPr>
              <a:t>foros</a:t>
            </a:r>
            <a:r>
              <a:rPr lang="en-US" sz="1400" dirty="0">
                <a:latin typeface="+mn-lt"/>
              </a:rPr>
              <a:t>…</a:t>
            </a:r>
            <a:endParaRPr lang="en-US" dirty="0">
              <a:latin typeface="+mn-lt"/>
            </a:endParaRPr>
          </a:p>
        </p:txBody>
      </p:sp>
      <p:sp>
        <p:nvSpPr>
          <p:cNvPr id="14" name="Text Placeholder 5">
            <a:extLst>
              <a:ext uri="{FF2B5EF4-FFF2-40B4-BE49-F238E27FC236}">
                <a16:creationId xmlns:a16="http://schemas.microsoft.com/office/drawing/2014/main" id="{55CC1BE8-6BA1-456C-BA77-BD29E2DB6CB7}"/>
              </a:ext>
              <a:ext uri="{C183D7F6-B498-43B3-948B-1728B52AA6E4}">
                <adec:decorative xmlns:adec="http://schemas.microsoft.com/office/drawing/2017/decorative" val="1"/>
              </a:ext>
            </a:extLst>
          </p:cNvPr>
          <p:cNvSpPr txBox="1">
            <a:spLocks/>
          </p:cNvSpPr>
          <p:nvPr/>
        </p:nvSpPr>
        <p:spPr>
          <a:xfrm>
            <a:off x="525066" y="6352950"/>
            <a:ext cx="5400000" cy="28800"/>
          </a:xfrm>
          <a:prstGeom prst="rect">
            <a:avLst/>
          </a:prstGeom>
          <a:solidFill>
            <a:srgbClr val="14596B"/>
          </a:solidFill>
        </p:spPr>
        <p:txBody>
          <a:bodyPr vert="horz" lIns="0" tIns="0" rIns="0" bIns="0" rtlCol="0" anchor="ctr">
            <a:normAutofit fontScale="25000" lnSpcReduction="20000"/>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GB" sz="1600">
              <a:solidFill>
                <a:schemeClr val="bg1"/>
              </a:solidFill>
            </a:endParaRPr>
          </a:p>
        </p:txBody>
      </p:sp>
      <p:sp>
        <p:nvSpPr>
          <p:cNvPr id="21" name="Text Placeholder 5">
            <a:hlinkClick r:id="rId3"/>
            <a:extLst>
              <a:ext uri="{FF2B5EF4-FFF2-40B4-BE49-F238E27FC236}">
                <a16:creationId xmlns:a16="http://schemas.microsoft.com/office/drawing/2014/main" id="{9E2C7D3B-CA3D-4A57-AF7D-4B96B19D80B8}"/>
              </a:ext>
            </a:extLst>
          </p:cNvPr>
          <p:cNvSpPr txBox="1">
            <a:spLocks/>
          </p:cNvSpPr>
          <p:nvPr/>
        </p:nvSpPr>
        <p:spPr>
          <a:xfrm>
            <a:off x="6266935" y="3807697"/>
            <a:ext cx="5400000" cy="360000"/>
          </a:xfrm>
          <a:prstGeom prst="rect">
            <a:avLst/>
          </a:prstGeom>
          <a:solidFill>
            <a:srgbClr val="272936"/>
          </a:solidFill>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s-ES" sz="1600" dirty="0">
                <a:solidFill>
                  <a:schemeClr val="bg1"/>
                </a:solidFill>
                <a:hlinkClick r:id="rId4"/>
              </a:rPr>
              <a:t>Documentación Hypermesh scripting</a:t>
            </a:r>
            <a:endParaRPr lang="en-GB" sz="1600" dirty="0">
              <a:solidFill>
                <a:schemeClr val="bg1"/>
              </a:solidFill>
            </a:endParaRPr>
          </a:p>
        </p:txBody>
      </p:sp>
      <p:sp>
        <p:nvSpPr>
          <p:cNvPr id="20" name="Text Placeholder 4">
            <a:extLst>
              <a:ext uri="{FF2B5EF4-FFF2-40B4-BE49-F238E27FC236}">
                <a16:creationId xmlns:a16="http://schemas.microsoft.com/office/drawing/2014/main" id="{96DC08F6-2453-473C-A738-8432C86E2549}"/>
              </a:ext>
            </a:extLst>
          </p:cNvPr>
          <p:cNvSpPr txBox="1">
            <a:spLocks/>
          </p:cNvSpPr>
          <p:nvPr/>
        </p:nvSpPr>
        <p:spPr>
          <a:xfrm>
            <a:off x="6266935" y="4160197"/>
            <a:ext cx="5400000" cy="2221553"/>
          </a:xfrm>
          <a:prstGeom prst="rect">
            <a:avLst/>
          </a:prstGeom>
          <a:solidFill>
            <a:schemeClr val="bg1"/>
          </a:solidFill>
        </p:spPr>
        <p:txBody>
          <a:bodyPr vert="horz" lIns="90000" tIns="54000" rIns="90000" bIns="5400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00000"/>
              </a:lnSpc>
              <a:spcBef>
                <a:spcPts val="300"/>
              </a:spcBef>
              <a:buNone/>
            </a:pPr>
            <a:endParaRPr lang="en-US" dirty="0">
              <a:latin typeface="+mn-lt"/>
            </a:endParaRPr>
          </a:p>
        </p:txBody>
      </p:sp>
      <p:sp>
        <p:nvSpPr>
          <p:cNvPr id="15" name="Text Placeholder 5">
            <a:extLst>
              <a:ext uri="{FF2B5EF4-FFF2-40B4-BE49-F238E27FC236}">
                <a16:creationId xmlns:a16="http://schemas.microsoft.com/office/drawing/2014/main" id="{A0ED06BA-B705-405A-9C38-7C2BAC61D83C}"/>
              </a:ext>
              <a:ext uri="{C183D7F6-B498-43B3-948B-1728B52AA6E4}">
                <adec:decorative xmlns:adec="http://schemas.microsoft.com/office/drawing/2017/decorative" val="1"/>
              </a:ext>
            </a:extLst>
          </p:cNvPr>
          <p:cNvSpPr txBox="1">
            <a:spLocks/>
          </p:cNvSpPr>
          <p:nvPr/>
        </p:nvSpPr>
        <p:spPr>
          <a:xfrm>
            <a:off x="6266935" y="6352950"/>
            <a:ext cx="5400000" cy="28800"/>
          </a:xfrm>
          <a:prstGeom prst="rect">
            <a:avLst/>
          </a:prstGeom>
          <a:solidFill>
            <a:srgbClr val="272936"/>
          </a:solidFill>
        </p:spPr>
        <p:txBody>
          <a:bodyPr vert="horz" lIns="0" tIns="0" rIns="0" bIns="0" rtlCol="0" anchor="ctr">
            <a:normAutofit fontScale="25000" lnSpcReduction="20000"/>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GB" sz="1600">
              <a:solidFill>
                <a:schemeClr val="bg1"/>
              </a:solidFill>
            </a:endParaRPr>
          </a:p>
        </p:txBody>
      </p:sp>
    </p:spTree>
    <p:extLst>
      <p:ext uri="{BB962C8B-B14F-4D97-AF65-F5344CB8AC3E}">
        <p14:creationId xmlns:p14="http://schemas.microsoft.com/office/powerpoint/2010/main" val="2721304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Shape 02-Vibrant Blue">
            <a:extLst>
              <a:ext uri="{FF2B5EF4-FFF2-40B4-BE49-F238E27FC236}">
                <a16:creationId xmlns:a16="http://schemas.microsoft.com/office/drawing/2014/main" id="{82321FBA-9126-4CE3-85AE-F46EBAC0B1F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0771" y="1001031"/>
            <a:ext cx="8816231" cy="4210732"/>
          </a:xfrm>
          <a:prstGeom prst="rect">
            <a:avLst/>
          </a:prstGeom>
        </p:spPr>
      </p:pic>
      <p:sp>
        <p:nvSpPr>
          <p:cNvPr id="3" name="Text Placeholder 2">
            <a:extLst>
              <a:ext uri="{FF2B5EF4-FFF2-40B4-BE49-F238E27FC236}">
                <a16:creationId xmlns:a16="http://schemas.microsoft.com/office/drawing/2014/main" id="{F84584AC-DBBE-4B47-9A7E-7A7C2D8CF196}"/>
              </a:ext>
            </a:extLst>
          </p:cNvPr>
          <p:cNvSpPr>
            <a:spLocks noGrp="1"/>
          </p:cNvSpPr>
          <p:nvPr>
            <p:ph type="title" idx="4294967295"/>
          </p:nvPr>
        </p:nvSpPr>
        <p:spPr>
          <a:xfrm>
            <a:off x="3644900" y="1644650"/>
            <a:ext cx="8547100" cy="3567113"/>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70000"/>
              </a:lnSpc>
              <a:spcBef>
                <a:spcPts val="0"/>
              </a:spcBef>
              <a:spcAft>
                <a:spcPts val="0"/>
              </a:spcAft>
              <a:buClrTx/>
              <a:buSzTx/>
              <a:buFontTx/>
              <a:buNone/>
              <a:tabLst/>
              <a:defRPr/>
            </a:pPr>
            <a:r>
              <a:rPr kumimoji="0" lang="en-GB" sz="8000" b="1" i="0" u="none" strike="noStrike" kern="1200" cap="all" spc="0" normalizeH="0" baseline="0" noProof="0" dirty="0">
                <a:ln>
                  <a:noFill/>
                </a:ln>
                <a:solidFill>
                  <a:schemeClr val="bg1"/>
                </a:solidFill>
                <a:effectLst/>
                <a:uLnTx/>
                <a:uFillTx/>
                <a:latin typeface="+mn-lt"/>
                <a:ea typeface="+mn-ea"/>
                <a:cs typeface="+mn-cs"/>
              </a:rPr>
              <a:t>GET THE</a:t>
            </a:r>
            <a:br>
              <a:rPr kumimoji="0" lang="en-GB" sz="8000" b="1" i="0" u="none" strike="noStrike" kern="1200" cap="all" spc="0" normalizeH="0" baseline="0" noProof="0" dirty="0">
                <a:ln>
                  <a:noFill/>
                </a:ln>
                <a:solidFill>
                  <a:schemeClr val="bg1"/>
                </a:solidFill>
                <a:effectLst/>
                <a:uLnTx/>
                <a:uFillTx/>
                <a:latin typeface="+mn-lt"/>
                <a:ea typeface="+mn-ea"/>
                <a:cs typeface="+mn-cs"/>
              </a:rPr>
            </a:br>
            <a:r>
              <a:rPr kumimoji="0" lang="en-GB" sz="8000" b="1" i="0" u="none" strike="noStrike" kern="1200" cap="all" spc="0" normalizeH="0" baseline="0" noProof="0" dirty="0">
                <a:ln>
                  <a:noFill/>
                </a:ln>
                <a:solidFill>
                  <a:schemeClr val="bg1"/>
                </a:solidFill>
                <a:effectLst/>
                <a:uLnTx/>
                <a:uFillTx/>
                <a:latin typeface="+mn-lt"/>
                <a:ea typeface="+mn-ea"/>
                <a:cs typeface="+mn-cs"/>
              </a:rPr>
              <a:t>		FUTURE</a:t>
            </a:r>
            <a:br>
              <a:rPr kumimoji="0" lang="en-GB" sz="8000" b="1" i="0" u="none" strike="noStrike" kern="1200" cap="all" spc="0" normalizeH="0" baseline="0" noProof="0" dirty="0">
                <a:ln>
                  <a:noFill/>
                </a:ln>
                <a:solidFill>
                  <a:schemeClr val="bg1"/>
                </a:solidFill>
                <a:effectLst/>
                <a:uLnTx/>
                <a:uFillTx/>
                <a:latin typeface="+mn-lt"/>
                <a:ea typeface="+mn-ea"/>
                <a:cs typeface="+mn-cs"/>
              </a:rPr>
            </a:br>
            <a:r>
              <a:rPr kumimoji="0" lang="en-GB" sz="8000" b="1" i="0" u="none" strike="noStrike" kern="1200" cap="all" spc="0" normalizeH="0" baseline="0" noProof="0" dirty="0">
                <a:ln>
                  <a:noFill/>
                </a:ln>
                <a:solidFill>
                  <a:schemeClr val="bg1"/>
                </a:solidFill>
                <a:effectLst/>
                <a:uLnTx/>
                <a:uFillTx/>
                <a:latin typeface="+mn-lt"/>
                <a:ea typeface="+mn-ea"/>
                <a:cs typeface="+mn-cs"/>
              </a:rPr>
              <a:t>	YOU WANT</a:t>
            </a:r>
          </a:p>
        </p:txBody>
      </p:sp>
      <p:sp>
        <p:nvSpPr>
          <p:cNvPr id="4" name="Subtitle 3">
            <a:extLst>
              <a:ext uri="{FF2B5EF4-FFF2-40B4-BE49-F238E27FC236}">
                <a16:creationId xmlns:a16="http://schemas.microsoft.com/office/drawing/2014/main" id="{9EFB4F0C-582D-4C12-B5AC-EA88D439954E}"/>
              </a:ext>
            </a:extLst>
          </p:cNvPr>
          <p:cNvSpPr>
            <a:spLocks noGrp="1"/>
          </p:cNvSpPr>
          <p:nvPr>
            <p:ph type="subTitle" idx="1"/>
          </p:nvPr>
        </p:nvSpPr>
        <p:spPr>
          <a:xfrm>
            <a:off x="457200" y="6018063"/>
            <a:ext cx="11277600" cy="822325"/>
          </a:xfrm>
        </p:spPr>
        <p:txBody>
          <a:bodyPr/>
          <a:lstStyle/>
          <a:p>
            <a:pPr algn="r"/>
            <a:r>
              <a:rPr lang="en-US" dirty="0"/>
              <a:t>capgemini.com</a:t>
            </a:r>
          </a:p>
        </p:txBody>
      </p:sp>
    </p:spTree>
    <p:extLst>
      <p:ext uri="{BB962C8B-B14F-4D97-AF65-F5344CB8AC3E}">
        <p14:creationId xmlns:p14="http://schemas.microsoft.com/office/powerpoint/2010/main" val="141659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19B2D289-1236-364B-9E53-7DF05CDFC930}"/>
              </a:ext>
            </a:extLst>
          </p:cNvPr>
          <p:cNvSpPr>
            <a:spLocks noGrp="1"/>
          </p:cNvSpPr>
          <p:nvPr>
            <p:ph type="title" idx="4294967295"/>
          </p:nvPr>
        </p:nvSpPr>
        <p:spPr>
          <a:xfrm>
            <a:off x="6536184" y="2939130"/>
            <a:ext cx="2219960" cy="22961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Ubuntu" panose="020B0504030602030204" pitchFamily="34" charset="0"/>
                <a:ea typeface="+mn-ea"/>
                <a:cs typeface="+mn-cs"/>
              </a:rPr>
              <a:t>About Capgemini</a:t>
            </a:r>
          </a:p>
        </p:txBody>
      </p:sp>
      <p:sp>
        <p:nvSpPr>
          <p:cNvPr id="18" name="Rectangle 17">
            <a:extLst>
              <a:ext uri="{FF2B5EF4-FFF2-40B4-BE49-F238E27FC236}">
                <a16:creationId xmlns:a16="http://schemas.microsoft.com/office/drawing/2014/main" id="{208CE49A-DF70-704F-B1B3-609712CC9C64}"/>
              </a:ext>
            </a:extLst>
          </p:cNvPr>
          <p:cNvSpPr/>
          <p:nvPr/>
        </p:nvSpPr>
        <p:spPr>
          <a:xfrm>
            <a:off x="6536185" y="3318394"/>
            <a:ext cx="4528367"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dirty="0">
                <a:solidFill>
                  <a:schemeClr val="bg1"/>
                </a:solidFill>
                <a:effectLst/>
                <a:ea typeface="Verdana" panose="020B060403050404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360,000 team members more </a:t>
            </a:r>
            <a:r>
              <a:rPr lang="en-US" sz="900" dirty="0">
                <a:solidFill>
                  <a:schemeClr val="bg1"/>
                </a:solidFill>
                <a:effectLst/>
                <a:ea typeface="Verdana" panose="020B0604030504040204" pitchFamily="34" charset="0"/>
              </a:rPr>
              <a:t>than</a:t>
            </a:r>
            <a:r>
              <a:rPr lang="en-GB" sz="900" dirty="0">
                <a:solidFill>
                  <a:schemeClr val="bg1"/>
                </a:solidFill>
                <a:effectLst/>
                <a:ea typeface="Verdana" panose="020B0604030504040204" pitchFamily="34" charset="0"/>
              </a:rPr>
              <a:t> 50 countries. With its strong 55-year heritage and deep industry expertise, Capgemini is trusted by its clients to address the entire breadth of their business needs, from strategy and design to operations, </a:t>
            </a:r>
            <a:r>
              <a:rPr lang="en-US" sz="900" dirty="0">
                <a:solidFill>
                  <a:schemeClr val="bg1"/>
                </a:solidFill>
                <a:effectLst/>
                <a:ea typeface="Verdana" panose="020B0604030504040204" pitchFamily="34" charset="0"/>
              </a:rPr>
              <a:t>fueled</a:t>
            </a:r>
            <a:r>
              <a:rPr lang="en-GB" sz="900" dirty="0">
                <a:solidFill>
                  <a:schemeClr val="bg1"/>
                </a:solidFill>
                <a:effectLst/>
                <a:ea typeface="Verdana" panose="020B0604030504040204" pitchFamily="34" charset="0"/>
              </a:rPr>
              <a:t> by the fast evolving and innovative world of cloud, data, AI, connectivity, software, digital engineering and platforms. The Group reported in 2022 global revenues of €22 billion.</a:t>
            </a:r>
            <a:endParaRPr lang="en-US" sz="900" dirty="0">
              <a:solidFill>
                <a:schemeClr val="bg1"/>
              </a:solidFill>
              <a:effectLst/>
              <a:ea typeface="Verdana" panose="020B0604030504040204" pitchFamily="34" charset="0"/>
            </a:endParaRPr>
          </a:p>
        </p:txBody>
      </p:sp>
      <p:sp>
        <p:nvSpPr>
          <p:cNvPr id="19" name="Rectangle 18">
            <a:extLst>
              <a:ext uri="{FF2B5EF4-FFF2-40B4-BE49-F238E27FC236}">
                <a16:creationId xmlns:a16="http://schemas.microsoft.com/office/drawing/2014/main" id="{4EB6E078-947A-8242-837C-CEA45876B3E9}"/>
              </a:ext>
            </a:extLst>
          </p:cNvPr>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dirty="0">
                <a:solidFill>
                  <a:schemeClr val="bg1"/>
                </a:solidFill>
                <a:effectLst/>
                <a:latin typeface="Ubuntu" panose="020B0504030602030204" pitchFamily="34" charset="0"/>
              </a:rPr>
              <a:t>Get The Future You Want </a:t>
            </a:r>
            <a:r>
              <a:rPr lang="en-US" sz="900" dirty="0">
                <a:solidFill>
                  <a:schemeClr val="bg1"/>
                </a:solidFill>
                <a:effectLst/>
                <a:latin typeface="Ubuntu" panose="020B0504030602030204" pitchFamily="34" charset="0"/>
              </a:rPr>
              <a:t>|</a:t>
            </a:r>
            <a:r>
              <a:rPr lang="en-GB" sz="900" dirty="0">
                <a:solidFill>
                  <a:schemeClr val="bg1"/>
                </a:solidFill>
                <a:effectLst/>
                <a:latin typeface="Ubuntu" panose="020B0504030602030204" pitchFamily="34" charset="0"/>
              </a:rPr>
              <a:t> </a:t>
            </a:r>
            <a:r>
              <a:rPr lang="en-US" sz="1050" dirty="0">
                <a:solidFill>
                  <a:schemeClr val="accent2"/>
                </a:solidFill>
                <a:latin typeface="Ubuntu" panose="020B0504030602030204" pitchFamily="34" charset="0"/>
              </a:rPr>
              <a:t>www.capgemini.com</a:t>
            </a:r>
          </a:p>
        </p:txBody>
      </p:sp>
    </p:spTree>
    <p:extLst>
      <p:ext uri="{BB962C8B-B14F-4D97-AF65-F5344CB8AC3E}">
        <p14:creationId xmlns:p14="http://schemas.microsoft.com/office/powerpoint/2010/main" val="9030154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heme/theme1.xml><?xml version="1.0" encoding="utf-8"?>
<a:theme xmlns:a="http://schemas.openxmlformats.org/drawingml/2006/main" name="Capgemini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ppt-Capgemini_Standard-Template_2023-v1.potx" id="{FD494643-5CA5-4A4E-8B38-63F4B370A0E2}" vid="{DF26224A-05B9-471C-96D9-61DD4C0AE63C}"/>
    </a:ext>
  </a:extLst>
</a:theme>
</file>

<file path=ppt/theme/theme2.xml><?xml version="1.0" encoding="utf-8"?>
<a:theme xmlns:a="http://schemas.openxmlformats.org/drawingml/2006/main" name="Tema do Offic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ppt-Capgemini_Standard-Template_2023-v1 (1)</Template>
  <TotalTime>0</TotalTime>
  <Words>561</Words>
  <Application>Microsoft Office PowerPoint</Application>
  <PresentationFormat>Widescreen</PresentationFormat>
  <Paragraphs>117</Paragraphs>
  <Slides>11</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Ubuntu Medium</vt:lpstr>
      <vt:lpstr>Wingdings</vt:lpstr>
      <vt:lpstr>Times New Roman</vt:lpstr>
      <vt:lpstr>Ubuntu Light</vt:lpstr>
      <vt:lpstr>Ubuntu</vt:lpstr>
      <vt:lpstr>arial</vt:lpstr>
      <vt:lpstr>arial</vt:lpstr>
      <vt:lpstr>Capgemini2021</vt:lpstr>
      <vt:lpstr>Introducción  a tcl en hypermesh</vt:lpstr>
      <vt:lpstr>ÍNDICE</vt:lpstr>
      <vt:lpstr>PowerPoint Presentation</vt:lpstr>
      <vt:lpstr>Introducción a tcl</vt:lpstr>
      <vt:lpstr>Introducción a tcl</vt:lpstr>
      <vt:lpstr>PowerPoint Presentation</vt:lpstr>
      <vt:lpstr>Tcl en hypermesh</vt:lpstr>
      <vt:lpstr>FUNCIONES DE TCL EN HYPERMESH</vt:lpstr>
      <vt:lpstr>Documentación y trucos </vt:lpstr>
      <vt:lpstr>GET THE   FUTURE  YOU WANT</vt:lpstr>
      <vt:lpstr>About Capgemini</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STANDARD  Template</dc:title>
  <dc:subject>ppt standard template</dc:subject>
  <dc:creator>Maroto Herreros, Enrique (external) [ES]</dc:creator>
  <cp:lastModifiedBy>Perez Lozano, Jorge (external) [ES]</cp:lastModifiedBy>
  <cp:revision>32</cp:revision>
  <dcterms:created xsi:type="dcterms:W3CDTF">2025-02-11T14:34:45Z</dcterms:created>
  <dcterms:modified xsi:type="dcterms:W3CDTF">2025-04-01T11:21:36Z</dcterms:modified>
  <cp:category>Cojonudo</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7992656a-5dfb-4a25-9f3f-2e6763d701a6</vt:lpwstr>
  </property>
  <property fmtid="{D5CDD505-2E9C-101B-9397-08002B2CF9AE}" pid="3" name="L">
    <vt:lpwstr>XXSEN</vt:lpwstr>
  </property>
  <property fmtid="{D5CDD505-2E9C-101B-9397-08002B2CF9AE}" pid="4" name="CC">
    <vt:lpwstr>XXAAM</vt:lpwstr>
  </property>
  <property fmtid="{D5CDD505-2E9C-101B-9397-08002B2CF9AE}" pid="5" name="PP">
    <vt:lpwstr>XXPCA</vt:lpwstr>
  </property>
  <property fmtid="{D5CDD505-2E9C-101B-9397-08002B2CF9AE}" pid="6" name="E">
    <vt:lpwstr>E0000</vt:lpwstr>
  </property>
  <property fmtid="{D5CDD505-2E9C-101B-9397-08002B2CF9AE}" pid="7" name="GD">
    <vt:lpwstr>XXGCA</vt:lpwstr>
  </property>
  <property fmtid="{D5CDD505-2E9C-101B-9397-08002B2CF9AE}" pid="8" name="OT">
    <vt:lpwstr>XXOCA</vt:lpwstr>
  </property>
  <property fmtid="{D5CDD505-2E9C-101B-9397-08002B2CF9AE}" pid="9" name="CAV">
    <vt:lpwstr>NOC</vt:lpwstr>
  </property>
  <property fmtid="{D5CDD505-2E9C-101B-9397-08002B2CF9AE}" pid="10" name="STAMP">
    <vt:lpwstr>YES</vt:lpwstr>
  </property>
</Properties>
</file>
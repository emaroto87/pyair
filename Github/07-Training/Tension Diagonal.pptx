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notesSlides/notesSlide1.xml" ContentType="application/vnd.openxmlformats-officedocument.presentationml.notesSlide+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8" r:id="rId2"/>
    <p:sldId id="264" r:id="rId3"/>
    <p:sldId id="261" r:id="rId4"/>
    <p:sldId id="256" r:id="rId5"/>
    <p:sldId id="262" r:id="rId6"/>
    <p:sldId id="265" r:id="rId7"/>
    <p:sldId id="266" r:id="rId8"/>
    <p:sldId id="257" r:id="rId9"/>
    <p:sldId id="263" r:id="rId1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94660"/>
  </p:normalViewPr>
  <p:slideViewPr>
    <p:cSldViewPr snapToGrid="0">
      <p:cViewPr varScale="1">
        <p:scale>
          <a:sx n="108" d="100"/>
          <a:sy n="108" d="100"/>
        </p:scale>
        <p:origin x="59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03.870"/>
    </inkml:context>
    <inkml:brush xml:id="br0">
      <inkml:brushProperty name="width" value="0.05" units="cm"/>
      <inkml:brushProperty name="height" value="0.05" units="cm"/>
      <inkml:brushProperty name="ignorePressure" value="1"/>
    </inkml:brush>
  </inkml:definitions>
  <inkml:trace contextRef="#ctx0" brushRef="#br0">0 422,'1'-4,"-1"-1,1 1,0-1,0 1,1-1,-1 1,1 0,0 0,0 0,0 0,1 0,-1 0,1 0,0 1,5-6,8-6,0 1,22-14,8-8,-4-3,-23 19,2 1,-1 1,2 1,45-27,-54 36,0 0,21-19,-27 21,0 0,0 0,1 0,0 1,0 0,0 1,0 0,1 0,16-4,-6 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05.297"/>
    </inkml:context>
    <inkml:brush xml:id="br0">
      <inkml:brushProperty name="width" value="0.05" units="cm"/>
      <inkml:brushProperty name="height" value="0.05" units="cm"/>
      <inkml:brushProperty name="ignorePressure" value="1"/>
    </inkml:brush>
  </inkml:definitions>
  <inkml:trace contextRef="#ctx0" brushRef="#br0">0 336,'1'-5,"0"1,0 0,0 0,0 0,1 0,0 0,-1 0,2 0,-1 0,0 1,1-1,-1 1,1-1,0 1,0 0,1 0,-1 1,1-1,6-4,12-6,0 1,29-12,-32 16,121-68,-116 63,0-2,-1 0,-1-2,32-29,-42 34,-1 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06.647"/>
    </inkml:context>
    <inkml:brush xml:id="br0">
      <inkml:brushProperty name="width" value="0.05" units="cm"/>
      <inkml:brushProperty name="height" value="0.05" units="cm"/>
      <inkml:brushProperty name="ignorePressure" value="1"/>
    </inkml:brush>
  </inkml:definitions>
  <inkml:trace contextRef="#ctx0" brushRef="#br0">1 247,'0'-5,"1"1,0 0,0 0,1 0,-1 0,1 1,0-1,0 0,0 1,1-1,-1 1,1-1,-1 1,1 0,0 0,7-4,59-41,-64 45,16-8,1 1,0 0,24-6,-25 10,-1-1,0-1,-1-1,21-13,-33 18,0-1,0 2,0-1,1 1,11-4,-2 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07.965"/>
    </inkml:context>
    <inkml:brush xml:id="br0">
      <inkml:brushProperty name="width" value="0.05" units="cm"/>
      <inkml:brushProperty name="height" value="0.05" units="cm"/>
      <inkml:brushProperty name="ignorePressure" value="1"/>
    </inkml:brush>
  </inkml:definitions>
  <inkml:trace contextRef="#ctx0" brushRef="#br0">0 482,'1'-3,"0"0,0 0,0-1,1 1,-1 0,1 1,0-1,-1 0,1 0,1 1,-1-1,3-1,30-30,32-18,-44 35,0-2,23-22,-2-5,66-54,-46 38,-31 26,-9 11,-14 14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09.114"/>
    </inkml:context>
    <inkml:brush xml:id="br0">
      <inkml:brushProperty name="width" value="0.05" units="cm"/>
      <inkml:brushProperty name="height" value="0.05" units="cm"/>
      <inkml:brushProperty name="ignorePressure" value="1"/>
    </inkml:brush>
  </inkml:definitions>
  <inkml:trace contextRef="#ctx0" brushRef="#br0">0 386,'1'-5,"0"0,0 0,1 0,-1 0,1 0,1 0,-1 0,0 1,1-1,0 1,0 0,0 0,1 0,5-5,57-48,217-138,-197 144,-69 43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10.577"/>
    </inkml:context>
    <inkml:brush xml:id="br0">
      <inkml:brushProperty name="width" value="0.05" units="cm"/>
      <inkml:brushProperty name="height" value="0.05" units="cm"/>
      <inkml:brushProperty name="ignorePressure" value="1"/>
    </inkml:brush>
  </inkml:definitions>
  <inkml:trace contextRef="#ctx0" brushRef="#br0">1 411,'0'-7,"1"0,0 0,0 0,1-1,0 1,0 1,0-1,1 0,0 1,1-1,-1 1,1 0,0 0,1 0,6-6,10-9,0 2,40-27,-38 30,-2-1,21-20,-6-2,56-55,-80 85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11.740"/>
    </inkml:context>
    <inkml:brush xml:id="br0">
      <inkml:brushProperty name="width" value="0.05" units="cm"/>
      <inkml:brushProperty name="height" value="0.05" units="cm"/>
      <inkml:brushProperty name="ignorePressure" value="1"/>
    </inkml:brush>
  </inkml:definitions>
  <inkml:trace contextRef="#ctx0" brushRef="#br0">1 466,'5'-3,"1"1,0-1,-1 0,0 0,0 0,0-1,0 0,-1 0,1 0,-1-1,0 1,4-7,5-3,155-171,-152 166,-1-1,17-29,-23 34,0 0,1 0,1 1,0 1,1 0,19-16,-15 18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12.900"/>
    </inkml:context>
    <inkml:brush xml:id="br0">
      <inkml:brushProperty name="width" value="0.05" units="cm"/>
      <inkml:brushProperty name="height" value="0.05" units="cm"/>
      <inkml:brushProperty name="ignorePressure" value="1"/>
    </inkml:brush>
  </inkml:definitions>
  <inkml:trace contextRef="#ctx0" brushRef="#br0">1 411,'1'-7,"-1"-1,2 1,-1-1,1 1,0 0,0 0,1 0,0 0,1 0,-1 0,1 1,6-8,10-11,37-37,1-1,-32 34,2 1,1 2,37-27,-47 37,-6 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13.981"/>
    </inkml:context>
    <inkml:brush xml:id="br0">
      <inkml:brushProperty name="width" value="0.05" units="cm"/>
      <inkml:brushProperty name="height" value="0.05" units="cm"/>
      <inkml:brushProperty name="ignorePressure" value="1"/>
    </inkml:brush>
  </inkml:definitions>
  <inkml:trace contextRef="#ctx0" brushRef="#br0">1 307,'4'-1,"1"-1,-1 1,1-1,-1 0,0 0,0-1,0 1,0-1,-1 0,1 0,0 0,4-6,6-4,72-55,-35 31,84-85,-118 105,-3 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15.393"/>
    </inkml:context>
    <inkml:brush xml:id="br0">
      <inkml:brushProperty name="width" value="0.05" units="cm"/>
      <inkml:brushProperty name="height" value="0.05" units="cm"/>
      <inkml:brushProperty name="ignorePressure" value="1"/>
    </inkml:brush>
  </inkml:definitions>
  <inkml:trace contextRef="#ctx0" brushRef="#br0">1 346,'1'-5,"-1"0,1 0,0 0,1 0,-1 0,1 0,0 1,1-1,-1 1,1-1,4-5,43-49,-27 34,78-79,-90 94,0 0,1 1,1 0,0 0,0 2,0 0,1 0,0 1,0 1,27-7,-19 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18.310"/>
    </inkml:context>
    <inkml:brush xml:id="br0">
      <inkml:brushProperty name="width" value="0.05" units="cm"/>
      <inkml:brushProperty name="height" value="0.05" units="cm"/>
      <inkml:brushProperty name="ignorePressure" value="1"/>
    </inkml:brush>
  </inkml:definitions>
  <inkml:trace contextRef="#ctx0" brushRef="#br0">1 292,'0'-5,"1"0,0 0,0 0,0 0,1 0,0 0,0 0,0 0,0 0,1 1,0 0,0-1,0 1,0 0,1 0,-1 0,1 1,5-4,10-8,1 1,37-18,-26 14,16-6,81-32,-54 26,-52 22,-3 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20.634"/>
    </inkml:context>
    <inkml:brush xml:id="br0">
      <inkml:brushProperty name="width" value="0.05" units="cm"/>
      <inkml:brushProperty name="height" value="0.05" units="cm"/>
      <inkml:brushProperty name="ignorePressure" value="1"/>
    </inkml:brush>
  </inkml:definitions>
  <inkml:trace contextRef="#ctx0" brushRef="#br0">0 149,'1'-2,"-1"0,1 0,0-1,0 1,-1 0,1 0,1 0,-1 0,0 0,0 0,1 1,-1-1,1 0,-1 1,1-1,0 1,0-1,0 1,2-1,47-26,-33 19,0-2,1 0,0 2,1 0,0 1,0 1,0 1,43-7,-43 12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22.435"/>
    </inkml:context>
    <inkml:brush xml:id="br0">
      <inkml:brushProperty name="width" value="0.05" units="cm"/>
      <inkml:brushProperty name="height" value="0.05" units="cm"/>
      <inkml:brushProperty name="ignorePressure" value="1"/>
    </inkml:brush>
  </inkml:definitions>
  <inkml:trace contextRef="#ctx0" brushRef="#br0">1 223,'11'-10,"0"0,0 0,1 2,1-1,-1 1,1 1,0 0,29-9,-26 8,0-1,0-1,-1 0,0-1,-1 0,0-1,-1-1,21-26,-22 25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37.563"/>
    </inkml:context>
    <inkml:brush xml:id="br0">
      <inkml:brushProperty name="width" value="0.05" units="cm"/>
      <inkml:brushProperty name="height" value="0.05" units="cm"/>
      <inkml:brushProperty name="ignorePressure" value="1"/>
    </inkml:brush>
  </inkml:definitions>
  <inkml:trace contextRef="#ctx0" brushRef="#br0">524 17,'-2'-2,"-1"0,0 0,0 0,0 1,0 0,0-1,0 1,-1 0,1 1,0-1,0 0,-1 1,1 0,0 0,-1 0,1 0,0 0,-5 2,-63 16,63-16,-9 6,0 0,0 0,1 2,0 0,0 1,1 0,1 1,0 1,-14 16,11-11,-1-1,0-1,-2 0,-33 20,-15 8,52-33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11:11:03.874"/>
    </inkml:context>
    <inkml:brush xml:id="br0">
      <inkml:brushProperty name="width" value="0.05" units="cm"/>
      <inkml:brushProperty name="height" value="0.05" units="cm"/>
      <inkml:brushProperty name="ignorePressure" value="1"/>
    </inkml:brush>
  </inkml:definitions>
  <inkml:trace contextRef="#ctx0" brushRef="#br0">0 422,'1'-4,"-1"-1,1 1,0-1,0 1,1-1,-1 1,1 0,0 0,0 0,0 0,1 0,-1 0,1 0,0 1,5-6,8-6,0 1,22-14,8-8,-4-3,-23 19,2 1,-1 1,2 1,45-27,-54 36,0 0,21-19,-27 21,0 0,0 0,1 0,0 1,0 0,0 1,0 0,1 0,16-4,-6 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11:11:03.875"/>
    </inkml:context>
    <inkml:brush xml:id="br0">
      <inkml:brushProperty name="width" value="0.05" units="cm"/>
      <inkml:brushProperty name="height" value="0.05" units="cm"/>
      <inkml:brushProperty name="ignorePressure" value="1"/>
    </inkml:brush>
  </inkml:definitions>
  <inkml:trace contextRef="#ctx0" brushRef="#br0">0 336,'1'-5,"0"1,0 0,0 0,0 0,1 0,0 0,-1 0,2 0,-1 0,0 1,1-1,-1 1,1-1,0 1,0 0,1 0,-1 1,1-1,6-4,12-6,0 1,29-12,-32 16,121-68,-116 63,0-2,-1 0,-1-2,32-29,-42 34,-1 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11:11:03.876"/>
    </inkml:context>
    <inkml:brush xml:id="br0">
      <inkml:brushProperty name="width" value="0.05" units="cm"/>
      <inkml:brushProperty name="height" value="0.05" units="cm"/>
      <inkml:brushProperty name="ignorePressure" value="1"/>
    </inkml:brush>
  </inkml:definitions>
  <inkml:trace contextRef="#ctx0" brushRef="#br0">1 247,'0'-5,"1"1,0 0,0 0,1 0,-1 0,1 1,0-1,0 0,0 1,1-1,-1 1,1-1,-1 1,1 0,0 0,7-4,59-41,-64 45,16-8,1 1,0 0,24-6,-25 10,-1-1,0-1,-1-1,21-13,-33 18,0-1,0 2,0-1,1 1,11-4,-2 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11:11:03.877"/>
    </inkml:context>
    <inkml:brush xml:id="br0">
      <inkml:brushProperty name="width" value="0.05" units="cm"/>
      <inkml:brushProperty name="height" value="0.05" units="cm"/>
      <inkml:brushProperty name="ignorePressure" value="1"/>
    </inkml:brush>
  </inkml:definitions>
  <inkml:trace contextRef="#ctx0" brushRef="#br0">0 482,'1'-3,"0"0,0 0,0-1,1 1,-1 0,1 1,0-1,-1 0,1 0,1 1,-1-1,3-1,30-30,32-18,-44 35,0-2,23-22,-2-5,66-54,-46 38,-31 26,-9 11,-14 14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11:11:03.878"/>
    </inkml:context>
    <inkml:brush xml:id="br0">
      <inkml:brushProperty name="width" value="0.05" units="cm"/>
      <inkml:brushProperty name="height" value="0.05" units="cm"/>
      <inkml:brushProperty name="ignorePressure" value="1"/>
    </inkml:brush>
  </inkml:definitions>
  <inkml:trace contextRef="#ctx0" brushRef="#br0">0 386,'1'-5,"0"0,0 0,1 0,-1 0,1 0,1 0,-1 0,0 1,1-1,0 1,0 0,0 0,1 0,5-5,57-48,217-138,-197 144,-69 43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11:11:03.879"/>
    </inkml:context>
    <inkml:brush xml:id="br0">
      <inkml:brushProperty name="width" value="0.05" units="cm"/>
      <inkml:brushProperty name="height" value="0.05" units="cm"/>
      <inkml:brushProperty name="ignorePressure" value="1"/>
    </inkml:brush>
  </inkml:definitions>
  <inkml:trace contextRef="#ctx0" brushRef="#br0">1 411,'0'-7,"1"0,0 0,0 0,1-1,0 1,0 1,0-1,1 0,0 1,1-1,-1 1,1 0,0 0,1 0,6-6,10-9,0 2,40-27,-38 30,-2-1,21-20,-6-2,56-55,-80 85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11:11:03.880"/>
    </inkml:context>
    <inkml:brush xml:id="br0">
      <inkml:brushProperty name="width" value="0.05" units="cm"/>
      <inkml:brushProperty name="height" value="0.05" units="cm"/>
      <inkml:brushProperty name="ignorePressure" value="1"/>
    </inkml:brush>
  </inkml:definitions>
  <inkml:trace contextRef="#ctx0" brushRef="#br0">1 466,'5'-3,"1"1,0-1,-1 0,0 0,0 0,0-1,0 0,-1 0,1 0,-1-1,0 1,4-7,5-3,155-171,-152 166,-1-1,17-29,-23 34,0 0,1 0,1 1,0 1,1 0,19-16,-15 18</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11:11:03.881"/>
    </inkml:context>
    <inkml:brush xml:id="br0">
      <inkml:brushProperty name="width" value="0.05" units="cm"/>
      <inkml:brushProperty name="height" value="0.05" units="cm"/>
      <inkml:brushProperty name="ignorePressure" value="1"/>
    </inkml:brush>
  </inkml:definitions>
  <inkml:trace contextRef="#ctx0" brushRef="#br0">1 411,'1'-7,"-1"-1,2 1,-1-1,1 1,0 0,0 0,1 0,0 0,1 0,-1 0,1 1,6-8,10-11,37-37,1-1,-32 34,2 1,1 2,37-27,-47 37,-6 6</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11:11:03.882"/>
    </inkml:context>
    <inkml:brush xml:id="br0">
      <inkml:brushProperty name="width" value="0.05" units="cm"/>
      <inkml:brushProperty name="height" value="0.05" units="cm"/>
      <inkml:brushProperty name="ignorePressure" value="1"/>
    </inkml:brush>
  </inkml:definitions>
  <inkml:trace contextRef="#ctx0" brushRef="#br0">1 307,'4'-1,"1"-1,-1 1,1-1,-1 0,0 0,0-1,0 1,0-1,-1 0,1 0,0 0,4-6,6-4,72-55,-35 31,84-85,-118 105,-3 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11:11:03.883"/>
    </inkml:context>
    <inkml:brush xml:id="br0">
      <inkml:brushProperty name="width" value="0.05" units="cm"/>
      <inkml:brushProperty name="height" value="0.05" units="cm"/>
      <inkml:brushProperty name="ignorePressure" value="1"/>
    </inkml:brush>
  </inkml:definitions>
  <inkml:trace contextRef="#ctx0" brushRef="#br0">1 346,'1'-5,"-1"0,1 0,0 0,1 0,-1 0,1 0,0 1,1-1,-1 1,1-1,4-5,43-49,-27 34,78-79,-90 94,0 0,1 1,1 0,0 0,0 2,0 0,1 0,0 1,0 1,27-7,-19 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11:11:03.884"/>
    </inkml:context>
    <inkml:brush xml:id="br0">
      <inkml:brushProperty name="width" value="0.05" units="cm"/>
      <inkml:brushProperty name="height" value="0.05" units="cm"/>
      <inkml:brushProperty name="ignorePressure" value="1"/>
    </inkml:brush>
  </inkml:definitions>
  <inkml:trace contextRef="#ctx0" brushRef="#br0">1 292,'0'-5,"1"0,0 0,0 0,0 0,1 0,0 0,0 0,0 0,0 0,1 1,0 0,0-1,0 1,0 0,1 0,-1 0,1 1,5-4,10-8,1 1,37-18,-26 14,16-6,81-32,-54 26,-52 22,-3 2</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11:11:03.885"/>
    </inkml:context>
    <inkml:brush xml:id="br0">
      <inkml:brushProperty name="width" value="0.05" units="cm"/>
      <inkml:brushProperty name="height" value="0.05" units="cm"/>
      <inkml:brushProperty name="ignorePressure" value="1"/>
    </inkml:brush>
  </inkml:definitions>
  <inkml:trace contextRef="#ctx0" brushRef="#br0">0 149,'1'-2,"-1"0,1 0,0-1,0 1,-1 0,1 0,1 0,-1 0,0 0,0 0,1 1,-1-1,1 0,-1 1,1-1,0 1,0-1,0 1,2-1,47-26,-33 19,0-2,1 0,0 2,1 0,0 1,0 1,0 1,43-7,-43 12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11:11:03.886"/>
    </inkml:context>
    <inkml:brush xml:id="br0">
      <inkml:brushProperty name="width" value="0.05" units="cm"/>
      <inkml:brushProperty name="height" value="0.05" units="cm"/>
      <inkml:brushProperty name="ignorePressure" value="1"/>
    </inkml:brush>
  </inkml:definitions>
  <inkml:trace contextRef="#ctx0" brushRef="#br0">1 223,'11'-10,"0"0,0 0,1 2,1-1,-1 1,1 1,0 0,29-9,-26 8,0-1,0-1,-1 0,0-1,-1 0,0-1,-1-1,21-26,-22 25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11:11:03.887"/>
    </inkml:context>
    <inkml:brush xml:id="br0">
      <inkml:brushProperty name="width" value="0.05" units="cm"/>
      <inkml:brushProperty name="height" value="0.05" units="cm"/>
      <inkml:brushProperty name="ignorePressure" value="1"/>
    </inkml:brush>
  </inkml:definitions>
  <inkml:trace contextRef="#ctx0" brushRef="#br0">524 17,'-2'-2,"-1"0,0 0,0 0,0 1,0 0,0-1,0 1,-1 0,1 1,0-1,0 0,-1 1,1 0,0 0,-1 0,1 0,0 0,-5 2,-63 16,63-16,-9 6,0 0,0 0,1 2,0 0,0 1,1 0,1 1,0 1,-14 16,11-11,-1-1,0-1,-2 0,-33 20,-15 8,52-33</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03.870"/>
    </inkml:context>
    <inkml:brush xml:id="br0">
      <inkml:brushProperty name="width" value="0.05" units="cm"/>
      <inkml:brushProperty name="height" value="0.05" units="cm"/>
      <inkml:brushProperty name="ignorePressure" value="1"/>
    </inkml:brush>
  </inkml:definitions>
  <inkml:trace contextRef="#ctx0" brushRef="#br0">0 422,'1'-4,"-1"-1,1 1,0-1,0 1,1-1,-1 1,1 0,0 0,0 0,0 0,1 0,-1 0,1 0,0 1,5-6,8-6,0 1,22-14,8-8,-4-3,-23 19,2 1,-1 1,2 1,45-27,-54 36,0 0,21-19,-27 21,0 0,0 0,1 0,0 1,0 0,0 1,0 0,1 0,16-4,-6 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05.297"/>
    </inkml:context>
    <inkml:brush xml:id="br0">
      <inkml:brushProperty name="width" value="0.05" units="cm"/>
      <inkml:brushProperty name="height" value="0.05" units="cm"/>
      <inkml:brushProperty name="ignorePressure" value="1"/>
    </inkml:brush>
  </inkml:definitions>
  <inkml:trace contextRef="#ctx0" brushRef="#br0">0 336,'1'-5,"0"1,0 0,0 0,0 0,1 0,0 0,-1 0,2 0,-1 0,0 1,1-1,-1 1,1-1,0 1,0 0,1 0,-1 1,1-1,6-4,12-6,0 1,29-12,-32 16,121-68,-116 63,0-2,-1 0,-1-2,32-29,-42 34,-1 3</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06.647"/>
    </inkml:context>
    <inkml:brush xml:id="br0">
      <inkml:brushProperty name="width" value="0.05" units="cm"/>
      <inkml:brushProperty name="height" value="0.05" units="cm"/>
      <inkml:brushProperty name="ignorePressure" value="1"/>
    </inkml:brush>
  </inkml:definitions>
  <inkml:trace contextRef="#ctx0" brushRef="#br0">1 247,'0'-5,"1"1,0 0,0 0,1 0,-1 0,1 1,0-1,0 0,0 1,1-1,-1 1,1-1,-1 1,1 0,0 0,7-4,59-41,-64 45,16-8,1 1,0 0,24-6,-25 10,-1-1,0-1,-1-1,21-13,-33 18,0-1,0 2,0-1,1 1,11-4,-2 3</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07.965"/>
    </inkml:context>
    <inkml:brush xml:id="br0">
      <inkml:brushProperty name="width" value="0.05" units="cm"/>
      <inkml:brushProperty name="height" value="0.05" units="cm"/>
      <inkml:brushProperty name="ignorePressure" value="1"/>
    </inkml:brush>
  </inkml:definitions>
  <inkml:trace contextRef="#ctx0" brushRef="#br0">0 482,'1'-3,"0"0,0 0,0-1,1 1,-1 0,1 1,0-1,-1 0,1 0,1 1,-1-1,3-1,30-30,32-18,-44 35,0-2,23-22,-2-5,66-54,-46 38,-31 26,-9 11,-14 14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09.114"/>
    </inkml:context>
    <inkml:brush xml:id="br0">
      <inkml:brushProperty name="width" value="0.05" units="cm"/>
      <inkml:brushProperty name="height" value="0.05" units="cm"/>
      <inkml:brushProperty name="ignorePressure" value="1"/>
    </inkml:brush>
  </inkml:definitions>
  <inkml:trace contextRef="#ctx0" brushRef="#br0">0 386,'1'-5,"0"0,0 0,1 0,-1 0,1 0,1 0,-1 0,0 1,1-1,0 1,0 0,0 0,1 0,5-5,57-48,217-138,-197 144,-69 43</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10.577"/>
    </inkml:context>
    <inkml:brush xml:id="br0">
      <inkml:brushProperty name="width" value="0.05" units="cm"/>
      <inkml:brushProperty name="height" value="0.05" units="cm"/>
      <inkml:brushProperty name="ignorePressure" value="1"/>
    </inkml:brush>
  </inkml:definitions>
  <inkml:trace contextRef="#ctx0" brushRef="#br0">1 411,'0'-7,"1"0,0 0,0 0,1-1,0 1,0 1,0-1,1 0,0 1,1-1,-1 1,1 0,0 0,1 0,6-6,10-9,0 2,40-27,-38 30,-2-1,21-20,-6-2,56-55,-80 85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11.740"/>
    </inkml:context>
    <inkml:brush xml:id="br0">
      <inkml:brushProperty name="width" value="0.05" units="cm"/>
      <inkml:brushProperty name="height" value="0.05" units="cm"/>
      <inkml:brushProperty name="ignorePressure" value="1"/>
    </inkml:brush>
  </inkml:definitions>
  <inkml:trace contextRef="#ctx0" brushRef="#br0">1 466,'5'-3,"1"1,0-1,-1 0,0 0,0 0,0-1,0 0,-1 0,1 0,-1-1,0 1,4-7,5-3,155-171,-152 166,-1-1,17-29,-23 34,0 0,1 0,1 1,0 1,1 0,19-16,-15 18</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12.900"/>
    </inkml:context>
    <inkml:brush xml:id="br0">
      <inkml:brushProperty name="width" value="0.05" units="cm"/>
      <inkml:brushProperty name="height" value="0.05" units="cm"/>
      <inkml:brushProperty name="ignorePressure" value="1"/>
    </inkml:brush>
  </inkml:definitions>
  <inkml:trace contextRef="#ctx0" brushRef="#br0">1 411,'1'-7,"-1"-1,2 1,-1-1,1 1,0 0,0 0,1 0,0 0,1 0,-1 0,1 1,6-8,10-11,37-37,1-1,-32 34,2 1,1 2,37-27,-47 37,-6 6</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13.981"/>
    </inkml:context>
    <inkml:brush xml:id="br0">
      <inkml:brushProperty name="width" value="0.05" units="cm"/>
      <inkml:brushProperty name="height" value="0.05" units="cm"/>
      <inkml:brushProperty name="ignorePressure" value="1"/>
    </inkml:brush>
  </inkml:definitions>
  <inkml:trace contextRef="#ctx0" brushRef="#br0">1 307,'4'-1,"1"-1,-1 1,1-1,-1 0,0 0,0-1,0 1,0-1,-1 0,1 0,0 0,4-6,6-4,72-55,-35 31,84-85,-118 105,-3 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15.393"/>
    </inkml:context>
    <inkml:brush xml:id="br0">
      <inkml:brushProperty name="width" value="0.05" units="cm"/>
      <inkml:brushProperty name="height" value="0.05" units="cm"/>
      <inkml:brushProperty name="ignorePressure" value="1"/>
    </inkml:brush>
  </inkml:definitions>
  <inkml:trace contextRef="#ctx0" brushRef="#br0">1 346,'1'-5,"-1"0,1 0,0 0,1 0,-1 0,1 0,0 1,1-1,-1 1,1-1,4-5,43-49,-27 34,78-79,-90 94,0 0,1 1,1 0,0 0,0 2,0 0,1 0,0 1,0 1,27-7,-19 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18.310"/>
    </inkml:context>
    <inkml:brush xml:id="br0">
      <inkml:brushProperty name="width" value="0.05" units="cm"/>
      <inkml:brushProperty name="height" value="0.05" units="cm"/>
      <inkml:brushProperty name="ignorePressure" value="1"/>
    </inkml:brush>
  </inkml:definitions>
  <inkml:trace contextRef="#ctx0" brushRef="#br0">1 292,'0'-5,"1"0,0 0,0 0,0 0,1 0,0 0,0 0,0 0,0 0,1 1,0 0,0-1,0 1,0 0,1 0,-1 0,1 1,5-4,10-8,1 1,37-18,-26 14,16-6,81-32,-54 26,-52 22,-3 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20.634"/>
    </inkml:context>
    <inkml:brush xml:id="br0">
      <inkml:brushProperty name="width" value="0.05" units="cm"/>
      <inkml:brushProperty name="height" value="0.05" units="cm"/>
      <inkml:brushProperty name="ignorePressure" value="1"/>
    </inkml:brush>
  </inkml:definitions>
  <inkml:trace contextRef="#ctx0" brushRef="#br0">0 149,'1'-2,"-1"0,1 0,0-1,0 1,-1 0,1 0,1 0,-1 0,0 0,0 0,1 1,-1-1,1 0,-1 1,1-1,0 1,0-1,0 1,2-1,47-26,-33 19,0-2,1 0,0 2,1 0,0 1,0 1,0 1,43-7,-43 12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22.435"/>
    </inkml:context>
    <inkml:brush xml:id="br0">
      <inkml:brushProperty name="width" value="0.05" units="cm"/>
      <inkml:brushProperty name="height" value="0.05" units="cm"/>
      <inkml:brushProperty name="ignorePressure" value="1"/>
    </inkml:brush>
  </inkml:definitions>
  <inkml:trace contextRef="#ctx0" brushRef="#br0">1 223,'11'-10,"0"0,0 0,1 2,1-1,-1 1,1 1,0 0,29-9,-26 8,0-1,0-1,-1 0,0-1,-1 0,0-1,-1-1,21-26,-22 25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8:37.563"/>
    </inkml:context>
    <inkml:brush xml:id="br0">
      <inkml:brushProperty name="width" value="0.05" units="cm"/>
      <inkml:brushProperty name="height" value="0.05" units="cm"/>
      <inkml:brushProperty name="ignorePressure" value="1"/>
    </inkml:brush>
  </inkml:definitions>
  <inkml:trace contextRef="#ctx0" brushRef="#br0">524 17,'-2'-2,"-1"0,0 0,0 0,0 1,0 0,0-1,0 1,-1 0,1 1,0-1,0 0,-1 1,1 0,0 0,-1 0,1 0,0 0,-5 2,-63 16,63-16,-9 6,0 0,0 0,1 2,0 0,0 1,1 0,1 1,0 1,-14 16,11-11,-1-1,0-1,-2 0,-33 20,-15 8,52-33</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9:46.632"/>
    </inkml:context>
    <inkml:brush xml:id="br0">
      <inkml:brushProperty name="width" value="0.05" units="cm"/>
      <inkml:brushProperty name="height" value="0.05" units="cm"/>
      <inkml:brushProperty name="ignorePressure" value="1"/>
    </inkml:brush>
  </inkml:definitions>
  <inkml:trace contextRef="#ctx0" brushRef="#br0">0 422,'1'-4,"-1"-1,1 1,0-1,0 1,1-1,-1 1,1 0,0 0,0 0,0 0,1 0,-1 0,1 0,0 1,5-6,8-6,0 1,22-14,8-8,-4-3,-23 19,2 1,-1 1,2 1,45-27,-54 36,0 0,21-19,-27 21,0 0,0 0,1 0,0 1,0 0,0 1,0 0,1 0,16-4,-6 5</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9:46.633"/>
    </inkml:context>
    <inkml:brush xml:id="br0">
      <inkml:brushProperty name="width" value="0.05" units="cm"/>
      <inkml:brushProperty name="height" value="0.05" units="cm"/>
      <inkml:brushProperty name="ignorePressure" value="1"/>
    </inkml:brush>
  </inkml:definitions>
  <inkml:trace contextRef="#ctx0" brushRef="#br0">0 336,'1'-5,"0"1,0 0,0 0,0 0,1 0,0 0,-1 0,2 0,-1 0,0 1,1-1,-1 1,1-1,0 1,0 0,1 0,-1 1,1-1,6-4,12-6,0 1,29-12,-32 16,121-68,-116 63,0-2,-1 0,-1-2,32-29,-42 34,-1 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9:46.634"/>
    </inkml:context>
    <inkml:brush xml:id="br0">
      <inkml:brushProperty name="width" value="0.05" units="cm"/>
      <inkml:brushProperty name="height" value="0.05" units="cm"/>
      <inkml:brushProperty name="ignorePressure" value="1"/>
    </inkml:brush>
  </inkml:definitions>
  <inkml:trace contextRef="#ctx0" brushRef="#br0">1 247,'0'-5,"1"1,0 0,0 0,1 0,-1 0,1 1,0-1,0 0,0 1,1-1,-1 1,1-1,-1 1,1 0,0 0,7-4,59-41,-64 45,16-8,1 1,0 0,24-6,-25 10,-1-1,0-1,-1-1,21-13,-33 18,0-1,0 2,0-1,1 1,11-4,-2 3</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9:46.635"/>
    </inkml:context>
    <inkml:brush xml:id="br0">
      <inkml:brushProperty name="width" value="0.05" units="cm"/>
      <inkml:brushProperty name="height" value="0.05" units="cm"/>
      <inkml:brushProperty name="ignorePressure" value="1"/>
    </inkml:brush>
  </inkml:definitions>
  <inkml:trace contextRef="#ctx0" brushRef="#br0">0 482,'1'-3,"0"0,0 0,0-1,1 1,-1 0,1 1,0-1,-1 0,1 0,1 1,-1-1,3-1,30-30,32-18,-44 35,0-2,23-22,-2-5,66-54,-46 38,-31 26,-9 11,-14 14</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9:46.636"/>
    </inkml:context>
    <inkml:brush xml:id="br0">
      <inkml:brushProperty name="width" value="0.05" units="cm"/>
      <inkml:brushProperty name="height" value="0.05" units="cm"/>
      <inkml:brushProperty name="ignorePressure" value="1"/>
    </inkml:brush>
  </inkml:definitions>
  <inkml:trace contextRef="#ctx0" brushRef="#br0">0 386,'1'-5,"0"0,0 0,1 0,-1 0,1 0,1 0,-1 0,0 1,1-1,0 1,0 0,0 0,1 0,5-5,57-48,217-138,-197 144,-69 43</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9:46.637"/>
    </inkml:context>
    <inkml:brush xml:id="br0">
      <inkml:brushProperty name="width" value="0.05" units="cm"/>
      <inkml:brushProperty name="height" value="0.05" units="cm"/>
      <inkml:brushProperty name="ignorePressure" value="1"/>
    </inkml:brush>
  </inkml:definitions>
  <inkml:trace contextRef="#ctx0" brushRef="#br0">1 411,'0'-7,"1"0,0 0,0 0,1-1,0 1,0 1,0-1,1 0,0 1,1-1,-1 1,1 0,0 0,1 0,6-6,10-9,0 2,40-27,-38 30,-2-1,21-20,-6-2,56-55,-80 85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9:46.638"/>
    </inkml:context>
    <inkml:brush xml:id="br0">
      <inkml:brushProperty name="width" value="0.05" units="cm"/>
      <inkml:brushProperty name="height" value="0.05" units="cm"/>
      <inkml:brushProperty name="ignorePressure" value="1"/>
    </inkml:brush>
  </inkml:definitions>
  <inkml:trace contextRef="#ctx0" brushRef="#br0">1 466,'5'-3,"1"1,0-1,-1 0,0 0,0 0,0-1,0 0,-1 0,1 0,-1-1,0 1,4-7,5-3,155-171,-152 166,-1-1,17-29,-23 34,0 0,1 0,1 1,0 1,1 0,19-16,-15 18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9:46.639"/>
    </inkml:context>
    <inkml:brush xml:id="br0">
      <inkml:brushProperty name="width" value="0.05" units="cm"/>
      <inkml:brushProperty name="height" value="0.05" units="cm"/>
      <inkml:brushProperty name="ignorePressure" value="1"/>
    </inkml:brush>
  </inkml:definitions>
  <inkml:trace contextRef="#ctx0" brushRef="#br0">1 411,'1'-7,"-1"-1,2 1,-1-1,1 1,0 0,0 0,1 0,0 0,1 0,-1 0,1 1,6-8,10-11,37-37,1-1,-32 34,2 1,1 2,37-27,-47 37,-6 6</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9:46.640"/>
    </inkml:context>
    <inkml:brush xml:id="br0">
      <inkml:brushProperty name="width" value="0.05" units="cm"/>
      <inkml:brushProperty name="height" value="0.05" units="cm"/>
      <inkml:brushProperty name="ignorePressure" value="1"/>
    </inkml:brush>
  </inkml:definitions>
  <inkml:trace contextRef="#ctx0" brushRef="#br0">1 307,'4'-1,"1"-1,-1 1,1-1,-1 0,0 0,0-1,0 1,0-1,-1 0,1 0,0 0,4-6,6-4,72-55,-35 31,84-85,-118 105,-3 3</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9:46.641"/>
    </inkml:context>
    <inkml:brush xml:id="br0">
      <inkml:brushProperty name="width" value="0.05" units="cm"/>
      <inkml:brushProperty name="height" value="0.05" units="cm"/>
      <inkml:brushProperty name="ignorePressure" value="1"/>
    </inkml:brush>
  </inkml:definitions>
  <inkml:trace contextRef="#ctx0" brushRef="#br0">1 346,'1'-5,"-1"0,1 0,0 0,1 0,-1 0,1 0,0 1,1-1,-1 1,1-1,4-5,43-49,-27 34,78-79,-90 94,0 0,1 1,1 0,0 0,0 2,0 0,1 0,0 1,0 1,27-7,-19 8</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9:46.642"/>
    </inkml:context>
    <inkml:brush xml:id="br0">
      <inkml:brushProperty name="width" value="0.05" units="cm"/>
      <inkml:brushProperty name="height" value="0.05" units="cm"/>
      <inkml:brushProperty name="ignorePressure" value="1"/>
    </inkml:brush>
  </inkml:definitions>
  <inkml:trace contextRef="#ctx0" brushRef="#br0">1 292,'0'-5,"1"0,0 0,0 0,0 0,1 0,0 0,0 0,0 0,0 0,1 1,0 0,0-1,0 1,0 0,1 0,-1 0,1 1,5-4,10-8,1 1,37-18,-26 14,16-6,81-32,-54 26,-52 22,-3 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9:46.643"/>
    </inkml:context>
    <inkml:brush xml:id="br0">
      <inkml:brushProperty name="width" value="0.05" units="cm"/>
      <inkml:brushProperty name="height" value="0.05" units="cm"/>
      <inkml:brushProperty name="ignorePressure" value="1"/>
    </inkml:brush>
  </inkml:definitions>
  <inkml:trace contextRef="#ctx0" brushRef="#br0">0 149,'1'-2,"-1"0,1 0,0-1,0 1,-1 0,1 0,1 0,-1 0,0 0,0 0,1 1,-1-1,1 0,-1 1,1-1,0 1,0-1,0 1,2-1,47-26,-33 19,0-2,1 0,0 2,1 0,0 1,0 1,0 1,43-7,-43 12</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9:46.644"/>
    </inkml:context>
    <inkml:brush xml:id="br0">
      <inkml:brushProperty name="width" value="0.05" units="cm"/>
      <inkml:brushProperty name="height" value="0.05" units="cm"/>
      <inkml:brushProperty name="ignorePressure" value="1"/>
    </inkml:brush>
  </inkml:definitions>
  <inkml:trace contextRef="#ctx0" brushRef="#br0">1 223,'11'-10,"0"0,0 0,1 2,1-1,-1 1,1 1,0 0,29-9,-26 8,0-1,0-1,-1 0,0-1,-1 0,0-1,-1-1,21-26,-22 25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6T06:49:46.645"/>
    </inkml:context>
    <inkml:brush xml:id="br0">
      <inkml:brushProperty name="width" value="0.05" units="cm"/>
      <inkml:brushProperty name="height" value="0.05" units="cm"/>
      <inkml:brushProperty name="ignorePressure" value="1"/>
    </inkml:brush>
  </inkml:definitions>
  <inkml:trace contextRef="#ctx0" brushRef="#br0">524 17,'-2'-2,"-1"0,0 0,0 0,0 1,0 0,0-1,0 1,-1 0,1 1,0-1,0 0,-1 1,1 0,0 0,-1 0,1 0,0 0,-5 2,-63 16,63-16,-9 6,0 0,0 0,1 2,0 0,0 1,1 0,1 1,0 1,-14 16,11-11,-1-1,0-1,-2 0,-33 20,-15 8,52-33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B7462F-F996-400C-A384-38AB99702042}" type="datetimeFigureOut">
              <a:rPr lang="es-ES" smtClean="0"/>
              <a:t>26/11/2024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754F05-BAFE-4A15-B909-F959AE34705B}" type="slidenum">
              <a:rPr lang="es-ES" smtClean="0"/>
              <a:t>‹Nº›</a:t>
            </a:fld>
            <a:endParaRPr lang="es-ES"/>
          </a:p>
        </p:txBody>
      </p:sp>
    </p:spTree>
    <p:extLst>
      <p:ext uri="{BB962C8B-B14F-4D97-AF65-F5344CB8AC3E}">
        <p14:creationId xmlns:p14="http://schemas.microsoft.com/office/powerpoint/2010/main" val="822397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B1754F05-BAFE-4A15-B909-F959AE34705B}" type="slidenum">
              <a:rPr lang="es-ES" smtClean="0"/>
              <a:t>3</a:t>
            </a:fld>
            <a:endParaRPr lang="es-ES"/>
          </a:p>
        </p:txBody>
      </p:sp>
    </p:spTree>
    <p:extLst>
      <p:ext uri="{BB962C8B-B14F-4D97-AF65-F5344CB8AC3E}">
        <p14:creationId xmlns:p14="http://schemas.microsoft.com/office/powerpoint/2010/main" val="3114852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Desde el punto de vista de la ingeniería aeroespacial siempre se intenta buscar un equilibrio entre tener una estructura que cumpla de manera satisfactoria los requisitos estructurales y de fabricación a la vez que intentar reducir el peso en medida de lo posible. El desarrollo de estructuras en las que el pandeo de las webs está permitido con las cargas de cortadura siendo soportadas en forma de esfuerzos de tensión diagonal es un ejemplo de ello.</a:t>
            </a:r>
          </a:p>
        </p:txBody>
      </p:sp>
      <p:sp>
        <p:nvSpPr>
          <p:cNvPr id="4" name="Marcador de número de diapositiva 3"/>
          <p:cNvSpPr>
            <a:spLocks noGrp="1"/>
          </p:cNvSpPr>
          <p:nvPr>
            <p:ph type="sldNum" sz="quarter" idx="5"/>
          </p:nvPr>
        </p:nvSpPr>
        <p:spPr/>
        <p:txBody>
          <a:bodyPr/>
          <a:lstStyle/>
          <a:p>
            <a:fld id="{B1754F05-BAFE-4A15-B909-F959AE34705B}" type="slidenum">
              <a:rPr lang="es-ES" smtClean="0"/>
              <a:t>4</a:t>
            </a:fld>
            <a:endParaRPr lang="es-ES"/>
          </a:p>
        </p:txBody>
      </p:sp>
    </p:spTree>
    <p:extLst>
      <p:ext uri="{BB962C8B-B14F-4D97-AF65-F5344CB8AC3E}">
        <p14:creationId xmlns:p14="http://schemas.microsoft.com/office/powerpoint/2010/main" val="2549876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Desde el punto de vista de la ingeniería aeroespacial siempre se intenta buscar un equilibrio entre tener una estructura que cumpla de manera satisfactoria los requisitos estructurales y de fabricación a la vez que intentar reducir el peso en medida de lo posible. El desarrollo de estructuras en las que el pandeo de las webs está permitido con las cargas de cortadura siendo soportadas en forma de esfuerzos de tensión diagonal es un ejemplo de ello.</a:t>
            </a:r>
          </a:p>
        </p:txBody>
      </p:sp>
      <p:sp>
        <p:nvSpPr>
          <p:cNvPr id="4" name="Marcador de número de diapositiva 3"/>
          <p:cNvSpPr>
            <a:spLocks noGrp="1"/>
          </p:cNvSpPr>
          <p:nvPr>
            <p:ph type="sldNum" sz="quarter" idx="5"/>
          </p:nvPr>
        </p:nvSpPr>
        <p:spPr/>
        <p:txBody>
          <a:bodyPr/>
          <a:lstStyle/>
          <a:p>
            <a:fld id="{B1754F05-BAFE-4A15-B909-F959AE34705B}" type="slidenum">
              <a:rPr lang="es-ES" smtClean="0"/>
              <a:t>5</a:t>
            </a:fld>
            <a:endParaRPr lang="es-ES"/>
          </a:p>
        </p:txBody>
      </p:sp>
    </p:spTree>
    <p:extLst>
      <p:ext uri="{BB962C8B-B14F-4D97-AF65-F5344CB8AC3E}">
        <p14:creationId xmlns:p14="http://schemas.microsoft.com/office/powerpoint/2010/main" val="3963591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Desde el punto de vista de la ingeniería aeroespacial siempre se intenta buscar un equilibrio entre tener una estructura que cumpla de manera satisfactoria los requisitos estructurales y de fabricación a la vez que intentar reducir el peso en medida de lo posible. El desarrollo de estructuras en las que el pandeo de las webs está permitido con las cargas de cortadura siendo soportadas en forma de esfuerzos de tensión diagonal es un ejemplo de ello.</a:t>
            </a:r>
          </a:p>
        </p:txBody>
      </p:sp>
      <p:sp>
        <p:nvSpPr>
          <p:cNvPr id="4" name="Marcador de número de diapositiva 3"/>
          <p:cNvSpPr>
            <a:spLocks noGrp="1"/>
          </p:cNvSpPr>
          <p:nvPr>
            <p:ph type="sldNum" sz="quarter" idx="5"/>
          </p:nvPr>
        </p:nvSpPr>
        <p:spPr/>
        <p:txBody>
          <a:bodyPr/>
          <a:lstStyle/>
          <a:p>
            <a:fld id="{B1754F05-BAFE-4A15-B909-F959AE34705B}" type="slidenum">
              <a:rPr lang="es-ES" smtClean="0"/>
              <a:t>6</a:t>
            </a:fld>
            <a:endParaRPr lang="es-ES"/>
          </a:p>
        </p:txBody>
      </p:sp>
    </p:spTree>
    <p:extLst>
      <p:ext uri="{BB962C8B-B14F-4D97-AF65-F5344CB8AC3E}">
        <p14:creationId xmlns:p14="http://schemas.microsoft.com/office/powerpoint/2010/main" val="2764532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Desde el punto de vista de la ingeniería aeroespacial siempre se intenta buscar un equilibrio entre tener una estructura que cumpla de manera satisfactoria los requisitos estructurales y de fabricación a la vez que intentar reducir el peso en medida de lo posible. El desarrollo de estructuras en las que el pandeo de las webs está permitido con las cargas de cortadura siendo soportadas en forma de esfuerzos de tensión diagonal es un ejemplo de ello.</a:t>
            </a:r>
          </a:p>
        </p:txBody>
      </p:sp>
      <p:sp>
        <p:nvSpPr>
          <p:cNvPr id="4" name="Marcador de número de diapositiva 3"/>
          <p:cNvSpPr>
            <a:spLocks noGrp="1"/>
          </p:cNvSpPr>
          <p:nvPr>
            <p:ph type="sldNum" sz="quarter" idx="5"/>
          </p:nvPr>
        </p:nvSpPr>
        <p:spPr/>
        <p:txBody>
          <a:bodyPr/>
          <a:lstStyle/>
          <a:p>
            <a:fld id="{B1754F05-BAFE-4A15-B909-F959AE34705B}" type="slidenum">
              <a:rPr lang="es-ES" smtClean="0"/>
              <a:t>7</a:t>
            </a:fld>
            <a:endParaRPr lang="es-ES"/>
          </a:p>
        </p:txBody>
      </p:sp>
    </p:spTree>
    <p:extLst>
      <p:ext uri="{BB962C8B-B14F-4D97-AF65-F5344CB8AC3E}">
        <p14:creationId xmlns:p14="http://schemas.microsoft.com/office/powerpoint/2010/main" val="411689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BF5228-4965-4AEF-B20B-2E397255042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E0BAEA53-FE1C-4B89-9AC7-8404168D1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F83E0E8E-CB6D-4490-A2B1-B5A519D76CF3}"/>
              </a:ext>
            </a:extLst>
          </p:cNvPr>
          <p:cNvSpPr>
            <a:spLocks noGrp="1"/>
          </p:cNvSpPr>
          <p:nvPr>
            <p:ph type="dt" sz="half" idx="10"/>
          </p:nvPr>
        </p:nvSpPr>
        <p:spPr/>
        <p:txBody>
          <a:bodyPr/>
          <a:lstStyle/>
          <a:p>
            <a:fld id="{C67F2C09-F53F-440A-A115-96D442917748}" type="datetimeFigureOut">
              <a:rPr lang="es-ES" smtClean="0"/>
              <a:t>26/11/2024</a:t>
            </a:fld>
            <a:endParaRPr lang="es-ES"/>
          </a:p>
        </p:txBody>
      </p:sp>
      <p:sp>
        <p:nvSpPr>
          <p:cNvPr id="5" name="Marcador de pie de página 4">
            <a:extLst>
              <a:ext uri="{FF2B5EF4-FFF2-40B4-BE49-F238E27FC236}">
                <a16:creationId xmlns:a16="http://schemas.microsoft.com/office/drawing/2014/main" id="{EFF69777-650A-4F33-B022-EB36A4965F0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6D08F8A-ED83-470C-A5A5-9C74A58F7D94}"/>
              </a:ext>
            </a:extLst>
          </p:cNvPr>
          <p:cNvSpPr>
            <a:spLocks noGrp="1"/>
          </p:cNvSpPr>
          <p:nvPr>
            <p:ph type="sldNum" sz="quarter" idx="12"/>
          </p:nvPr>
        </p:nvSpPr>
        <p:spPr/>
        <p:txBody>
          <a:bodyPr/>
          <a:lstStyle/>
          <a:p>
            <a:fld id="{1383589F-2FFA-4A93-8827-CA97375FD508}" type="slidenum">
              <a:rPr lang="es-ES" smtClean="0"/>
              <a:t>‹Nº›</a:t>
            </a:fld>
            <a:endParaRPr lang="es-ES"/>
          </a:p>
        </p:txBody>
      </p:sp>
    </p:spTree>
    <p:extLst>
      <p:ext uri="{BB962C8B-B14F-4D97-AF65-F5344CB8AC3E}">
        <p14:creationId xmlns:p14="http://schemas.microsoft.com/office/powerpoint/2010/main" val="321065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7EE1AD-40BF-45DB-A7E9-145B86063C9A}"/>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CC852C51-206A-471B-8EAD-57AB73155BD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63916BE-2F63-447C-9B63-92C25A2ECC34}"/>
              </a:ext>
            </a:extLst>
          </p:cNvPr>
          <p:cNvSpPr>
            <a:spLocks noGrp="1"/>
          </p:cNvSpPr>
          <p:nvPr>
            <p:ph type="dt" sz="half" idx="10"/>
          </p:nvPr>
        </p:nvSpPr>
        <p:spPr/>
        <p:txBody>
          <a:bodyPr/>
          <a:lstStyle/>
          <a:p>
            <a:fld id="{C67F2C09-F53F-440A-A115-96D442917748}" type="datetimeFigureOut">
              <a:rPr lang="es-ES" smtClean="0"/>
              <a:t>26/11/2024</a:t>
            </a:fld>
            <a:endParaRPr lang="es-ES"/>
          </a:p>
        </p:txBody>
      </p:sp>
      <p:sp>
        <p:nvSpPr>
          <p:cNvPr id="5" name="Marcador de pie de página 4">
            <a:extLst>
              <a:ext uri="{FF2B5EF4-FFF2-40B4-BE49-F238E27FC236}">
                <a16:creationId xmlns:a16="http://schemas.microsoft.com/office/drawing/2014/main" id="{AD44434B-1CE3-49AF-91B3-CCBC468AF28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E8FD221-0BB0-49F6-ABD6-5BED56DE524F}"/>
              </a:ext>
            </a:extLst>
          </p:cNvPr>
          <p:cNvSpPr>
            <a:spLocks noGrp="1"/>
          </p:cNvSpPr>
          <p:nvPr>
            <p:ph type="sldNum" sz="quarter" idx="12"/>
          </p:nvPr>
        </p:nvSpPr>
        <p:spPr/>
        <p:txBody>
          <a:bodyPr/>
          <a:lstStyle/>
          <a:p>
            <a:fld id="{1383589F-2FFA-4A93-8827-CA97375FD508}" type="slidenum">
              <a:rPr lang="es-ES" smtClean="0"/>
              <a:t>‹Nº›</a:t>
            </a:fld>
            <a:endParaRPr lang="es-ES"/>
          </a:p>
        </p:txBody>
      </p:sp>
    </p:spTree>
    <p:extLst>
      <p:ext uri="{BB962C8B-B14F-4D97-AF65-F5344CB8AC3E}">
        <p14:creationId xmlns:p14="http://schemas.microsoft.com/office/powerpoint/2010/main" val="3026462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39CE5F-7F18-4574-9D71-8792396837B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0EC7EE20-E6EE-40AF-999D-9BE75E0CB4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A107235-A9A7-4DB0-A7C4-AD40037D7D00}"/>
              </a:ext>
            </a:extLst>
          </p:cNvPr>
          <p:cNvSpPr>
            <a:spLocks noGrp="1"/>
          </p:cNvSpPr>
          <p:nvPr>
            <p:ph type="dt" sz="half" idx="10"/>
          </p:nvPr>
        </p:nvSpPr>
        <p:spPr/>
        <p:txBody>
          <a:bodyPr/>
          <a:lstStyle/>
          <a:p>
            <a:fld id="{C67F2C09-F53F-440A-A115-96D442917748}" type="datetimeFigureOut">
              <a:rPr lang="es-ES" smtClean="0"/>
              <a:t>26/11/2024</a:t>
            </a:fld>
            <a:endParaRPr lang="es-ES"/>
          </a:p>
        </p:txBody>
      </p:sp>
      <p:sp>
        <p:nvSpPr>
          <p:cNvPr id="5" name="Marcador de pie de página 4">
            <a:extLst>
              <a:ext uri="{FF2B5EF4-FFF2-40B4-BE49-F238E27FC236}">
                <a16:creationId xmlns:a16="http://schemas.microsoft.com/office/drawing/2014/main" id="{54B5FEF6-FEB2-4CF5-A70D-6437BF78164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CA16FD5-3D5F-4C01-AD98-9B89CAC073FB}"/>
              </a:ext>
            </a:extLst>
          </p:cNvPr>
          <p:cNvSpPr>
            <a:spLocks noGrp="1"/>
          </p:cNvSpPr>
          <p:nvPr>
            <p:ph type="sldNum" sz="quarter" idx="12"/>
          </p:nvPr>
        </p:nvSpPr>
        <p:spPr/>
        <p:txBody>
          <a:bodyPr/>
          <a:lstStyle/>
          <a:p>
            <a:fld id="{1383589F-2FFA-4A93-8827-CA97375FD508}" type="slidenum">
              <a:rPr lang="es-ES" smtClean="0"/>
              <a:t>‹Nº›</a:t>
            </a:fld>
            <a:endParaRPr lang="es-ES"/>
          </a:p>
        </p:txBody>
      </p:sp>
    </p:spTree>
    <p:extLst>
      <p:ext uri="{BB962C8B-B14F-4D97-AF65-F5344CB8AC3E}">
        <p14:creationId xmlns:p14="http://schemas.microsoft.com/office/powerpoint/2010/main" val="3247114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DAEF9F-05A0-400F-876A-F9B6E94D3447}"/>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2D06559-C6EC-4F2F-AACC-08A66CE5978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067741D9-C188-42CA-81C1-54B1F533F97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2F580C6E-5ECA-4FF7-AD43-F047BD02279B}"/>
              </a:ext>
            </a:extLst>
          </p:cNvPr>
          <p:cNvSpPr>
            <a:spLocks noGrp="1"/>
          </p:cNvSpPr>
          <p:nvPr>
            <p:ph type="dt" sz="half" idx="10"/>
          </p:nvPr>
        </p:nvSpPr>
        <p:spPr/>
        <p:txBody>
          <a:bodyPr/>
          <a:lstStyle/>
          <a:p>
            <a:fld id="{C67F2C09-F53F-440A-A115-96D442917748}" type="datetimeFigureOut">
              <a:rPr lang="es-ES" smtClean="0"/>
              <a:t>26/11/2024</a:t>
            </a:fld>
            <a:endParaRPr lang="es-ES"/>
          </a:p>
        </p:txBody>
      </p:sp>
      <p:sp>
        <p:nvSpPr>
          <p:cNvPr id="6" name="Marcador de pie de página 5">
            <a:extLst>
              <a:ext uri="{FF2B5EF4-FFF2-40B4-BE49-F238E27FC236}">
                <a16:creationId xmlns:a16="http://schemas.microsoft.com/office/drawing/2014/main" id="{76F4E0F2-1A59-4AB5-BB25-4E0E35B7E0C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58EC8537-96CF-4C66-9C70-818AEA0D63F9}"/>
              </a:ext>
            </a:extLst>
          </p:cNvPr>
          <p:cNvSpPr>
            <a:spLocks noGrp="1"/>
          </p:cNvSpPr>
          <p:nvPr>
            <p:ph type="sldNum" sz="quarter" idx="12"/>
          </p:nvPr>
        </p:nvSpPr>
        <p:spPr/>
        <p:txBody>
          <a:bodyPr/>
          <a:lstStyle/>
          <a:p>
            <a:fld id="{1383589F-2FFA-4A93-8827-CA97375FD508}" type="slidenum">
              <a:rPr lang="es-ES" smtClean="0"/>
              <a:t>‹Nº›</a:t>
            </a:fld>
            <a:endParaRPr lang="es-ES"/>
          </a:p>
        </p:txBody>
      </p:sp>
    </p:spTree>
    <p:extLst>
      <p:ext uri="{BB962C8B-B14F-4D97-AF65-F5344CB8AC3E}">
        <p14:creationId xmlns:p14="http://schemas.microsoft.com/office/powerpoint/2010/main" val="1961986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D72546-94E2-4748-9EC7-12D89A3D192F}"/>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F1656DE-EF92-4076-B671-6D9B5C3E7C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9403F7E-23B8-4197-BD94-7913FC02668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CC18BB13-DA10-4668-8328-C8D2D40A70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EBF343F-E095-4C2C-8C50-3B80477F89D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488BF536-12F9-4E9A-BDFB-EE72F0338061}"/>
              </a:ext>
            </a:extLst>
          </p:cNvPr>
          <p:cNvSpPr>
            <a:spLocks noGrp="1"/>
          </p:cNvSpPr>
          <p:nvPr>
            <p:ph type="dt" sz="half" idx="10"/>
          </p:nvPr>
        </p:nvSpPr>
        <p:spPr/>
        <p:txBody>
          <a:bodyPr/>
          <a:lstStyle/>
          <a:p>
            <a:fld id="{C67F2C09-F53F-440A-A115-96D442917748}" type="datetimeFigureOut">
              <a:rPr lang="es-ES" smtClean="0"/>
              <a:t>26/11/2024</a:t>
            </a:fld>
            <a:endParaRPr lang="es-ES"/>
          </a:p>
        </p:txBody>
      </p:sp>
      <p:sp>
        <p:nvSpPr>
          <p:cNvPr id="8" name="Marcador de pie de página 7">
            <a:extLst>
              <a:ext uri="{FF2B5EF4-FFF2-40B4-BE49-F238E27FC236}">
                <a16:creationId xmlns:a16="http://schemas.microsoft.com/office/drawing/2014/main" id="{C0EFAA59-82CA-41E9-92E8-8F81BF6FABC7}"/>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8D7536A8-0E6D-4EE1-900A-67EEC1C56774}"/>
              </a:ext>
            </a:extLst>
          </p:cNvPr>
          <p:cNvSpPr>
            <a:spLocks noGrp="1"/>
          </p:cNvSpPr>
          <p:nvPr>
            <p:ph type="sldNum" sz="quarter" idx="12"/>
          </p:nvPr>
        </p:nvSpPr>
        <p:spPr/>
        <p:txBody>
          <a:bodyPr/>
          <a:lstStyle/>
          <a:p>
            <a:fld id="{1383589F-2FFA-4A93-8827-CA97375FD508}" type="slidenum">
              <a:rPr lang="es-ES" smtClean="0"/>
              <a:t>‹Nº›</a:t>
            </a:fld>
            <a:endParaRPr lang="es-ES"/>
          </a:p>
        </p:txBody>
      </p:sp>
    </p:spTree>
    <p:extLst>
      <p:ext uri="{BB962C8B-B14F-4D97-AF65-F5344CB8AC3E}">
        <p14:creationId xmlns:p14="http://schemas.microsoft.com/office/powerpoint/2010/main" val="1038854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41549D-B394-480C-BDFF-1B3B2778A919}"/>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9F2ACFB8-6D0F-4817-AEBA-1E4EAE88AE41}"/>
              </a:ext>
            </a:extLst>
          </p:cNvPr>
          <p:cNvSpPr>
            <a:spLocks noGrp="1"/>
          </p:cNvSpPr>
          <p:nvPr>
            <p:ph type="dt" sz="half" idx="10"/>
          </p:nvPr>
        </p:nvSpPr>
        <p:spPr/>
        <p:txBody>
          <a:bodyPr/>
          <a:lstStyle/>
          <a:p>
            <a:fld id="{C67F2C09-F53F-440A-A115-96D442917748}" type="datetimeFigureOut">
              <a:rPr lang="es-ES" smtClean="0"/>
              <a:t>26/11/2024</a:t>
            </a:fld>
            <a:endParaRPr lang="es-ES"/>
          </a:p>
        </p:txBody>
      </p:sp>
      <p:sp>
        <p:nvSpPr>
          <p:cNvPr id="4" name="Marcador de pie de página 3">
            <a:extLst>
              <a:ext uri="{FF2B5EF4-FFF2-40B4-BE49-F238E27FC236}">
                <a16:creationId xmlns:a16="http://schemas.microsoft.com/office/drawing/2014/main" id="{0083BF32-F99B-4FAF-9891-8961BF5D2A58}"/>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C23F7E03-9837-40DE-B56F-31EC0F27A78A}"/>
              </a:ext>
            </a:extLst>
          </p:cNvPr>
          <p:cNvSpPr>
            <a:spLocks noGrp="1"/>
          </p:cNvSpPr>
          <p:nvPr>
            <p:ph type="sldNum" sz="quarter" idx="12"/>
          </p:nvPr>
        </p:nvSpPr>
        <p:spPr/>
        <p:txBody>
          <a:bodyPr/>
          <a:lstStyle/>
          <a:p>
            <a:fld id="{1383589F-2FFA-4A93-8827-CA97375FD508}" type="slidenum">
              <a:rPr lang="es-ES" smtClean="0"/>
              <a:t>‹Nº›</a:t>
            </a:fld>
            <a:endParaRPr lang="es-ES"/>
          </a:p>
        </p:txBody>
      </p:sp>
    </p:spTree>
    <p:extLst>
      <p:ext uri="{BB962C8B-B14F-4D97-AF65-F5344CB8AC3E}">
        <p14:creationId xmlns:p14="http://schemas.microsoft.com/office/powerpoint/2010/main" val="68899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4ACD979-FBBC-4EE2-9FE5-8EE39DA0FB19}"/>
              </a:ext>
            </a:extLst>
          </p:cNvPr>
          <p:cNvSpPr>
            <a:spLocks noGrp="1"/>
          </p:cNvSpPr>
          <p:nvPr>
            <p:ph type="dt" sz="half" idx="10"/>
          </p:nvPr>
        </p:nvSpPr>
        <p:spPr/>
        <p:txBody>
          <a:bodyPr/>
          <a:lstStyle/>
          <a:p>
            <a:fld id="{C67F2C09-F53F-440A-A115-96D442917748}" type="datetimeFigureOut">
              <a:rPr lang="es-ES" smtClean="0"/>
              <a:t>26/11/2024</a:t>
            </a:fld>
            <a:endParaRPr lang="es-ES"/>
          </a:p>
        </p:txBody>
      </p:sp>
      <p:sp>
        <p:nvSpPr>
          <p:cNvPr id="3" name="Marcador de pie de página 2">
            <a:extLst>
              <a:ext uri="{FF2B5EF4-FFF2-40B4-BE49-F238E27FC236}">
                <a16:creationId xmlns:a16="http://schemas.microsoft.com/office/drawing/2014/main" id="{BD4F6757-94BB-443B-BFD0-85A4927E9C1B}"/>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F163248C-6DE3-4A3A-BCC1-60F1393ED9FB}"/>
              </a:ext>
            </a:extLst>
          </p:cNvPr>
          <p:cNvSpPr>
            <a:spLocks noGrp="1"/>
          </p:cNvSpPr>
          <p:nvPr>
            <p:ph type="sldNum" sz="quarter" idx="12"/>
          </p:nvPr>
        </p:nvSpPr>
        <p:spPr/>
        <p:txBody>
          <a:bodyPr/>
          <a:lstStyle/>
          <a:p>
            <a:fld id="{1383589F-2FFA-4A93-8827-CA97375FD508}" type="slidenum">
              <a:rPr lang="es-ES" smtClean="0"/>
              <a:t>‹Nº›</a:t>
            </a:fld>
            <a:endParaRPr lang="es-ES"/>
          </a:p>
        </p:txBody>
      </p:sp>
      <p:sp>
        <p:nvSpPr>
          <p:cNvPr id="5" name="Rectángulo 4">
            <a:extLst>
              <a:ext uri="{FF2B5EF4-FFF2-40B4-BE49-F238E27FC236}">
                <a16:creationId xmlns:a16="http://schemas.microsoft.com/office/drawing/2014/main" id="{8371108A-60B8-4740-8A40-30EF961FE923}"/>
              </a:ext>
            </a:extLst>
          </p:cNvPr>
          <p:cNvSpPr/>
          <p:nvPr userDrawn="1"/>
        </p:nvSpPr>
        <p:spPr>
          <a:xfrm>
            <a:off x="0" y="5162204"/>
            <a:ext cx="12192000" cy="1695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452177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BA2F62-6F05-456B-A3C9-6A0B073A2E8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6D7E4B5-80B0-4BDE-A048-2ECA78E716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C8D91E0E-1497-4F78-A203-B7DAEB0F24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A07CA09-5DE4-410D-8792-D9A2159FC183}"/>
              </a:ext>
            </a:extLst>
          </p:cNvPr>
          <p:cNvSpPr>
            <a:spLocks noGrp="1"/>
          </p:cNvSpPr>
          <p:nvPr>
            <p:ph type="dt" sz="half" idx="10"/>
          </p:nvPr>
        </p:nvSpPr>
        <p:spPr/>
        <p:txBody>
          <a:bodyPr/>
          <a:lstStyle/>
          <a:p>
            <a:fld id="{C67F2C09-F53F-440A-A115-96D442917748}" type="datetimeFigureOut">
              <a:rPr lang="es-ES" smtClean="0"/>
              <a:t>26/11/2024</a:t>
            </a:fld>
            <a:endParaRPr lang="es-ES"/>
          </a:p>
        </p:txBody>
      </p:sp>
      <p:sp>
        <p:nvSpPr>
          <p:cNvPr id="6" name="Marcador de pie de página 5">
            <a:extLst>
              <a:ext uri="{FF2B5EF4-FFF2-40B4-BE49-F238E27FC236}">
                <a16:creationId xmlns:a16="http://schemas.microsoft.com/office/drawing/2014/main" id="{A9B3551A-4BA7-4782-88A5-82E0BA2E65B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47B4949-FD69-424A-A833-5D24EBD72A2D}"/>
              </a:ext>
            </a:extLst>
          </p:cNvPr>
          <p:cNvSpPr>
            <a:spLocks noGrp="1"/>
          </p:cNvSpPr>
          <p:nvPr>
            <p:ph type="sldNum" sz="quarter" idx="12"/>
          </p:nvPr>
        </p:nvSpPr>
        <p:spPr/>
        <p:txBody>
          <a:bodyPr/>
          <a:lstStyle/>
          <a:p>
            <a:fld id="{1383589F-2FFA-4A93-8827-CA97375FD508}" type="slidenum">
              <a:rPr lang="es-ES" smtClean="0"/>
              <a:t>‹Nº›</a:t>
            </a:fld>
            <a:endParaRPr lang="es-ES"/>
          </a:p>
        </p:txBody>
      </p:sp>
    </p:spTree>
    <p:extLst>
      <p:ext uri="{BB962C8B-B14F-4D97-AF65-F5344CB8AC3E}">
        <p14:creationId xmlns:p14="http://schemas.microsoft.com/office/powerpoint/2010/main" val="1734977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6E9666-B042-431F-979F-525113A18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3C1DE2CB-D3AC-4B7E-B85C-16F18F904B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88C308B5-DA42-47C5-A841-42204AE3B6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0F01692-A437-40E6-B1FE-0E2E63660144}"/>
              </a:ext>
            </a:extLst>
          </p:cNvPr>
          <p:cNvSpPr>
            <a:spLocks noGrp="1"/>
          </p:cNvSpPr>
          <p:nvPr>
            <p:ph type="dt" sz="half" idx="10"/>
          </p:nvPr>
        </p:nvSpPr>
        <p:spPr/>
        <p:txBody>
          <a:bodyPr/>
          <a:lstStyle/>
          <a:p>
            <a:fld id="{C67F2C09-F53F-440A-A115-96D442917748}" type="datetimeFigureOut">
              <a:rPr lang="es-ES" smtClean="0"/>
              <a:t>26/11/2024</a:t>
            </a:fld>
            <a:endParaRPr lang="es-ES"/>
          </a:p>
        </p:txBody>
      </p:sp>
      <p:sp>
        <p:nvSpPr>
          <p:cNvPr id="6" name="Marcador de pie de página 5">
            <a:extLst>
              <a:ext uri="{FF2B5EF4-FFF2-40B4-BE49-F238E27FC236}">
                <a16:creationId xmlns:a16="http://schemas.microsoft.com/office/drawing/2014/main" id="{75F76B17-239F-4CD0-AE42-7AD359860025}"/>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2CA8926A-CF1D-41B3-92A0-FC35CF49E77F}"/>
              </a:ext>
            </a:extLst>
          </p:cNvPr>
          <p:cNvSpPr>
            <a:spLocks noGrp="1"/>
          </p:cNvSpPr>
          <p:nvPr>
            <p:ph type="sldNum" sz="quarter" idx="12"/>
          </p:nvPr>
        </p:nvSpPr>
        <p:spPr/>
        <p:txBody>
          <a:bodyPr/>
          <a:lstStyle/>
          <a:p>
            <a:fld id="{1383589F-2FFA-4A93-8827-CA97375FD508}" type="slidenum">
              <a:rPr lang="es-ES" smtClean="0"/>
              <a:t>‹Nº›</a:t>
            </a:fld>
            <a:endParaRPr lang="es-ES"/>
          </a:p>
        </p:txBody>
      </p:sp>
    </p:spTree>
    <p:extLst>
      <p:ext uri="{BB962C8B-B14F-4D97-AF65-F5344CB8AC3E}">
        <p14:creationId xmlns:p14="http://schemas.microsoft.com/office/powerpoint/2010/main" val="464672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3DE241-4726-4DD2-A5B2-ED4BE957B8E1}"/>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651FA01F-BD95-4ED0-A906-E5DBC3238CA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4B04EE2-6099-4E8C-AA28-CFF641729F68}"/>
              </a:ext>
            </a:extLst>
          </p:cNvPr>
          <p:cNvSpPr>
            <a:spLocks noGrp="1"/>
          </p:cNvSpPr>
          <p:nvPr>
            <p:ph type="dt" sz="half" idx="10"/>
          </p:nvPr>
        </p:nvSpPr>
        <p:spPr/>
        <p:txBody>
          <a:bodyPr/>
          <a:lstStyle/>
          <a:p>
            <a:fld id="{C67F2C09-F53F-440A-A115-96D442917748}" type="datetimeFigureOut">
              <a:rPr lang="es-ES" smtClean="0"/>
              <a:t>26/11/2024</a:t>
            </a:fld>
            <a:endParaRPr lang="es-ES"/>
          </a:p>
        </p:txBody>
      </p:sp>
      <p:sp>
        <p:nvSpPr>
          <p:cNvPr id="5" name="Marcador de pie de página 4">
            <a:extLst>
              <a:ext uri="{FF2B5EF4-FFF2-40B4-BE49-F238E27FC236}">
                <a16:creationId xmlns:a16="http://schemas.microsoft.com/office/drawing/2014/main" id="{AAB4C1C2-E295-4F07-B606-7DAD6FD22EB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545771C-CB02-4E70-AF00-1D6F0182DC03}"/>
              </a:ext>
            </a:extLst>
          </p:cNvPr>
          <p:cNvSpPr>
            <a:spLocks noGrp="1"/>
          </p:cNvSpPr>
          <p:nvPr>
            <p:ph type="sldNum" sz="quarter" idx="12"/>
          </p:nvPr>
        </p:nvSpPr>
        <p:spPr/>
        <p:txBody>
          <a:bodyPr/>
          <a:lstStyle/>
          <a:p>
            <a:fld id="{1383589F-2FFA-4A93-8827-CA97375FD508}" type="slidenum">
              <a:rPr lang="es-ES" smtClean="0"/>
              <a:t>‹Nº›</a:t>
            </a:fld>
            <a:endParaRPr lang="es-ES"/>
          </a:p>
        </p:txBody>
      </p:sp>
    </p:spTree>
    <p:extLst>
      <p:ext uri="{BB962C8B-B14F-4D97-AF65-F5344CB8AC3E}">
        <p14:creationId xmlns:p14="http://schemas.microsoft.com/office/powerpoint/2010/main" val="2926610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BEE6B4C-FD94-4564-8EC8-41F86EB0BFE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C03E0C4C-C464-4346-BF28-1B796799D33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F7E8278-4CA4-4EE2-821A-8E1D8DFD333A}"/>
              </a:ext>
            </a:extLst>
          </p:cNvPr>
          <p:cNvSpPr>
            <a:spLocks noGrp="1"/>
          </p:cNvSpPr>
          <p:nvPr>
            <p:ph type="dt" sz="half" idx="10"/>
          </p:nvPr>
        </p:nvSpPr>
        <p:spPr/>
        <p:txBody>
          <a:bodyPr/>
          <a:lstStyle/>
          <a:p>
            <a:fld id="{C67F2C09-F53F-440A-A115-96D442917748}" type="datetimeFigureOut">
              <a:rPr lang="es-ES" smtClean="0"/>
              <a:t>26/11/2024</a:t>
            </a:fld>
            <a:endParaRPr lang="es-ES"/>
          </a:p>
        </p:txBody>
      </p:sp>
      <p:sp>
        <p:nvSpPr>
          <p:cNvPr id="5" name="Marcador de pie de página 4">
            <a:extLst>
              <a:ext uri="{FF2B5EF4-FFF2-40B4-BE49-F238E27FC236}">
                <a16:creationId xmlns:a16="http://schemas.microsoft.com/office/drawing/2014/main" id="{CB7F3B9A-143A-4CF0-B8DA-8B60479139F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B574D84-F005-4554-AB6F-DFF68CBF7038}"/>
              </a:ext>
            </a:extLst>
          </p:cNvPr>
          <p:cNvSpPr>
            <a:spLocks noGrp="1"/>
          </p:cNvSpPr>
          <p:nvPr>
            <p:ph type="sldNum" sz="quarter" idx="12"/>
          </p:nvPr>
        </p:nvSpPr>
        <p:spPr/>
        <p:txBody>
          <a:bodyPr/>
          <a:lstStyle/>
          <a:p>
            <a:fld id="{1383589F-2FFA-4A93-8827-CA97375FD508}" type="slidenum">
              <a:rPr lang="es-ES" smtClean="0"/>
              <a:t>‹Nº›</a:t>
            </a:fld>
            <a:endParaRPr lang="es-ES"/>
          </a:p>
        </p:txBody>
      </p:sp>
    </p:spTree>
    <p:extLst>
      <p:ext uri="{BB962C8B-B14F-4D97-AF65-F5344CB8AC3E}">
        <p14:creationId xmlns:p14="http://schemas.microsoft.com/office/powerpoint/2010/main" val="2850974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0BA3F327-74C8-4A9B-9559-04B26C890C84}"/>
              </a:ext>
            </a:extLst>
          </p:cNvPr>
          <p:cNvSpPr/>
          <p:nvPr userDrawn="1"/>
        </p:nvSpPr>
        <p:spPr>
          <a:xfrm>
            <a:off x="0" y="6311900"/>
            <a:ext cx="12192000" cy="5461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Marcador de título 1">
            <a:extLst>
              <a:ext uri="{FF2B5EF4-FFF2-40B4-BE49-F238E27FC236}">
                <a16:creationId xmlns:a16="http://schemas.microsoft.com/office/drawing/2014/main" id="{2B088EE6-0B82-4552-B969-38214D51AE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98587F6D-F9D2-4962-AC1F-791DADC09C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51F05B9-DFF0-43C9-8B5C-0785282A4F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7F2C09-F53F-440A-A115-96D442917748}" type="datetimeFigureOut">
              <a:rPr lang="es-ES" smtClean="0"/>
              <a:t>26/11/2024</a:t>
            </a:fld>
            <a:endParaRPr lang="es-ES"/>
          </a:p>
        </p:txBody>
      </p:sp>
      <p:sp>
        <p:nvSpPr>
          <p:cNvPr id="5" name="Marcador de pie de página 4">
            <a:extLst>
              <a:ext uri="{FF2B5EF4-FFF2-40B4-BE49-F238E27FC236}">
                <a16:creationId xmlns:a16="http://schemas.microsoft.com/office/drawing/2014/main" id="{60FE682D-006E-4534-B0EA-121DB9652D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C1A5B361-7AC9-4C9A-9B72-42209CA980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83589F-2FFA-4A93-8827-CA97375FD508}" type="slidenum">
              <a:rPr lang="es-ES" smtClean="0"/>
              <a:t>‹Nº›</a:t>
            </a:fld>
            <a:endParaRPr lang="es-ES"/>
          </a:p>
        </p:txBody>
      </p:sp>
      <p:pic>
        <p:nvPicPr>
          <p:cNvPr id="8" name="Imagen 7">
            <a:extLst>
              <a:ext uri="{FF2B5EF4-FFF2-40B4-BE49-F238E27FC236}">
                <a16:creationId xmlns:a16="http://schemas.microsoft.com/office/drawing/2014/main" id="{4904AEF8-C720-4874-BC3F-7F37A2B9676D}"/>
              </a:ext>
            </a:extLst>
          </p:cNvPr>
          <p:cNvPicPr>
            <a:picLocks noChangeAspect="1"/>
          </p:cNvPicPr>
          <p:nvPr userDrawn="1"/>
        </p:nvPicPr>
        <p:blipFill>
          <a:blip r:embed="rId13"/>
          <a:stretch>
            <a:fillRect/>
          </a:stretch>
        </p:blipFill>
        <p:spPr>
          <a:xfrm>
            <a:off x="5304212" y="6311900"/>
            <a:ext cx="1583575" cy="642111"/>
          </a:xfrm>
          <a:prstGeom prst="rect">
            <a:avLst/>
          </a:prstGeom>
        </p:spPr>
      </p:pic>
    </p:spTree>
    <p:extLst>
      <p:ext uri="{BB962C8B-B14F-4D97-AF65-F5344CB8AC3E}">
        <p14:creationId xmlns:p14="http://schemas.microsoft.com/office/powerpoint/2010/main" val="4030451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3" Type="http://schemas.openxmlformats.org/officeDocument/2006/relationships/image" Target="../media/image7.png"/><Relationship Id="rId18" Type="http://schemas.openxmlformats.org/officeDocument/2006/relationships/customXml" Target="../ink/ink9.xml"/><Relationship Id="rId26" Type="http://schemas.openxmlformats.org/officeDocument/2006/relationships/customXml" Target="../ink/ink13.xml"/><Relationship Id="rId39" Type="http://schemas.openxmlformats.org/officeDocument/2006/relationships/customXml" Target="../ink/ink19.xml"/><Relationship Id="rId3" Type="http://schemas.openxmlformats.org/officeDocument/2006/relationships/image" Target="../media/image2.png"/><Relationship Id="rId21" Type="http://schemas.openxmlformats.org/officeDocument/2006/relationships/image" Target="../media/image11.png"/><Relationship Id="rId34" Type="http://schemas.openxmlformats.org/officeDocument/2006/relationships/customXml" Target="../ink/ink16.xml"/><Relationship Id="rId42" Type="http://schemas.openxmlformats.org/officeDocument/2006/relationships/customXml" Target="../ink/ink21.xml"/><Relationship Id="rId47" Type="http://schemas.openxmlformats.org/officeDocument/2006/relationships/customXml" Target="../ink/ink25.xml"/><Relationship Id="rId50" Type="http://schemas.openxmlformats.org/officeDocument/2006/relationships/customXml" Target="../ink/ink27.xml"/><Relationship Id="rId7" Type="http://schemas.openxmlformats.org/officeDocument/2006/relationships/image" Target="../media/image4.png"/><Relationship Id="rId12" Type="http://schemas.openxmlformats.org/officeDocument/2006/relationships/customXml" Target="../ink/ink6.xml"/><Relationship Id="rId17" Type="http://schemas.openxmlformats.org/officeDocument/2006/relationships/image" Target="../media/image9.png"/><Relationship Id="rId25" Type="http://schemas.openxmlformats.org/officeDocument/2006/relationships/image" Target="../media/image13.png"/><Relationship Id="rId33" Type="http://schemas.openxmlformats.org/officeDocument/2006/relationships/image" Target="../media/image18.png"/><Relationship Id="rId38" Type="http://schemas.openxmlformats.org/officeDocument/2006/relationships/image" Target="../media/image20.png"/><Relationship Id="rId46" Type="http://schemas.openxmlformats.org/officeDocument/2006/relationships/customXml" Target="../ink/ink24.xml"/><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29" Type="http://schemas.openxmlformats.org/officeDocument/2006/relationships/image" Target="../media/image15.png"/><Relationship Id="rId41" Type="http://schemas.openxmlformats.org/officeDocument/2006/relationships/image" Target="../media/image21.png"/><Relationship Id="rId1" Type="http://schemas.openxmlformats.org/officeDocument/2006/relationships/slideLayout" Target="../slideLayouts/slideLayout6.xml"/><Relationship Id="rId6" Type="http://schemas.openxmlformats.org/officeDocument/2006/relationships/customXml" Target="../ink/ink3.xml"/><Relationship Id="rId11" Type="http://schemas.openxmlformats.org/officeDocument/2006/relationships/image" Target="../media/image6.png"/><Relationship Id="rId24" Type="http://schemas.openxmlformats.org/officeDocument/2006/relationships/customXml" Target="../ink/ink12.xml"/><Relationship Id="rId32" Type="http://schemas.openxmlformats.org/officeDocument/2006/relationships/customXml" Target="../ink/ink15.xml"/><Relationship Id="rId37" Type="http://schemas.openxmlformats.org/officeDocument/2006/relationships/customXml" Target="../ink/ink18.xml"/><Relationship Id="rId40" Type="http://schemas.openxmlformats.org/officeDocument/2006/relationships/customXml" Target="../ink/ink20.xml"/><Relationship Id="rId45" Type="http://schemas.openxmlformats.org/officeDocument/2006/relationships/image" Target="../media/image22.png"/><Relationship Id="rId53" Type="http://schemas.openxmlformats.org/officeDocument/2006/relationships/image" Target="../media/image25.png"/><Relationship Id="rId5" Type="http://schemas.openxmlformats.org/officeDocument/2006/relationships/image" Target="../media/image3.png"/><Relationship Id="rId15" Type="http://schemas.openxmlformats.org/officeDocument/2006/relationships/image" Target="../media/image8.png"/><Relationship Id="rId23" Type="http://schemas.openxmlformats.org/officeDocument/2006/relationships/image" Target="../media/image12.png"/><Relationship Id="rId28" Type="http://schemas.openxmlformats.org/officeDocument/2006/relationships/customXml" Target="../ink/ink14.xml"/><Relationship Id="rId36" Type="http://schemas.openxmlformats.org/officeDocument/2006/relationships/customXml" Target="../ink/ink17.xml"/><Relationship Id="rId49" Type="http://schemas.openxmlformats.org/officeDocument/2006/relationships/customXml" Target="../ink/ink26.xml"/><Relationship Id="rId10" Type="http://schemas.openxmlformats.org/officeDocument/2006/relationships/customXml" Target="../ink/ink5.xml"/><Relationship Id="rId19" Type="http://schemas.openxmlformats.org/officeDocument/2006/relationships/image" Target="../media/image10.png"/><Relationship Id="rId31" Type="http://schemas.openxmlformats.org/officeDocument/2006/relationships/image" Target="../media/image17.png"/><Relationship Id="rId44" Type="http://schemas.openxmlformats.org/officeDocument/2006/relationships/customXml" Target="../ink/ink23.xml"/><Relationship Id="rId52" Type="http://schemas.openxmlformats.org/officeDocument/2006/relationships/customXml" Target="../ink/ink28.xml"/><Relationship Id="rId4" Type="http://schemas.openxmlformats.org/officeDocument/2006/relationships/customXml" Target="../ink/ink2.xml"/><Relationship Id="rId9" Type="http://schemas.openxmlformats.org/officeDocument/2006/relationships/image" Target="../media/image5.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4.png"/><Relationship Id="rId30" Type="http://schemas.openxmlformats.org/officeDocument/2006/relationships/image" Target="../media/image16.png"/><Relationship Id="rId35" Type="http://schemas.openxmlformats.org/officeDocument/2006/relationships/image" Target="../media/image19.png"/><Relationship Id="rId43" Type="http://schemas.openxmlformats.org/officeDocument/2006/relationships/customXml" Target="../ink/ink22.xml"/><Relationship Id="rId48" Type="http://schemas.openxmlformats.org/officeDocument/2006/relationships/image" Target="../media/image23.png"/><Relationship Id="rId8" Type="http://schemas.openxmlformats.org/officeDocument/2006/relationships/customXml" Target="../ink/ink4.xml"/><Relationship Id="rId51" Type="http://schemas.openxmlformats.org/officeDocument/2006/relationships/image" Target="../media/image24.png"/></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customXml" Target="../ink/ink34.xml"/><Relationship Id="rId18" Type="http://schemas.openxmlformats.org/officeDocument/2006/relationships/image" Target="../media/image9.png"/><Relationship Id="rId26" Type="http://schemas.openxmlformats.org/officeDocument/2006/relationships/image" Target="../media/image13.png"/><Relationship Id="rId39" Type="http://schemas.openxmlformats.org/officeDocument/2006/relationships/customXml" Target="../ink/ink51.xml"/><Relationship Id="rId3" Type="http://schemas.openxmlformats.org/officeDocument/2006/relationships/customXml" Target="../ink/ink29.xml"/><Relationship Id="rId21" Type="http://schemas.openxmlformats.org/officeDocument/2006/relationships/customXml" Target="../ink/ink38.xml"/><Relationship Id="rId34" Type="http://schemas.openxmlformats.org/officeDocument/2006/relationships/customXml" Target="../ink/ink46.xml"/><Relationship Id="rId42" Type="http://schemas.openxmlformats.org/officeDocument/2006/relationships/customXml" Target="../ink/ink54.xml"/><Relationship Id="rId7" Type="http://schemas.openxmlformats.org/officeDocument/2006/relationships/customXml" Target="../ink/ink31.xml"/><Relationship Id="rId12" Type="http://schemas.openxmlformats.org/officeDocument/2006/relationships/image" Target="../media/image6.png"/><Relationship Id="rId17" Type="http://schemas.openxmlformats.org/officeDocument/2006/relationships/customXml" Target="../ink/ink36.xml"/><Relationship Id="rId25" Type="http://schemas.openxmlformats.org/officeDocument/2006/relationships/customXml" Target="../ink/ink40.xml"/><Relationship Id="rId33" Type="http://schemas.openxmlformats.org/officeDocument/2006/relationships/customXml" Target="../ink/ink45.xml"/><Relationship Id="rId38" Type="http://schemas.openxmlformats.org/officeDocument/2006/relationships/customXml" Target="../ink/ink50.xml"/><Relationship Id="rId46" Type="http://schemas.openxmlformats.org/officeDocument/2006/relationships/image" Target="../media/image27.png"/><Relationship Id="rId2" Type="http://schemas.openxmlformats.org/officeDocument/2006/relationships/notesSlide" Target="../notesSlides/notesSlide1.xml"/><Relationship Id="rId16" Type="http://schemas.openxmlformats.org/officeDocument/2006/relationships/image" Target="../media/image8.png"/><Relationship Id="rId20" Type="http://schemas.openxmlformats.org/officeDocument/2006/relationships/image" Target="../media/image22.png"/><Relationship Id="rId29" Type="http://schemas.openxmlformats.org/officeDocument/2006/relationships/customXml" Target="../ink/ink42.xml"/><Relationship Id="rId41" Type="http://schemas.openxmlformats.org/officeDocument/2006/relationships/customXml" Target="../ink/ink53.xml"/><Relationship Id="rId1" Type="http://schemas.openxmlformats.org/officeDocument/2006/relationships/slideLayout" Target="../slideLayouts/slideLayout6.xml"/><Relationship Id="rId6" Type="http://schemas.openxmlformats.org/officeDocument/2006/relationships/image" Target="../media/image19.png"/><Relationship Id="rId11" Type="http://schemas.openxmlformats.org/officeDocument/2006/relationships/customXml" Target="../ink/ink33.xml"/><Relationship Id="rId24" Type="http://schemas.openxmlformats.org/officeDocument/2006/relationships/image" Target="../media/image23.png"/><Relationship Id="rId32" Type="http://schemas.openxmlformats.org/officeDocument/2006/relationships/customXml" Target="../ink/ink44.xml"/><Relationship Id="rId37" Type="http://schemas.openxmlformats.org/officeDocument/2006/relationships/customXml" Target="../ink/ink49.xml"/><Relationship Id="rId40" Type="http://schemas.openxmlformats.org/officeDocument/2006/relationships/customXml" Target="../ink/ink52.xml"/><Relationship Id="rId45" Type="http://schemas.openxmlformats.org/officeDocument/2006/relationships/image" Target="../media/image26.png"/><Relationship Id="rId5" Type="http://schemas.openxmlformats.org/officeDocument/2006/relationships/customXml" Target="../ink/ink30.xml"/><Relationship Id="rId15" Type="http://schemas.openxmlformats.org/officeDocument/2006/relationships/customXml" Target="../ink/ink35.xml"/><Relationship Id="rId23" Type="http://schemas.openxmlformats.org/officeDocument/2006/relationships/customXml" Target="../ink/ink39.xml"/><Relationship Id="rId28" Type="http://schemas.openxmlformats.org/officeDocument/2006/relationships/image" Target="../media/image24.png"/><Relationship Id="rId36" Type="http://schemas.openxmlformats.org/officeDocument/2006/relationships/customXml" Target="../ink/ink48.xml"/><Relationship Id="rId10" Type="http://schemas.openxmlformats.org/officeDocument/2006/relationships/image" Target="../media/image20.png"/><Relationship Id="rId19" Type="http://schemas.openxmlformats.org/officeDocument/2006/relationships/customXml" Target="../ink/ink37.xml"/><Relationship Id="rId31" Type="http://schemas.openxmlformats.org/officeDocument/2006/relationships/customXml" Target="../ink/ink43.xml"/><Relationship Id="rId44" Type="http://schemas.openxmlformats.org/officeDocument/2006/relationships/customXml" Target="../ink/ink56.xml"/><Relationship Id="rId4" Type="http://schemas.openxmlformats.org/officeDocument/2006/relationships/image" Target="../media/image18.png"/><Relationship Id="rId9" Type="http://schemas.openxmlformats.org/officeDocument/2006/relationships/customXml" Target="../ink/ink32.xml"/><Relationship Id="rId14" Type="http://schemas.openxmlformats.org/officeDocument/2006/relationships/image" Target="../media/image21.png"/><Relationship Id="rId22" Type="http://schemas.openxmlformats.org/officeDocument/2006/relationships/image" Target="../media/image11.png"/><Relationship Id="rId27" Type="http://schemas.openxmlformats.org/officeDocument/2006/relationships/customXml" Target="../ink/ink41.xml"/><Relationship Id="rId30" Type="http://schemas.openxmlformats.org/officeDocument/2006/relationships/image" Target="../media/image25.png"/><Relationship Id="rId35" Type="http://schemas.openxmlformats.org/officeDocument/2006/relationships/customXml" Target="../ink/ink47.xml"/><Relationship Id="rId43" Type="http://schemas.openxmlformats.org/officeDocument/2006/relationships/customXml" Target="../ink/ink55.xml"/></Relationships>
</file>

<file path=ppt/slides/_rels/slide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30.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 Id="rId4" Type="http://schemas.openxmlformats.org/officeDocument/2006/relationships/image" Target="../media/image4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3500E6-DA33-4818-BDC1-B5088720B571}"/>
              </a:ext>
            </a:extLst>
          </p:cNvPr>
          <p:cNvSpPr>
            <a:spLocks noGrp="1"/>
          </p:cNvSpPr>
          <p:nvPr>
            <p:ph type="title"/>
          </p:nvPr>
        </p:nvSpPr>
        <p:spPr>
          <a:xfrm>
            <a:off x="778582" y="1709738"/>
            <a:ext cx="10515600" cy="2852737"/>
          </a:xfrm>
        </p:spPr>
        <p:txBody>
          <a:bodyPr/>
          <a:lstStyle/>
          <a:p>
            <a:r>
              <a:rPr lang="es-ES" dirty="0"/>
              <a:t>Tensión diagonal </a:t>
            </a:r>
            <a:br>
              <a:rPr lang="es-ES" dirty="0"/>
            </a:br>
            <a:r>
              <a:rPr lang="es-ES" sz="3200" dirty="0"/>
              <a:t>*(pequeña </a:t>
            </a:r>
            <a:r>
              <a:rPr lang="es-ES" sz="1400" dirty="0"/>
              <a:t>y humilde </a:t>
            </a:r>
            <a:r>
              <a:rPr lang="es-ES" sz="3200" dirty="0"/>
              <a:t> introducción teórica)</a:t>
            </a:r>
            <a:endParaRPr lang="es-ES" dirty="0"/>
          </a:p>
        </p:txBody>
      </p:sp>
      <p:sp>
        <p:nvSpPr>
          <p:cNvPr id="3" name="Marcador de texto 2">
            <a:extLst>
              <a:ext uri="{FF2B5EF4-FFF2-40B4-BE49-F238E27FC236}">
                <a16:creationId xmlns:a16="http://schemas.microsoft.com/office/drawing/2014/main" id="{149C148C-E03F-4D3B-8693-77AD3CFD2267}"/>
              </a:ext>
            </a:extLst>
          </p:cNvPr>
          <p:cNvSpPr>
            <a:spLocks noGrp="1"/>
          </p:cNvSpPr>
          <p:nvPr>
            <p:ph type="body" idx="1"/>
          </p:nvPr>
        </p:nvSpPr>
        <p:spPr/>
        <p:txBody>
          <a:bodyPr anchor="ctr"/>
          <a:lstStyle/>
          <a:p>
            <a:r>
              <a:rPr lang="es-ES" dirty="0">
                <a:solidFill>
                  <a:schemeClr val="tx1"/>
                </a:solidFill>
                <a:latin typeface="+mj-lt"/>
              </a:rPr>
              <a:t>Irene Soler Antón</a:t>
            </a:r>
          </a:p>
        </p:txBody>
      </p:sp>
      <p:cxnSp>
        <p:nvCxnSpPr>
          <p:cNvPr id="5" name="Conector recto 4">
            <a:extLst>
              <a:ext uri="{FF2B5EF4-FFF2-40B4-BE49-F238E27FC236}">
                <a16:creationId xmlns:a16="http://schemas.microsoft.com/office/drawing/2014/main" id="{E294D180-8048-4E18-BF39-93E719CD7F2F}"/>
              </a:ext>
            </a:extLst>
          </p:cNvPr>
          <p:cNvCxnSpPr/>
          <p:nvPr/>
        </p:nvCxnSpPr>
        <p:spPr>
          <a:xfrm>
            <a:off x="426128" y="4811697"/>
            <a:ext cx="10200443"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1564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792AA0-28DD-4759-803E-12B67D7107B4}"/>
              </a:ext>
            </a:extLst>
          </p:cNvPr>
          <p:cNvSpPr>
            <a:spLocks noGrp="1"/>
          </p:cNvSpPr>
          <p:nvPr>
            <p:ph type="title"/>
          </p:nvPr>
        </p:nvSpPr>
        <p:spPr/>
        <p:txBody>
          <a:bodyPr/>
          <a:lstStyle/>
          <a:p>
            <a:r>
              <a:rPr lang="es-ES" dirty="0"/>
              <a:t>¿Qué es?</a:t>
            </a:r>
          </a:p>
        </p:txBody>
      </p:sp>
      <p:sp>
        <p:nvSpPr>
          <p:cNvPr id="3" name="Rectángulo 2">
            <a:extLst>
              <a:ext uri="{FF2B5EF4-FFF2-40B4-BE49-F238E27FC236}">
                <a16:creationId xmlns:a16="http://schemas.microsoft.com/office/drawing/2014/main" id="{FD964D95-CAD2-43E1-AB3C-12C172D9C7AE}"/>
              </a:ext>
            </a:extLst>
          </p:cNvPr>
          <p:cNvSpPr/>
          <p:nvPr/>
        </p:nvSpPr>
        <p:spPr>
          <a:xfrm>
            <a:off x="1049100" y="2632730"/>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5" name="Rectángulo 4">
            <a:extLst>
              <a:ext uri="{FF2B5EF4-FFF2-40B4-BE49-F238E27FC236}">
                <a16:creationId xmlns:a16="http://schemas.microsoft.com/office/drawing/2014/main" id="{E6505C74-CC0C-42A1-895A-6238FD7B71AA}"/>
              </a:ext>
            </a:extLst>
          </p:cNvPr>
          <p:cNvSpPr/>
          <p:nvPr/>
        </p:nvSpPr>
        <p:spPr>
          <a:xfrm rot="5400000">
            <a:off x="1950183" y="3462794"/>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8CF4466E-2001-4526-9B56-A03E4D2BF83C}"/>
              </a:ext>
            </a:extLst>
          </p:cNvPr>
          <p:cNvSpPr/>
          <p:nvPr/>
        </p:nvSpPr>
        <p:spPr>
          <a:xfrm rot="10800000">
            <a:off x="1049098" y="4292857"/>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A7697C75-4DA1-4AE2-91AD-093C0D5E8480}"/>
              </a:ext>
            </a:extLst>
          </p:cNvPr>
          <p:cNvSpPr/>
          <p:nvPr/>
        </p:nvSpPr>
        <p:spPr>
          <a:xfrm rot="16200000">
            <a:off x="148018" y="3462794"/>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AEE8DAEE-B8AD-49ED-A010-A8B157A5603E}"/>
              </a:ext>
            </a:extLst>
          </p:cNvPr>
          <p:cNvSpPr/>
          <p:nvPr/>
        </p:nvSpPr>
        <p:spPr>
          <a:xfrm rot="8221096">
            <a:off x="712150" y="3454285"/>
            <a:ext cx="2412000"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9" name="Rectángulo 8">
            <a:extLst>
              <a:ext uri="{FF2B5EF4-FFF2-40B4-BE49-F238E27FC236}">
                <a16:creationId xmlns:a16="http://schemas.microsoft.com/office/drawing/2014/main" id="{647619E6-CC48-4D0B-AA22-C9E634C9E5BA}"/>
              </a:ext>
            </a:extLst>
          </p:cNvPr>
          <p:cNvSpPr/>
          <p:nvPr/>
        </p:nvSpPr>
        <p:spPr>
          <a:xfrm rot="2564086">
            <a:off x="699848" y="3475009"/>
            <a:ext cx="2412000"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cxnSp>
        <p:nvCxnSpPr>
          <p:cNvPr id="11" name="Conector recto 10">
            <a:extLst>
              <a:ext uri="{FF2B5EF4-FFF2-40B4-BE49-F238E27FC236}">
                <a16:creationId xmlns:a16="http://schemas.microsoft.com/office/drawing/2014/main" id="{BFFD3560-D7B3-4CF2-8921-2ECE575A5192}"/>
              </a:ext>
            </a:extLst>
          </p:cNvPr>
          <p:cNvCxnSpPr>
            <a:cxnSpLocks/>
          </p:cNvCxnSpPr>
          <p:nvPr/>
        </p:nvCxnSpPr>
        <p:spPr>
          <a:xfrm>
            <a:off x="951448" y="2193840"/>
            <a:ext cx="0" cy="2609665"/>
          </a:xfrm>
          <a:prstGeom prst="line">
            <a:avLst/>
          </a:prstGeom>
          <a:ln w="28575"/>
        </p:spPr>
        <p:style>
          <a:lnRef idx="1">
            <a:schemeClr val="dk1"/>
          </a:lnRef>
          <a:fillRef idx="0">
            <a:schemeClr val="dk1"/>
          </a:fillRef>
          <a:effectRef idx="0">
            <a:schemeClr val="dk1"/>
          </a:effectRef>
          <a:fontRef idx="minor">
            <a:schemeClr val="tx1"/>
          </a:fontRef>
        </p:style>
      </p:cxnSp>
      <p:grpSp>
        <p:nvGrpSpPr>
          <p:cNvPr id="28" name="Grupo 27">
            <a:extLst>
              <a:ext uri="{FF2B5EF4-FFF2-40B4-BE49-F238E27FC236}">
                <a16:creationId xmlns:a16="http://schemas.microsoft.com/office/drawing/2014/main" id="{E9DFF739-9B62-48FC-B55C-6F1981BD292B}"/>
              </a:ext>
            </a:extLst>
          </p:cNvPr>
          <p:cNvGrpSpPr/>
          <p:nvPr/>
        </p:nvGrpSpPr>
        <p:grpSpPr>
          <a:xfrm>
            <a:off x="684665" y="2187509"/>
            <a:ext cx="217080" cy="1501920"/>
            <a:chOff x="1517631" y="2111550"/>
            <a:chExt cx="217080" cy="1501920"/>
          </a:xfrm>
        </p:grpSpPr>
        <mc:AlternateContent xmlns:mc="http://schemas.openxmlformats.org/markup-compatibility/2006">
          <mc:Choice xmlns:p14="http://schemas.microsoft.com/office/powerpoint/2010/main" Requires="p14">
            <p:contentPart p14:bwMode="auto" r:id="rId2">
              <p14:nvContentPartPr>
                <p14:cNvPr id="16" name="Entrada de lápiz 15">
                  <a:extLst>
                    <a:ext uri="{FF2B5EF4-FFF2-40B4-BE49-F238E27FC236}">
                      <a16:creationId xmlns:a16="http://schemas.microsoft.com/office/drawing/2014/main" id="{27CBA594-A68B-40D9-894D-038EAA148498}"/>
                    </a:ext>
                  </a:extLst>
                </p14:cNvPr>
                <p14:cNvContentPartPr/>
                <p14:nvPr/>
              </p14:nvContentPartPr>
              <p14:xfrm>
                <a:off x="1517631" y="2111550"/>
                <a:ext cx="185400" cy="151920"/>
              </p14:xfrm>
            </p:contentPart>
          </mc:Choice>
          <mc:Fallback>
            <p:pic>
              <p:nvPicPr>
                <p:cNvPr id="16" name="Entrada de lápiz 15">
                  <a:extLst>
                    <a:ext uri="{FF2B5EF4-FFF2-40B4-BE49-F238E27FC236}">
                      <a16:creationId xmlns:a16="http://schemas.microsoft.com/office/drawing/2014/main" id="{27CBA594-A68B-40D9-894D-038EAA148498}"/>
                    </a:ext>
                  </a:extLst>
                </p:cNvPr>
                <p:cNvPicPr/>
                <p:nvPr/>
              </p:nvPicPr>
              <p:blipFill>
                <a:blip r:embed="rId3"/>
                <a:stretch>
                  <a:fillRect/>
                </a:stretch>
              </p:blipFill>
              <p:spPr>
                <a:xfrm>
                  <a:off x="1508648" y="2102550"/>
                  <a:ext cx="203006"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7" name="Entrada de lápiz 16">
                  <a:extLst>
                    <a:ext uri="{FF2B5EF4-FFF2-40B4-BE49-F238E27FC236}">
                      <a16:creationId xmlns:a16="http://schemas.microsoft.com/office/drawing/2014/main" id="{CF1DFA88-410F-43B6-B694-CE6A298DE989}"/>
                    </a:ext>
                  </a:extLst>
                </p14:cNvPr>
                <p14:cNvContentPartPr/>
                <p14:nvPr/>
              </p14:nvContentPartPr>
              <p14:xfrm>
                <a:off x="1553271" y="2293710"/>
                <a:ext cx="171720" cy="121320"/>
              </p14:xfrm>
            </p:contentPart>
          </mc:Choice>
          <mc:Fallback>
            <p:pic>
              <p:nvPicPr>
                <p:cNvPr id="17" name="Entrada de lápiz 16">
                  <a:extLst>
                    <a:ext uri="{FF2B5EF4-FFF2-40B4-BE49-F238E27FC236}">
                      <a16:creationId xmlns:a16="http://schemas.microsoft.com/office/drawing/2014/main" id="{CF1DFA88-410F-43B6-B694-CE6A298DE989}"/>
                    </a:ext>
                  </a:extLst>
                </p:cNvPr>
                <p:cNvPicPr/>
                <p:nvPr/>
              </p:nvPicPr>
              <p:blipFill>
                <a:blip r:embed="rId5"/>
                <a:stretch>
                  <a:fillRect/>
                </a:stretch>
              </p:blipFill>
              <p:spPr>
                <a:xfrm>
                  <a:off x="1544271" y="2284710"/>
                  <a:ext cx="18936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9" name="Entrada de lápiz 18">
                  <a:extLst>
                    <a:ext uri="{FF2B5EF4-FFF2-40B4-BE49-F238E27FC236}">
                      <a16:creationId xmlns:a16="http://schemas.microsoft.com/office/drawing/2014/main" id="{CA7477B6-E2A0-4F6F-8D77-668362489C49}"/>
                    </a:ext>
                  </a:extLst>
                </p14:cNvPr>
                <p14:cNvContentPartPr/>
                <p14:nvPr/>
              </p14:nvContentPartPr>
              <p14:xfrm>
                <a:off x="1570911" y="2449950"/>
                <a:ext cx="150840" cy="88920"/>
              </p14:xfrm>
            </p:contentPart>
          </mc:Choice>
          <mc:Fallback>
            <p:pic>
              <p:nvPicPr>
                <p:cNvPr id="19" name="Entrada de lápiz 18">
                  <a:extLst>
                    <a:ext uri="{FF2B5EF4-FFF2-40B4-BE49-F238E27FC236}">
                      <a16:creationId xmlns:a16="http://schemas.microsoft.com/office/drawing/2014/main" id="{CA7477B6-E2A0-4F6F-8D77-668362489C49}"/>
                    </a:ext>
                  </a:extLst>
                </p:cNvPr>
                <p:cNvPicPr/>
                <p:nvPr/>
              </p:nvPicPr>
              <p:blipFill>
                <a:blip r:embed="rId7"/>
                <a:stretch>
                  <a:fillRect/>
                </a:stretch>
              </p:blipFill>
              <p:spPr>
                <a:xfrm>
                  <a:off x="1561889" y="2440950"/>
                  <a:ext cx="168522"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0" name="Entrada de lápiz 19">
                  <a:extLst>
                    <a:ext uri="{FF2B5EF4-FFF2-40B4-BE49-F238E27FC236}">
                      <a16:creationId xmlns:a16="http://schemas.microsoft.com/office/drawing/2014/main" id="{079EEB7C-0112-43D4-A753-CB42955EF9BE}"/>
                    </a:ext>
                  </a:extLst>
                </p14:cNvPr>
                <p14:cNvContentPartPr/>
                <p14:nvPr/>
              </p14:nvContentPartPr>
              <p14:xfrm>
                <a:off x="1553271" y="2605110"/>
                <a:ext cx="181440" cy="173880"/>
              </p14:xfrm>
            </p:contentPart>
          </mc:Choice>
          <mc:Fallback>
            <p:pic>
              <p:nvPicPr>
                <p:cNvPr id="20" name="Entrada de lápiz 19">
                  <a:extLst>
                    <a:ext uri="{FF2B5EF4-FFF2-40B4-BE49-F238E27FC236}">
                      <a16:creationId xmlns:a16="http://schemas.microsoft.com/office/drawing/2014/main" id="{079EEB7C-0112-43D4-A753-CB42955EF9BE}"/>
                    </a:ext>
                  </a:extLst>
                </p:cNvPr>
                <p:cNvPicPr/>
                <p:nvPr/>
              </p:nvPicPr>
              <p:blipFill>
                <a:blip r:embed="rId9"/>
                <a:stretch>
                  <a:fillRect/>
                </a:stretch>
              </p:blipFill>
              <p:spPr>
                <a:xfrm>
                  <a:off x="1544271" y="2596110"/>
                  <a:ext cx="19908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2" name="Entrada de lápiz 21">
                  <a:extLst>
                    <a:ext uri="{FF2B5EF4-FFF2-40B4-BE49-F238E27FC236}">
                      <a16:creationId xmlns:a16="http://schemas.microsoft.com/office/drawing/2014/main" id="{B5200948-0045-4EB1-8CA5-42C32BDD0199}"/>
                    </a:ext>
                  </a:extLst>
                </p14:cNvPr>
                <p14:cNvContentPartPr/>
                <p14:nvPr/>
              </p14:nvContentPartPr>
              <p14:xfrm>
                <a:off x="1553271" y="2808150"/>
                <a:ext cx="177480" cy="138960"/>
              </p14:xfrm>
            </p:contentPart>
          </mc:Choice>
          <mc:Fallback>
            <p:pic>
              <p:nvPicPr>
                <p:cNvPr id="22" name="Entrada de lápiz 21">
                  <a:extLst>
                    <a:ext uri="{FF2B5EF4-FFF2-40B4-BE49-F238E27FC236}">
                      <a16:creationId xmlns:a16="http://schemas.microsoft.com/office/drawing/2014/main" id="{B5200948-0045-4EB1-8CA5-42C32BDD0199}"/>
                    </a:ext>
                  </a:extLst>
                </p:cNvPr>
                <p:cNvPicPr/>
                <p:nvPr/>
              </p:nvPicPr>
              <p:blipFill>
                <a:blip r:embed="rId11"/>
                <a:stretch>
                  <a:fillRect/>
                </a:stretch>
              </p:blipFill>
              <p:spPr>
                <a:xfrm>
                  <a:off x="1544271" y="2799150"/>
                  <a:ext cx="19512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4" name="Entrada de lápiz 23">
                  <a:extLst>
                    <a:ext uri="{FF2B5EF4-FFF2-40B4-BE49-F238E27FC236}">
                      <a16:creationId xmlns:a16="http://schemas.microsoft.com/office/drawing/2014/main" id="{8E0A541F-4D1E-49E0-83B8-E20AD3A5142B}"/>
                    </a:ext>
                  </a:extLst>
                </p14:cNvPr>
                <p14:cNvContentPartPr/>
                <p14:nvPr/>
              </p14:nvContentPartPr>
              <p14:xfrm>
                <a:off x="1579911" y="2949990"/>
                <a:ext cx="136080" cy="148320"/>
              </p14:xfrm>
            </p:contentPart>
          </mc:Choice>
          <mc:Fallback>
            <p:pic>
              <p:nvPicPr>
                <p:cNvPr id="24" name="Entrada de lápiz 23">
                  <a:extLst>
                    <a:ext uri="{FF2B5EF4-FFF2-40B4-BE49-F238E27FC236}">
                      <a16:creationId xmlns:a16="http://schemas.microsoft.com/office/drawing/2014/main" id="{8E0A541F-4D1E-49E0-83B8-E20AD3A5142B}"/>
                    </a:ext>
                  </a:extLst>
                </p:cNvPr>
                <p:cNvPicPr/>
                <p:nvPr/>
              </p:nvPicPr>
              <p:blipFill>
                <a:blip r:embed="rId13"/>
                <a:stretch>
                  <a:fillRect/>
                </a:stretch>
              </p:blipFill>
              <p:spPr>
                <a:xfrm>
                  <a:off x="1570911" y="2940968"/>
                  <a:ext cx="153720" cy="166003"/>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5" name="Entrada de lápiz 24">
                  <a:extLst>
                    <a:ext uri="{FF2B5EF4-FFF2-40B4-BE49-F238E27FC236}">
                      <a16:creationId xmlns:a16="http://schemas.microsoft.com/office/drawing/2014/main" id="{49ABEF25-ACF8-4C30-B5F3-A0C9490C910E}"/>
                    </a:ext>
                  </a:extLst>
                </p14:cNvPr>
                <p14:cNvContentPartPr/>
                <p14:nvPr/>
              </p14:nvContentPartPr>
              <p14:xfrm>
                <a:off x="1535271" y="3081390"/>
                <a:ext cx="151560" cy="167760"/>
              </p14:xfrm>
            </p:contentPart>
          </mc:Choice>
          <mc:Fallback>
            <p:pic>
              <p:nvPicPr>
                <p:cNvPr id="25" name="Entrada de lápiz 24">
                  <a:extLst>
                    <a:ext uri="{FF2B5EF4-FFF2-40B4-BE49-F238E27FC236}">
                      <a16:creationId xmlns:a16="http://schemas.microsoft.com/office/drawing/2014/main" id="{49ABEF25-ACF8-4C30-B5F3-A0C9490C910E}"/>
                    </a:ext>
                  </a:extLst>
                </p:cNvPr>
                <p:cNvPicPr/>
                <p:nvPr/>
              </p:nvPicPr>
              <p:blipFill>
                <a:blip r:embed="rId15"/>
                <a:stretch>
                  <a:fillRect/>
                </a:stretch>
              </p:blipFill>
              <p:spPr>
                <a:xfrm>
                  <a:off x="1526271" y="3072390"/>
                  <a:ext cx="16920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6" name="Entrada de lápiz 25">
                  <a:extLst>
                    <a:ext uri="{FF2B5EF4-FFF2-40B4-BE49-F238E27FC236}">
                      <a16:creationId xmlns:a16="http://schemas.microsoft.com/office/drawing/2014/main" id="{84753382-7D95-46E3-8BE7-FEB325B3874B}"/>
                    </a:ext>
                  </a:extLst>
                </p14:cNvPr>
                <p14:cNvContentPartPr/>
                <p14:nvPr/>
              </p14:nvContentPartPr>
              <p14:xfrm>
                <a:off x="1588551" y="3305310"/>
                <a:ext cx="127440" cy="148320"/>
              </p14:xfrm>
            </p:contentPart>
          </mc:Choice>
          <mc:Fallback>
            <p:pic>
              <p:nvPicPr>
                <p:cNvPr id="26" name="Entrada de lápiz 25">
                  <a:extLst>
                    <a:ext uri="{FF2B5EF4-FFF2-40B4-BE49-F238E27FC236}">
                      <a16:creationId xmlns:a16="http://schemas.microsoft.com/office/drawing/2014/main" id="{84753382-7D95-46E3-8BE7-FEB325B3874B}"/>
                    </a:ext>
                  </a:extLst>
                </p:cNvPr>
                <p:cNvPicPr/>
                <p:nvPr/>
              </p:nvPicPr>
              <p:blipFill>
                <a:blip r:embed="rId17"/>
                <a:stretch>
                  <a:fillRect/>
                </a:stretch>
              </p:blipFill>
              <p:spPr>
                <a:xfrm>
                  <a:off x="1579551" y="3296310"/>
                  <a:ext cx="14508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7" name="Entrada de lápiz 26">
                  <a:extLst>
                    <a:ext uri="{FF2B5EF4-FFF2-40B4-BE49-F238E27FC236}">
                      <a16:creationId xmlns:a16="http://schemas.microsoft.com/office/drawing/2014/main" id="{475227AC-3452-4C18-BC48-B86C9D0C70DC}"/>
                    </a:ext>
                  </a:extLst>
                </p14:cNvPr>
                <p14:cNvContentPartPr/>
                <p14:nvPr/>
              </p14:nvContentPartPr>
              <p14:xfrm>
                <a:off x="1579911" y="3502590"/>
                <a:ext cx="135360" cy="110880"/>
              </p14:xfrm>
            </p:contentPart>
          </mc:Choice>
          <mc:Fallback>
            <p:pic>
              <p:nvPicPr>
                <p:cNvPr id="27" name="Entrada de lápiz 26">
                  <a:extLst>
                    <a:ext uri="{FF2B5EF4-FFF2-40B4-BE49-F238E27FC236}">
                      <a16:creationId xmlns:a16="http://schemas.microsoft.com/office/drawing/2014/main" id="{475227AC-3452-4C18-BC48-B86C9D0C70DC}"/>
                    </a:ext>
                  </a:extLst>
                </p:cNvPr>
                <p:cNvPicPr/>
                <p:nvPr/>
              </p:nvPicPr>
              <p:blipFill>
                <a:blip r:embed="rId19"/>
                <a:stretch>
                  <a:fillRect/>
                </a:stretch>
              </p:blipFill>
              <p:spPr>
                <a:xfrm>
                  <a:off x="1570887" y="3493590"/>
                  <a:ext cx="153047" cy="128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0">
            <p14:nvContentPartPr>
              <p14:cNvPr id="29" name="Entrada de lápiz 28">
                <a:extLst>
                  <a:ext uri="{FF2B5EF4-FFF2-40B4-BE49-F238E27FC236}">
                    <a16:creationId xmlns:a16="http://schemas.microsoft.com/office/drawing/2014/main" id="{B7607723-1E23-4393-A4D7-EC6775B2A218}"/>
                  </a:ext>
                </a:extLst>
              </p14:cNvPr>
              <p14:cNvContentPartPr/>
              <p14:nvPr/>
            </p14:nvContentPartPr>
            <p14:xfrm>
              <a:off x="711305" y="3777629"/>
              <a:ext cx="140760" cy="124920"/>
            </p14:xfrm>
          </p:contentPart>
        </mc:Choice>
        <mc:Fallback>
          <p:pic>
            <p:nvPicPr>
              <p:cNvPr id="29" name="Entrada de lápiz 28">
                <a:extLst>
                  <a:ext uri="{FF2B5EF4-FFF2-40B4-BE49-F238E27FC236}">
                    <a16:creationId xmlns:a16="http://schemas.microsoft.com/office/drawing/2014/main" id="{B7607723-1E23-4393-A4D7-EC6775B2A218}"/>
                  </a:ext>
                </a:extLst>
              </p:cNvPr>
              <p:cNvPicPr/>
              <p:nvPr/>
            </p:nvPicPr>
            <p:blipFill>
              <a:blip r:embed="rId21"/>
              <a:stretch>
                <a:fillRect/>
              </a:stretch>
            </p:blipFill>
            <p:spPr>
              <a:xfrm>
                <a:off x="702305" y="3768629"/>
                <a:ext cx="15840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1" name="Entrada de lápiz 30">
                <a:extLst>
                  <a:ext uri="{FF2B5EF4-FFF2-40B4-BE49-F238E27FC236}">
                    <a16:creationId xmlns:a16="http://schemas.microsoft.com/office/drawing/2014/main" id="{021EC5E1-E9B6-458D-9BE8-7D7D078B20B1}"/>
                  </a:ext>
                </a:extLst>
              </p14:cNvPr>
              <p14:cNvContentPartPr/>
              <p14:nvPr/>
            </p14:nvContentPartPr>
            <p14:xfrm>
              <a:off x="746945" y="4258589"/>
              <a:ext cx="168120" cy="105480"/>
            </p14:xfrm>
          </p:contentPart>
        </mc:Choice>
        <mc:Fallback>
          <p:pic>
            <p:nvPicPr>
              <p:cNvPr id="31" name="Entrada de lápiz 30">
                <a:extLst>
                  <a:ext uri="{FF2B5EF4-FFF2-40B4-BE49-F238E27FC236}">
                    <a16:creationId xmlns:a16="http://schemas.microsoft.com/office/drawing/2014/main" id="{021EC5E1-E9B6-458D-9BE8-7D7D078B20B1}"/>
                  </a:ext>
                </a:extLst>
              </p:cNvPr>
              <p:cNvPicPr/>
              <p:nvPr/>
            </p:nvPicPr>
            <p:blipFill>
              <a:blip r:embed="rId23"/>
              <a:stretch>
                <a:fillRect/>
              </a:stretch>
            </p:blipFill>
            <p:spPr>
              <a:xfrm>
                <a:off x="737945" y="4249589"/>
                <a:ext cx="18576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2" name="Entrada de lápiz 31">
                <a:extLst>
                  <a:ext uri="{FF2B5EF4-FFF2-40B4-BE49-F238E27FC236}">
                    <a16:creationId xmlns:a16="http://schemas.microsoft.com/office/drawing/2014/main" id="{33B9DB6C-CB4D-449A-BD43-469F7DB77904}"/>
                  </a:ext>
                </a:extLst>
              </p14:cNvPr>
              <p14:cNvContentPartPr/>
              <p14:nvPr/>
            </p14:nvContentPartPr>
            <p14:xfrm>
              <a:off x="773585" y="4478549"/>
              <a:ext cx="114120" cy="54000"/>
            </p14:xfrm>
          </p:contentPart>
        </mc:Choice>
        <mc:Fallback>
          <p:pic>
            <p:nvPicPr>
              <p:cNvPr id="32" name="Entrada de lápiz 31">
                <a:extLst>
                  <a:ext uri="{FF2B5EF4-FFF2-40B4-BE49-F238E27FC236}">
                    <a16:creationId xmlns:a16="http://schemas.microsoft.com/office/drawing/2014/main" id="{33B9DB6C-CB4D-449A-BD43-469F7DB77904}"/>
                  </a:ext>
                </a:extLst>
              </p:cNvPr>
              <p:cNvPicPr/>
              <p:nvPr/>
            </p:nvPicPr>
            <p:blipFill>
              <a:blip r:embed="rId25"/>
              <a:stretch>
                <a:fillRect/>
              </a:stretch>
            </p:blipFill>
            <p:spPr>
              <a:xfrm>
                <a:off x="764585" y="4469549"/>
                <a:ext cx="13176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3" name="Entrada de lápiz 32">
                <a:extLst>
                  <a:ext uri="{FF2B5EF4-FFF2-40B4-BE49-F238E27FC236}">
                    <a16:creationId xmlns:a16="http://schemas.microsoft.com/office/drawing/2014/main" id="{BB0D0019-9BCC-40F9-9C47-BF2EC5E8FDCB}"/>
                  </a:ext>
                </a:extLst>
              </p14:cNvPr>
              <p14:cNvContentPartPr/>
              <p14:nvPr/>
            </p14:nvContentPartPr>
            <p14:xfrm>
              <a:off x="755585" y="4620749"/>
              <a:ext cx="109440" cy="80280"/>
            </p14:xfrm>
          </p:contentPart>
        </mc:Choice>
        <mc:Fallback>
          <p:pic>
            <p:nvPicPr>
              <p:cNvPr id="33" name="Entrada de lápiz 32">
                <a:extLst>
                  <a:ext uri="{FF2B5EF4-FFF2-40B4-BE49-F238E27FC236}">
                    <a16:creationId xmlns:a16="http://schemas.microsoft.com/office/drawing/2014/main" id="{BB0D0019-9BCC-40F9-9C47-BF2EC5E8FDCB}"/>
                  </a:ext>
                </a:extLst>
              </p:cNvPr>
              <p:cNvPicPr/>
              <p:nvPr/>
            </p:nvPicPr>
            <p:blipFill>
              <a:blip r:embed="rId27"/>
              <a:stretch>
                <a:fillRect/>
              </a:stretch>
            </p:blipFill>
            <p:spPr>
              <a:xfrm>
                <a:off x="746585" y="4611749"/>
                <a:ext cx="127080" cy="979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5" name="Entrada de lápiz 34">
                <a:extLst>
                  <a:ext uri="{FF2B5EF4-FFF2-40B4-BE49-F238E27FC236}">
                    <a16:creationId xmlns:a16="http://schemas.microsoft.com/office/drawing/2014/main" id="{5C9D9D57-3870-48C0-935E-924C47BE7E97}"/>
                  </a:ext>
                </a:extLst>
              </p14:cNvPr>
              <p14:cNvContentPartPr/>
              <p14:nvPr/>
            </p14:nvContentPartPr>
            <p14:xfrm>
              <a:off x="709145" y="3966989"/>
              <a:ext cx="189000" cy="108360"/>
            </p14:xfrm>
          </p:contentPart>
        </mc:Choice>
        <mc:Fallback>
          <p:pic>
            <p:nvPicPr>
              <p:cNvPr id="35" name="Entrada de lápiz 34">
                <a:extLst>
                  <a:ext uri="{FF2B5EF4-FFF2-40B4-BE49-F238E27FC236}">
                    <a16:creationId xmlns:a16="http://schemas.microsoft.com/office/drawing/2014/main" id="{5C9D9D57-3870-48C0-935E-924C47BE7E97}"/>
                  </a:ext>
                </a:extLst>
              </p:cNvPr>
              <p:cNvPicPr/>
              <p:nvPr/>
            </p:nvPicPr>
            <p:blipFill>
              <a:blip r:embed="rId29"/>
              <a:stretch>
                <a:fillRect/>
              </a:stretch>
            </p:blipFill>
            <p:spPr>
              <a:xfrm>
                <a:off x="700128" y="3957989"/>
                <a:ext cx="206674" cy="126000"/>
              </a:xfrm>
              <a:prstGeom prst="rect">
                <a:avLst/>
              </a:prstGeom>
            </p:spPr>
          </p:pic>
        </mc:Fallback>
      </mc:AlternateContent>
      <p:cxnSp>
        <p:nvCxnSpPr>
          <p:cNvPr id="37" name="Conector recto de flecha 36">
            <a:extLst>
              <a:ext uri="{FF2B5EF4-FFF2-40B4-BE49-F238E27FC236}">
                <a16:creationId xmlns:a16="http://schemas.microsoft.com/office/drawing/2014/main" id="{DF33816C-39E1-4A05-A5AC-0DE30B1C3EF4}"/>
              </a:ext>
            </a:extLst>
          </p:cNvPr>
          <p:cNvCxnSpPr/>
          <p:nvPr/>
        </p:nvCxnSpPr>
        <p:spPr>
          <a:xfrm>
            <a:off x="2851267" y="4390512"/>
            <a:ext cx="0" cy="1036077"/>
          </a:xfrm>
          <a:prstGeom prst="straightConnector1">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8" name="CuadroTexto 37">
            <a:extLst>
              <a:ext uri="{FF2B5EF4-FFF2-40B4-BE49-F238E27FC236}">
                <a16:creationId xmlns:a16="http://schemas.microsoft.com/office/drawing/2014/main" id="{61F18330-FF1D-4024-A6C0-8A6A9B33B0AD}"/>
              </a:ext>
            </a:extLst>
          </p:cNvPr>
          <p:cNvSpPr txBox="1"/>
          <p:nvPr/>
        </p:nvSpPr>
        <p:spPr>
          <a:xfrm>
            <a:off x="2851267" y="4908550"/>
            <a:ext cx="275207" cy="369332"/>
          </a:xfrm>
          <a:prstGeom prst="rect">
            <a:avLst/>
          </a:prstGeom>
          <a:noFill/>
        </p:spPr>
        <p:txBody>
          <a:bodyPr wrap="square" rtlCol="0">
            <a:spAutoFit/>
          </a:bodyPr>
          <a:lstStyle/>
          <a:p>
            <a:r>
              <a:rPr lang="es-ES" dirty="0">
                <a:solidFill>
                  <a:srgbClr val="0000FF"/>
                </a:solidFill>
              </a:rPr>
              <a:t>F</a:t>
            </a:r>
          </a:p>
        </p:txBody>
      </p:sp>
      <p:pic>
        <p:nvPicPr>
          <p:cNvPr id="66" name="Imagen 65">
            <a:extLst>
              <a:ext uri="{FF2B5EF4-FFF2-40B4-BE49-F238E27FC236}">
                <a16:creationId xmlns:a16="http://schemas.microsoft.com/office/drawing/2014/main" id="{95C85004-A479-4E58-A7DA-4A26B5932785}"/>
              </a:ext>
            </a:extLst>
          </p:cNvPr>
          <p:cNvPicPr>
            <a:picLocks noChangeAspect="1"/>
          </p:cNvPicPr>
          <p:nvPr/>
        </p:nvPicPr>
        <p:blipFill>
          <a:blip r:embed="rId30"/>
          <a:stretch>
            <a:fillRect/>
          </a:stretch>
        </p:blipFill>
        <p:spPr>
          <a:xfrm>
            <a:off x="8022391" y="3341818"/>
            <a:ext cx="2244408" cy="2194431"/>
          </a:xfrm>
          <a:prstGeom prst="rect">
            <a:avLst/>
          </a:prstGeom>
        </p:spPr>
      </p:pic>
      <p:pic>
        <p:nvPicPr>
          <p:cNvPr id="67" name="Imagen 66">
            <a:extLst>
              <a:ext uri="{FF2B5EF4-FFF2-40B4-BE49-F238E27FC236}">
                <a16:creationId xmlns:a16="http://schemas.microsoft.com/office/drawing/2014/main" id="{F83C4D1E-EB7C-4B05-8103-243E73C81C7B}"/>
              </a:ext>
            </a:extLst>
          </p:cNvPr>
          <p:cNvPicPr>
            <a:picLocks noChangeAspect="1"/>
          </p:cNvPicPr>
          <p:nvPr/>
        </p:nvPicPr>
        <p:blipFill>
          <a:blip r:embed="rId31"/>
          <a:stretch>
            <a:fillRect/>
          </a:stretch>
        </p:blipFill>
        <p:spPr>
          <a:xfrm>
            <a:off x="6518497" y="588780"/>
            <a:ext cx="5049856" cy="1981589"/>
          </a:xfrm>
          <a:prstGeom prst="rect">
            <a:avLst/>
          </a:prstGeom>
        </p:spPr>
      </p:pic>
      <p:sp>
        <p:nvSpPr>
          <p:cNvPr id="69" name="CuadroTexto 68">
            <a:extLst>
              <a:ext uri="{FF2B5EF4-FFF2-40B4-BE49-F238E27FC236}">
                <a16:creationId xmlns:a16="http://schemas.microsoft.com/office/drawing/2014/main" id="{B5F4C8EB-260D-44A9-A2F6-0438E50E742D}"/>
              </a:ext>
            </a:extLst>
          </p:cNvPr>
          <p:cNvSpPr txBox="1"/>
          <p:nvPr/>
        </p:nvSpPr>
        <p:spPr>
          <a:xfrm rot="2557363">
            <a:off x="856705" y="3462343"/>
            <a:ext cx="1908697" cy="307777"/>
          </a:xfrm>
          <a:prstGeom prst="rect">
            <a:avLst/>
          </a:prstGeom>
          <a:noFill/>
        </p:spPr>
        <p:txBody>
          <a:bodyPr wrap="square" rtlCol="0">
            <a:spAutoFit/>
          </a:bodyPr>
          <a:lstStyle/>
          <a:p>
            <a:r>
              <a:rPr lang="es-ES" sz="1400" dirty="0">
                <a:latin typeface="+mj-lt"/>
              </a:rPr>
              <a:t>tracción</a:t>
            </a:r>
          </a:p>
        </p:txBody>
      </p:sp>
      <p:sp>
        <p:nvSpPr>
          <p:cNvPr id="70" name="CuadroTexto 69">
            <a:extLst>
              <a:ext uri="{FF2B5EF4-FFF2-40B4-BE49-F238E27FC236}">
                <a16:creationId xmlns:a16="http://schemas.microsoft.com/office/drawing/2014/main" id="{C77F1219-8B3F-4A36-B905-E4D85A087D5A}"/>
              </a:ext>
            </a:extLst>
          </p:cNvPr>
          <p:cNvSpPr txBox="1"/>
          <p:nvPr/>
        </p:nvSpPr>
        <p:spPr>
          <a:xfrm rot="18997549">
            <a:off x="1546602" y="2577148"/>
            <a:ext cx="1908697" cy="307777"/>
          </a:xfrm>
          <a:prstGeom prst="rect">
            <a:avLst/>
          </a:prstGeom>
          <a:noFill/>
        </p:spPr>
        <p:txBody>
          <a:bodyPr wrap="square" rtlCol="0">
            <a:spAutoFit/>
          </a:bodyPr>
          <a:lstStyle/>
          <a:p>
            <a:r>
              <a:rPr lang="es-ES" sz="1400" dirty="0">
                <a:latin typeface="+mj-lt"/>
              </a:rPr>
              <a:t>compresión</a:t>
            </a:r>
          </a:p>
        </p:txBody>
      </p:sp>
      <p:sp>
        <p:nvSpPr>
          <p:cNvPr id="89" name="Rectángulo 88">
            <a:extLst>
              <a:ext uri="{FF2B5EF4-FFF2-40B4-BE49-F238E27FC236}">
                <a16:creationId xmlns:a16="http://schemas.microsoft.com/office/drawing/2014/main" id="{357ADE6F-1975-4584-AC64-368C8C4FB347}"/>
              </a:ext>
            </a:extLst>
          </p:cNvPr>
          <p:cNvSpPr/>
          <p:nvPr/>
        </p:nvSpPr>
        <p:spPr>
          <a:xfrm>
            <a:off x="4268179" y="2666038"/>
            <a:ext cx="1782924" cy="1671945"/>
          </a:xfrm>
          <a:prstGeom prst="rect">
            <a:avLst/>
          </a:prstGeom>
          <a:gradFill flip="none" rotWithShape="1">
            <a:gsLst>
              <a:gs pos="0">
                <a:schemeClr val="accent6">
                  <a:lumMod val="40000"/>
                  <a:lumOff val="60000"/>
                  <a:shade val="30000"/>
                  <a:satMod val="115000"/>
                </a:schemeClr>
              </a:gs>
              <a:gs pos="50000">
                <a:schemeClr val="accent6">
                  <a:lumMod val="40000"/>
                  <a:lumOff val="60000"/>
                  <a:shade val="67500"/>
                  <a:satMod val="115000"/>
                </a:schemeClr>
              </a:gs>
              <a:gs pos="100000">
                <a:schemeClr val="accent6">
                  <a:lumMod val="40000"/>
                  <a:lumOff val="60000"/>
                  <a:shade val="100000"/>
                  <a:satMod val="115000"/>
                </a:schemeClr>
              </a:gs>
            </a:gsLst>
            <a:lin ang="18900000" scaled="1"/>
            <a:tileRect/>
          </a:gradFill>
        </p:spPr>
        <p:style>
          <a:lnRef idx="1">
            <a:schemeClr val="accent6"/>
          </a:lnRef>
          <a:fillRef idx="3">
            <a:schemeClr val="accent6"/>
          </a:fillRef>
          <a:effectRef idx="2">
            <a:schemeClr val="accent6"/>
          </a:effectRef>
          <a:fontRef idx="minor">
            <a:schemeClr val="lt1"/>
          </a:fontRef>
        </p:style>
        <p:txBody>
          <a:bodyPr rtlCol="0" anchor="ctr"/>
          <a:lstStyle/>
          <a:p>
            <a:pPr algn="ctr"/>
            <a:endParaRPr lang="es-ES"/>
          </a:p>
        </p:txBody>
      </p:sp>
      <p:sp>
        <p:nvSpPr>
          <p:cNvPr id="90" name="Rectángulo 89">
            <a:extLst>
              <a:ext uri="{FF2B5EF4-FFF2-40B4-BE49-F238E27FC236}">
                <a16:creationId xmlns:a16="http://schemas.microsoft.com/office/drawing/2014/main" id="{DD19D42E-189B-4288-B555-A7DC32E93392}"/>
              </a:ext>
            </a:extLst>
          </p:cNvPr>
          <p:cNvSpPr/>
          <p:nvPr/>
        </p:nvSpPr>
        <p:spPr>
          <a:xfrm>
            <a:off x="4265908" y="2625597"/>
            <a:ext cx="1782000"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91" name="Rectángulo 90">
            <a:extLst>
              <a:ext uri="{FF2B5EF4-FFF2-40B4-BE49-F238E27FC236}">
                <a16:creationId xmlns:a16="http://schemas.microsoft.com/office/drawing/2014/main" id="{F9B23A1F-A8CD-4038-8A70-2BF9ECB2BDD7}"/>
              </a:ext>
            </a:extLst>
          </p:cNvPr>
          <p:cNvSpPr/>
          <p:nvPr/>
        </p:nvSpPr>
        <p:spPr>
          <a:xfrm rot="10800000">
            <a:off x="4265908" y="4302472"/>
            <a:ext cx="1782000"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cxnSp>
        <p:nvCxnSpPr>
          <p:cNvPr id="92" name="Conector recto 91">
            <a:extLst>
              <a:ext uri="{FF2B5EF4-FFF2-40B4-BE49-F238E27FC236}">
                <a16:creationId xmlns:a16="http://schemas.microsoft.com/office/drawing/2014/main" id="{583BE071-2576-4987-82DF-0AB26F4DB8D8}"/>
              </a:ext>
            </a:extLst>
          </p:cNvPr>
          <p:cNvCxnSpPr>
            <a:cxnSpLocks/>
          </p:cNvCxnSpPr>
          <p:nvPr/>
        </p:nvCxnSpPr>
        <p:spPr>
          <a:xfrm>
            <a:off x="4248939" y="2194577"/>
            <a:ext cx="0" cy="2609665"/>
          </a:xfrm>
          <a:prstGeom prst="line">
            <a:avLst/>
          </a:prstGeom>
          <a:ln w="28575"/>
        </p:spPr>
        <p:style>
          <a:lnRef idx="1">
            <a:schemeClr val="dk1"/>
          </a:lnRef>
          <a:fillRef idx="0">
            <a:schemeClr val="dk1"/>
          </a:fillRef>
          <a:effectRef idx="0">
            <a:schemeClr val="dk1"/>
          </a:effectRef>
          <a:fontRef idx="minor">
            <a:schemeClr val="tx1"/>
          </a:fontRef>
        </p:style>
      </p:cxnSp>
      <p:grpSp>
        <p:nvGrpSpPr>
          <p:cNvPr id="93" name="Grupo 92">
            <a:extLst>
              <a:ext uri="{FF2B5EF4-FFF2-40B4-BE49-F238E27FC236}">
                <a16:creationId xmlns:a16="http://schemas.microsoft.com/office/drawing/2014/main" id="{179C6C04-048D-4E74-A21F-DB1E451757D9}"/>
              </a:ext>
            </a:extLst>
          </p:cNvPr>
          <p:cNvGrpSpPr/>
          <p:nvPr/>
        </p:nvGrpSpPr>
        <p:grpSpPr>
          <a:xfrm>
            <a:off x="3982156" y="2188246"/>
            <a:ext cx="217080" cy="1501920"/>
            <a:chOff x="1517631" y="2111550"/>
            <a:chExt cx="217080" cy="1501920"/>
          </a:xfrm>
        </p:grpSpPr>
        <mc:AlternateContent xmlns:mc="http://schemas.openxmlformats.org/markup-compatibility/2006">
          <mc:Choice xmlns:p14="http://schemas.microsoft.com/office/powerpoint/2010/main" Requires="p14">
            <p:contentPart p14:bwMode="auto" r:id="rId32">
              <p14:nvContentPartPr>
                <p14:cNvPr id="94" name="Entrada de lápiz 93">
                  <a:extLst>
                    <a:ext uri="{FF2B5EF4-FFF2-40B4-BE49-F238E27FC236}">
                      <a16:creationId xmlns:a16="http://schemas.microsoft.com/office/drawing/2014/main" id="{5B2750C1-2BAE-4411-952B-18756E6BE4E0}"/>
                    </a:ext>
                  </a:extLst>
                </p14:cNvPr>
                <p14:cNvContentPartPr/>
                <p14:nvPr/>
              </p14:nvContentPartPr>
              <p14:xfrm>
                <a:off x="1517631" y="2111550"/>
                <a:ext cx="185400" cy="151920"/>
              </p14:xfrm>
            </p:contentPart>
          </mc:Choice>
          <mc:Fallback>
            <p:pic>
              <p:nvPicPr>
                <p:cNvPr id="94" name="Entrada de lápiz 93">
                  <a:extLst>
                    <a:ext uri="{FF2B5EF4-FFF2-40B4-BE49-F238E27FC236}">
                      <a16:creationId xmlns:a16="http://schemas.microsoft.com/office/drawing/2014/main" id="{5B2750C1-2BAE-4411-952B-18756E6BE4E0}"/>
                    </a:ext>
                  </a:extLst>
                </p:cNvPr>
                <p:cNvPicPr/>
                <p:nvPr/>
              </p:nvPicPr>
              <p:blipFill>
                <a:blip r:embed="rId33"/>
                <a:stretch>
                  <a:fillRect/>
                </a:stretch>
              </p:blipFill>
              <p:spPr>
                <a:xfrm>
                  <a:off x="1508631" y="2102910"/>
                  <a:ext cx="20304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95" name="Entrada de lápiz 94">
                  <a:extLst>
                    <a:ext uri="{FF2B5EF4-FFF2-40B4-BE49-F238E27FC236}">
                      <a16:creationId xmlns:a16="http://schemas.microsoft.com/office/drawing/2014/main" id="{490CED0B-A885-4D08-8D64-0E423BA570A8}"/>
                    </a:ext>
                  </a:extLst>
                </p14:cNvPr>
                <p14:cNvContentPartPr/>
                <p14:nvPr/>
              </p14:nvContentPartPr>
              <p14:xfrm>
                <a:off x="1553271" y="2293710"/>
                <a:ext cx="171720" cy="121320"/>
              </p14:xfrm>
            </p:contentPart>
          </mc:Choice>
          <mc:Fallback>
            <p:pic>
              <p:nvPicPr>
                <p:cNvPr id="95" name="Entrada de lápiz 94">
                  <a:extLst>
                    <a:ext uri="{FF2B5EF4-FFF2-40B4-BE49-F238E27FC236}">
                      <a16:creationId xmlns:a16="http://schemas.microsoft.com/office/drawing/2014/main" id="{490CED0B-A885-4D08-8D64-0E423BA570A8}"/>
                    </a:ext>
                  </a:extLst>
                </p:cNvPr>
                <p:cNvPicPr/>
                <p:nvPr/>
              </p:nvPicPr>
              <p:blipFill>
                <a:blip r:embed="rId35"/>
                <a:stretch>
                  <a:fillRect/>
                </a:stretch>
              </p:blipFill>
              <p:spPr>
                <a:xfrm>
                  <a:off x="1544271" y="2284710"/>
                  <a:ext cx="18936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96" name="Entrada de lápiz 95">
                  <a:extLst>
                    <a:ext uri="{FF2B5EF4-FFF2-40B4-BE49-F238E27FC236}">
                      <a16:creationId xmlns:a16="http://schemas.microsoft.com/office/drawing/2014/main" id="{6C6B03CB-1E43-4234-A1BF-F543C972770C}"/>
                    </a:ext>
                  </a:extLst>
                </p14:cNvPr>
                <p14:cNvContentPartPr/>
                <p14:nvPr/>
              </p14:nvContentPartPr>
              <p14:xfrm>
                <a:off x="1570911" y="2449950"/>
                <a:ext cx="150840" cy="88920"/>
              </p14:xfrm>
            </p:contentPart>
          </mc:Choice>
          <mc:Fallback>
            <p:pic>
              <p:nvPicPr>
                <p:cNvPr id="96" name="Entrada de lápiz 95">
                  <a:extLst>
                    <a:ext uri="{FF2B5EF4-FFF2-40B4-BE49-F238E27FC236}">
                      <a16:creationId xmlns:a16="http://schemas.microsoft.com/office/drawing/2014/main" id="{6C6B03CB-1E43-4234-A1BF-F543C972770C}"/>
                    </a:ext>
                  </a:extLst>
                </p:cNvPr>
                <p:cNvPicPr/>
                <p:nvPr/>
              </p:nvPicPr>
              <p:blipFill>
                <a:blip r:embed="rId7"/>
                <a:stretch>
                  <a:fillRect/>
                </a:stretch>
              </p:blipFill>
              <p:spPr>
                <a:xfrm>
                  <a:off x="1562271" y="2441310"/>
                  <a:ext cx="16848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97" name="Entrada de lápiz 96">
                  <a:extLst>
                    <a:ext uri="{FF2B5EF4-FFF2-40B4-BE49-F238E27FC236}">
                      <a16:creationId xmlns:a16="http://schemas.microsoft.com/office/drawing/2014/main" id="{F800465D-9D83-402D-8B60-B731C9887595}"/>
                    </a:ext>
                  </a:extLst>
                </p14:cNvPr>
                <p14:cNvContentPartPr/>
                <p14:nvPr/>
              </p14:nvContentPartPr>
              <p14:xfrm>
                <a:off x="1553271" y="2605110"/>
                <a:ext cx="181440" cy="173880"/>
              </p14:xfrm>
            </p:contentPart>
          </mc:Choice>
          <mc:Fallback>
            <p:pic>
              <p:nvPicPr>
                <p:cNvPr id="97" name="Entrada de lápiz 96">
                  <a:extLst>
                    <a:ext uri="{FF2B5EF4-FFF2-40B4-BE49-F238E27FC236}">
                      <a16:creationId xmlns:a16="http://schemas.microsoft.com/office/drawing/2014/main" id="{F800465D-9D83-402D-8B60-B731C9887595}"/>
                    </a:ext>
                  </a:extLst>
                </p:cNvPr>
                <p:cNvPicPr/>
                <p:nvPr/>
              </p:nvPicPr>
              <p:blipFill>
                <a:blip r:embed="rId38"/>
                <a:stretch>
                  <a:fillRect/>
                </a:stretch>
              </p:blipFill>
              <p:spPr>
                <a:xfrm>
                  <a:off x="1544271" y="2596110"/>
                  <a:ext cx="19908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98" name="Entrada de lápiz 97">
                  <a:extLst>
                    <a:ext uri="{FF2B5EF4-FFF2-40B4-BE49-F238E27FC236}">
                      <a16:creationId xmlns:a16="http://schemas.microsoft.com/office/drawing/2014/main" id="{D0E5203A-341C-4338-95EF-C5F92BEDB187}"/>
                    </a:ext>
                  </a:extLst>
                </p14:cNvPr>
                <p14:cNvContentPartPr/>
                <p14:nvPr/>
              </p14:nvContentPartPr>
              <p14:xfrm>
                <a:off x="1553271" y="2808150"/>
                <a:ext cx="177480" cy="138960"/>
              </p14:xfrm>
            </p:contentPart>
          </mc:Choice>
          <mc:Fallback>
            <p:pic>
              <p:nvPicPr>
                <p:cNvPr id="98" name="Entrada de lápiz 97">
                  <a:extLst>
                    <a:ext uri="{FF2B5EF4-FFF2-40B4-BE49-F238E27FC236}">
                      <a16:creationId xmlns:a16="http://schemas.microsoft.com/office/drawing/2014/main" id="{D0E5203A-341C-4338-95EF-C5F92BEDB187}"/>
                    </a:ext>
                  </a:extLst>
                </p:cNvPr>
                <p:cNvPicPr/>
                <p:nvPr/>
              </p:nvPicPr>
              <p:blipFill>
                <a:blip r:embed="rId11"/>
                <a:stretch>
                  <a:fillRect/>
                </a:stretch>
              </p:blipFill>
              <p:spPr>
                <a:xfrm>
                  <a:off x="1544271" y="2799510"/>
                  <a:ext cx="19512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99" name="Entrada de lápiz 98">
                  <a:extLst>
                    <a:ext uri="{FF2B5EF4-FFF2-40B4-BE49-F238E27FC236}">
                      <a16:creationId xmlns:a16="http://schemas.microsoft.com/office/drawing/2014/main" id="{BABF66EA-BC09-4A4A-8DC8-0DF966DC043F}"/>
                    </a:ext>
                  </a:extLst>
                </p14:cNvPr>
                <p14:cNvContentPartPr/>
                <p14:nvPr/>
              </p14:nvContentPartPr>
              <p14:xfrm>
                <a:off x="1579911" y="2949990"/>
                <a:ext cx="136080" cy="148320"/>
              </p14:xfrm>
            </p:contentPart>
          </mc:Choice>
          <mc:Fallback>
            <p:pic>
              <p:nvPicPr>
                <p:cNvPr id="99" name="Entrada de lápiz 98">
                  <a:extLst>
                    <a:ext uri="{FF2B5EF4-FFF2-40B4-BE49-F238E27FC236}">
                      <a16:creationId xmlns:a16="http://schemas.microsoft.com/office/drawing/2014/main" id="{BABF66EA-BC09-4A4A-8DC8-0DF966DC043F}"/>
                    </a:ext>
                  </a:extLst>
                </p:cNvPr>
                <p:cNvPicPr/>
                <p:nvPr/>
              </p:nvPicPr>
              <p:blipFill>
                <a:blip r:embed="rId41"/>
                <a:stretch>
                  <a:fillRect/>
                </a:stretch>
              </p:blipFill>
              <p:spPr>
                <a:xfrm>
                  <a:off x="1571271" y="2941350"/>
                  <a:ext cx="15372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00" name="Entrada de lápiz 99">
                  <a:extLst>
                    <a:ext uri="{FF2B5EF4-FFF2-40B4-BE49-F238E27FC236}">
                      <a16:creationId xmlns:a16="http://schemas.microsoft.com/office/drawing/2014/main" id="{A97C123D-516E-4653-96CC-C66391457670}"/>
                    </a:ext>
                  </a:extLst>
                </p14:cNvPr>
                <p14:cNvContentPartPr/>
                <p14:nvPr/>
              </p14:nvContentPartPr>
              <p14:xfrm>
                <a:off x="1535271" y="3081390"/>
                <a:ext cx="151560" cy="167760"/>
              </p14:xfrm>
            </p:contentPart>
          </mc:Choice>
          <mc:Fallback>
            <p:pic>
              <p:nvPicPr>
                <p:cNvPr id="100" name="Entrada de lápiz 99">
                  <a:extLst>
                    <a:ext uri="{FF2B5EF4-FFF2-40B4-BE49-F238E27FC236}">
                      <a16:creationId xmlns:a16="http://schemas.microsoft.com/office/drawing/2014/main" id="{A97C123D-516E-4653-96CC-C66391457670}"/>
                    </a:ext>
                  </a:extLst>
                </p:cNvPr>
                <p:cNvPicPr/>
                <p:nvPr/>
              </p:nvPicPr>
              <p:blipFill>
                <a:blip r:embed="rId15"/>
                <a:stretch>
                  <a:fillRect/>
                </a:stretch>
              </p:blipFill>
              <p:spPr>
                <a:xfrm>
                  <a:off x="1526631" y="3072750"/>
                  <a:ext cx="16920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101" name="Entrada de lápiz 100">
                  <a:extLst>
                    <a:ext uri="{FF2B5EF4-FFF2-40B4-BE49-F238E27FC236}">
                      <a16:creationId xmlns:a16="http://schemas.microsoft.com/office/drawing/2014/main" id="{644FC327-4FFE-431A-A503-90492419E50B}"/>
                    </a:ext>
                  </a:extLst>
                </p14:cNvPr>
                <p14:cNvContentPartPr/>
                <p14:nvPr/>
              </p14:nvContentPartPr>
              <p14:xfrm>
                <a:off x="1588551" y="3305310"/>
                <a:ext cx="127440" cy="148320"/>
              </p14:xfrm>
            </p:contentPart>
          </mc:Choice>
          <mc:Fallback>
            <p:pic>
              <p:nvPicPr>
                <p:cNvPr id="101" name="Entrada de lápiz 100">
                  <a:extLst>
                    <a:ext uri="{FF2B5EF4-FFF2-40B4-BE49-F238E27FC236}">
                      <a16:creationId xmlns:a16="http://schemas.microsoft.com/office/drawing/2014/main" id="{644FC327-4FFE-431A-A503-90492419E50B}"/>
                    </a:ext>
                  </a:extLst>
                </p:cNvPr>
                <p:cNvPicPr/>
                <p:nvPr/>
              </p:nvPicPr>
              <p:blipFill>
                <a:blip r:embed="rId17"/>
                <a:stretch>
                  <a:fillRect/>
                </a:stretch>
              </p:blipFill>
              <p:spPr>
                <a:xfrm>
                  <a:off x="1579911" y="3296310"/>
                  <a:ext cx="14508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02" name="Entrada de lápiz 101">
                  <a:extLst>
                    <a:ext uri="{FF2B5EF4-FFF2-40B4-BE49-F238E27FC236}">
                      <a16:creationId xmlns:a16="http://schemas.microsoft.com/office/drawing/2014/main" id="{291248CE-F9E0-4DC2-8AB4-5EC703F655C4}"/>
                    </a:ext>
                  </a:extLst>
                </p14:cNvPr>
                <p14:cNvContentPartPr/>
                <p14:nvPr/>
              </p14:nvContentPartPr>
              <p14:xfrm>
                <a:off x="1579911" y="3502590"/>
                <a:ext cx="135360" cy="110880"/>
              </p14:xfrm>
            </p:contentPart>
          </mc:Choice>
          <mc:Fallback>
            <p:pic>
              <p:nvPicPr>
                <p:cNvPr id="102" name="Entrada de lápiz 101">
                  <a:extLst>
                    <a:ext uri="{FF2B5EF4-FFF2-40B4-BE49-F238E27FC236}">
                      <a16:creationId xmlns:a16="http://schemas.microsoft.com/office/drawing/2014/main" id="{291248CE-F9E0-4DC2-8AB4-5EC703F655C4}"/>
                    </a:ext>
                  </a:extLst>
                </p:cNvPr>
                <p:cNvPicPr/>
                <p:nvPr/>
              </p:nvPicPr>
              <p:blipFill>
                <a:blip r:embed="rId45"/>
                <a:stretch>
                  <a:fillRect/>
                </a:stretch>
              </p:blipFill>
              <p:spPr>
                <a:xfrm>
                  <a:off x="1571271" y="3493590"/>
                  <a:ext cx="153000" cy="128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6">
            <p14:nvContentPartPr>
              <p14:cNvPr id="103" name="Entrada de lápiz 102">
                <a:extLst>
                  <a:ext uri="{FF2B5EF4-FFF2-40B4-BE49-F238E27FC236}">
                    <a16:creationId xmlns:a16="http://schemas.microsoft.com/office/drawing/2014/main" id="{6CFE4984-0CFA-45C5-8FAB-5FF90D528DC8}"/>
                  </a:ext>
                </a:extLst>
              </p14:cNvPr>
              <p14:cNvContentPartPr/>
              <p14:nvPr/>
            </p14:nvContentPartPr>
            <p14:xfrm>
              <a:off x="4008796" y="3778366"/>
              <a:ext cx="140760" cy="124920"/>
            </p14:xfrm>
          </p:contentPart>
        </mc:Choice>
        <mc:Fallback>
          <p:pic>
            <p:nvPicPr>
              <p:cNvPr id="103" name="Entrada de lápiz 102">
                <a:extLst>
                  <a:ext uri="{FF2B5EF4-FFF2-40B4-BE49-F238E27FC236}">
                    <a16:creationId xmlns:a16="http://schemas.microsoft.com/office/drawing/2014/main" id="{6CFE4984-0CFA-45C5-8FAB-5FF90D528DC8}"/>
                  </a:ext>
                </a:extLst>
              </p:cNvPr>
              <p:cNvPicPr/>
              <p:nvPr/>
            </p:nvPicPr>
            <p:blipFill>
              <a:blip r:embed="rId21"/>
              <a:stretch>
                <a:fillRect/>
              </a:stretch>
            </p:blipFill>
            <p:spPr>
              <a:xfrm>
                <a:off x="4000156" y="3769366"/>
                <a:ext cx="15840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104" name="Entrada de lápiz 103">
                <a:extLst>
                  <a:ext uri="{FF2B5EF4-FFF2-40B4-BE49-F238E27FC236}">
                    <a16:creationId xmlns:a16="http://schemas.microsoft.com/office/drawing/2014/main" id="{EF0610F6-89C3-4880-8EB1-50C18724EF34}"/>
                  </a:ext>
                </a:extLst>
              </p14:cNvPr>
              <p14:cNvContentPartPr/>
              <p14:nvPr/>
            </p14:nvContentPartPr>
            <p14:xfrm>
              <a:off x="4044436" y="4259326"/>
              <a:ext cx="168120" cy="105480"/>
            </p14:xfrm>
          </p:contentPart>
        </mc:Choice>
        <mc:Fallback>
          <p:pic>
            <p:nvPicPr>
              <p:cNvPr id="104" name="Entrada de lápiz 103">
                <a:extLst>
                  <a:ext uri="{FF2B5EF4-FFF2-40B4-BE49-F238E27FC236}">
                    <a16:creationId xmlns:a16="http://schemas.microsoft.com/office/drawing/2014/main" id="{EF0610F6-89C3-4880-8EB1-50C18724EF34}"/>
                  </a:ext>
                </a:extLst>
              </p:cNvPr>
              <p:cNvPicPr/>
              <p:nvPr/>
            </p:nvPicPr>
            <p:blipFill>
              <a:blip r:embed="rId48"/>
              <a:stretch>
                <a:fillRect/>
              </a:stretch>
            </p:blipFill>
            <p:spPr>
              <a:xfrm>
                <a:off x="4035796" y="4250326"/>
                <a:ext cx="18576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105" name="Entrada de lápiz 104">
                <a:extLst>
                  <a:ext uri="{FF2B5EF4-FFF2-40B4-BE49-F238E27FC236}">
                    <a16:creationId xmlns:a16="http://schemas.microsoft.com/office/drawing/2014/main" id="{10978ECD-48A3-44E6-A703-F74A6163D512}"/>
                  </a:ext>
                </a:extLst>
              </p14:cNvPr>
              <p14:cNvContentPartPr/>
              <p14:nvPr/>
            </p14:nvContentPartPr>
            <p14:xfrm>
              <a:off x="4071076" y="4479286"/>
              <a:ext cx="114120" cy="54000"/>
            </p14:xfrm>
          </p:contentPart>
        </mc:Choice>
        <mc:Fallback>
          <p:pic>
            <p:nvPicPr>
              <p:cNvPr id="105" name="Entrada de lápiz 104">
                <a:extLst>
                  <a:ext uri="{FF2B5EF4-FFF2-40B4-BE49-F238E27FC236}">
                    <a16:creationId xmlns:a16="http://schemas.microsoft.com/office/drawing/2014/main" id="{10978ECD-48A3-44E6-A703-F74A6163D512}"/>
                  </a:ext>
                </a:extLst>
              </p:cNvPr>
              <p:cNvPicPr/>
              <p:nvPr/>
            </p:nvPicPr>
            <p:blipFill>
              <a:blip r:embed="rId25"/>
              <a:stretch>
                <a:fillRect/>
              </a:stretch>
            </p:blipFill>
            <p:spPr>
              <a:xfrm>
                <a:off x="4062076" y="4470286"/>
                <a:ext cx="13176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06" name="Entrada de lápiz 105">
                <a:extLst>
                  <a:ext uri="{FF2B5EF4-FFF2-40B4-BE49-F238E27FC236}">
                    <a16:creationId xmlns:a16="http://schemas.microsoft.com/office/drawing/2014/main" id="{D730AC07-208D-4A0C-869A-F49F56332599}"/>
                  </a:ext>
                </a:extLst>
              </p14:cNvPr>
              <p14:cNvContentPartPr/>
              <p14:nvPr/>
            </p14:nvContentPartPr>
            <p14:xfrm>
              <a:off x="4053076" y="4621486"/>
              <a:ext cx="109440" cy="80280"/>
            </p14:xfrm>
          </p:contentPart>
        </mc:Choice>
        <mc:Fallback>
          <p:pic>
            <p:nvPicPr>
              <p:cNvPr id="106" name="Entrada de lápiz 105">
                <a:extLst>
                  <a:ext uri="{FF2B5EF4-FFF2-40B4-BE49-F238E27FC236}">
                    <a16:creationId xmlns:a16="http://schemas.microsoft.com/office/drawing/2014/main" id="{D730AC07-208D-4A0C-869A-F49F56332599}"/>
                  </a:ext>
                </a:extLst>
              </p:cNvPr>
              <p:cNvPicPr/>
              <p:nvPr/>
            </p:nvPicPr>
            <p:blipFill>
              <a:blip r:embed="rId51"/>
              <a:stretch>
                <a:fillRect/>
              </a:stretch>
            </p:blipFill>
            <p:spPr>
              <a:xfrm>
                <a:off x="4044436" y="4612846"/>
                <a:ext cx="127080" cy="979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07" name="Entrada de lápiz 106">
                <a:extLst>
                  <a:ext uri="{FF2B5EF4-FFF2-40B4-BE49-F238E27FC236}">
                    <a16:creationId xmlns:a16="http://schemas.microsoft.com/office/drawing/2014/main" id="{643E71F4-8226-4D41-8331-D0F5DBFF704C}"/>
                  </a:ext>
                </a:extLst>
              </p14:cNvPr>
              <p14:cNvContentPartPr/>
              <p14:nvPr/>
            </p14:nvContentPartPr>
            <p14:xfrm>
              <a:off x="4006636" y="3967726"/>
              <a:ext cx="189000" cy="108360"/>
            </p14:xfrm>
          </p:contentPart>
        </mc:Choice>
        <mc:Fallback>
          <p:pic>
            <p:nvPicPr>
              <p:cNvPr id="107" name="Entrada de lápiz 106">
                <a:extLst>
                  <a:ext uri="{FF2B5EF4-FFF2-40B4-BE49-F238E27FC236}">
                    <a16:creationId xmlns:a16="http://schemas.microsoft.com/office/drawing/2014/main" id="{643E71F4-8226-4D41-8331-D0F5DBFF704C}"/>
                  </a:ext>
                </a:extLst>
              </p:cNvPr>
              <p:cNvPicPr/>
              <p:nvPr/>
            </p:nvPicPr>
            <p:blipFill>
              <a:blip r:embed="rId53"/>
              <a:stretch>
                <a:fillRect/>
              </a:stretch>
            </p:blipFill>
            <p:spPr>
              <a:xfrm>
                <a:off x="3997996" y="3959086"/>
                <a:ext cx="206640" cy="126000"/>
              </a:xfrm>
              <a:prstGeom prst="rect">
                <a:avLst/>
              </a:prstGeom>
            </p:spPr>
          </p:pic>
        </mc:Fallback>
      </mc:AlternateContent>
      <p:cxnSp>
        <p:nvCxnSpPr>
          <p:cNvPr id="108" name="Conector recto de flecha 107">
            <a:extLst>
              <a:ext uri="{FF2B5EF4-FFF2-40B4-BE49-F238E27FC236}">
                <a16:creationId xmlns:a16="http://schemas.microsoft.com/office/drawing/2014/main" id="{EB7006C6-9127-4A64-BC77-5C613B8AF60F}"/>
              </a:ext>
            </a:extLst>
          </p:cNvPr>
          <p:cNvCxnSpPr/>
          <p:nvPr/>
        </p:nvCxnSpPr>
        <p:spPr>
          <a:xfrm>
            <a:off x="6148758" y="4391249"/>
            <a:ext cx="0" cy="1036077"/>
          </a:xfrm>
          <a:prstGeom prst="straightConnector1">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9" name="CuadroTexto 108">
            <a:extLst>
              <a:ext uri="{FF2B5EF4-FFF2-40B4-BE49-F238E27FC236}">
                <a16:creationId xmlns:a16="http://schemas.microsoft.com/office/drawing/2014/main" id="{3A3D3834-C5B1-4155-9E57-BC29CD14F3C3}"/>
              </a:ext>
            </a:extLst>
          </p:cNvPr>
          <p:cNvSpPr txBox="1"/>
          <p:nvPr/>
        </p:nvSpPr>
        <p:spPr>
          <a:xfrm>
            <a:off x="6148758" y="4909287"/>
            <a:ext cx="275207" cy="369332"/>
          </a:xfrm>
          <a:prstGeom prst="rect">
            <a:avLst/>
          </a:prstGeom>
          <a:noFill/>
        </p:spPr>
        <p:txBody>
          <a:bodyPr wrap="square" rtlCol="0">
            <a:spAutoFit/>
          </a:bodyPr>
          <a:lstStyle/>
          <a:p>
            <a:r>
              <a:rPr lang="es-ES" dirty="0">
                <a:solidFill>
                  <a:srgbClr val="0000FF"/>
                </a:solidFill>
              </a:rPr>
              <a:t>F</a:t>
            </a:r>
          </a:p>
        </p:txBody>
      </p:sp>
    </p:spTree>
    <p:extLst>
      <p:ext uri="{BB962C8B-B14F-4D97-AF65-F5344CB8AC3E}">
        <p14:creationId xmlns:p14="http://schemas.microsoft.com/office/powerpoint/2010/main" val="1237836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Rectángulo 67">
            <a:extLst>
              <a:ext uri="{FF2B5EF4-FFF2-40B4-BE49-F238E27FC236}">
                <a16:creationId xmlns:a16="http://schemas.microsoft.com/office/drawing/2014/main" id="{CCBFD95C-8F1D-434D-AE13-8D66319A7623}"/>
              </a:ext>
            </a:extLst>
          </p:cNvPr>
          <p:cNvSpPr/>
          <p:nvPr/>
        </p:nvSpPr>
        <p:spPr>
          <a:xfrm>
            <a:off x="4188850" y="2666038"/>
            <a:ext cx="1782924" cy="1671945"/>
          </a:xfrm>
          <a:prstGeom prst="rect">
            <a:avLst/>
          </a:prstGeom>
          <a:gradFill flip="none" rotWithShape="1">
            <a:gsLst>
              <a:gs pos="0">
                <a:schemeClr val="accent6">
                  <a:lumMod val="40000"/>
                  <a:lumOff val="60000"/>
                  <a:shade val="30000"/>
                  <a:satMod val="115000"/>
                </a:schemeClr>
              </a:gs>
              <a:gs pos="50000">
                <a:schemeClr val="accent6">
                  <a:lumMod val="40000"/>
                  <a:lumOff val="60000"/>
                  <a:shade val="67500"/>
                  <a:satMod val="115000"/>
                </a:schemeClr>
              </a:gs>
              <a:gs pos="100000">
                <a:schemeClr val="accent6">
                  <a:lumMod val="40000"/>
                  <a:lumOff val="60000"/>
                  <a:shade val="100000"/>
                  <a:satMod val="115000"/>
                </a:schemeClr>
              </a:gs>
            </a:gsLst>
            <a:lin ang="18900000" scaled="1"/>
            <a:tileRect/>
          </a:gradFill>
        </p:spPr>
        <p:style>
          <a:lnRef idx="1">
            <a:schemeClr val="accent6"/>
          </a:lnRef>
          <a:fillRef idx="3">
            <a:schemeClr val="accent6"/>
          </a:fillRef>
          <a:effectRef idx="2">
            <a:schemeClr val="accent6"/>
          </a:effectRef>
          <a:fontRef idx="minor">
            <a:schemeClr val="lt1"/>
          </a:fontRef>
        </p:style>
        <p:txBody>
          <a:bodyPr rtlCol="0" anchor="ctr"/>
          <a:lstStyle/>
          <a:p>
            <a:pPr algn="ctr"/>
            <a:endParaRPr lang="es-ES"/>
          </a:p>
        </p:txBody>
      </p:sp>
      <p:sp>
        <p:nvSpPr>
          <p:cNvPr id="2" name="Título 1">
            <a:extLst>
              <a:ext uri="{FF2B5EF4-FFF2-40B4-BE49-F238E27FC236}">
                <a16:creationId xmlns:a16="http://schemas.microsoft.com/office/drawing/2014/main" id="{EF792AA0-28DD-4759-803E-12B67D7107B4}"/>
              </a:ext>
            </a:extLst>
          </p:cNvPr>
          <p:cNvSpPr>
            <a:spLocks noGrp="1"/>
          </p:cNvSpPr>
          <p:nvPr>
            <p:ph type="title"/>
          </p:nvPr>
        </p:nvSpPr>
        <p:spPr/>
        <p:txBody>
          <a:bodyPr/>
          <a:lstStyle/>
          <a:p>
            <a:r>
              <a:rPr lang="es-ES" dirty="0"/>
              <a:t>¿Qué es?</a:t>
            </a:r>
          </a:p>
        </p:txBody>
      </p:sp>
      <p:cxnSp>
        <p:nvCxnSpPr>
          <p:cNvPr id="11" name="Conector recto 10">
            <a:extLst>
              <a:ext uri="{FF2B5EF4-FFF2-40B4-BE49-F238E27FC236}">
                <a16:creationId xmlns:a16="http://schemas.microsoft.com/office/drawing/2014/main" id="{BFFD3560-D7B3-4CF2-8921-2ECE575A5192}"/>
              </a:ext>
            </a:extLst>
          </p:cNvPr>
          <p:cNvCxnSpPr>
            <a:cxnSpLocks/>
          </p:cNvCxnSpPr>
          <p:nvPr/>
        </p:nvCxnSpPr>
        <p:spPr>
          <a:xfrm>
            <a:off x="951448" y="2193840"/>
            <a:ext cx="0" cy="2609665"/>
          </a:xfrm>
          <a:prstGeom prst="line">
            <a:avLst/>
          </a:prstGeom>
          <a:ln w="28575"/>
        </p:spPr>
        <p:style>
          <a:lnRef idx="1">
            <a:schemeClr val="dk1"/>
          </a:lnRef>
          <a:fillRef idx="0">
            <a:schemeClr val="dk1"/>
          </a:fillRef>
          <a:effectRef idx="0">
            <a:schemeClr val="dk1"/>
          </a:effectRef>
          <a:fontRef idx="minor">
            <a:schemeClr val="tx1"/>
          </a:fontRef>
        </p:style>
      </p:cxnSp>
      <p:grpSp>
        <p:nvGrpSpPr>
          <p:cNvPr id="28" name="Grupo 27">
            <a:extLst>
              <a:ext uri="{FF2B5EF4-FFF2-40B4-BE49-F238E27FC236}">
                <a16:creationId xmlns:a16="http://schemas.microsoft.com/office/drawing/2014/main" id="{E9DFF739-9B62-48FC-B55C-6F1981BD292B}"/>
              </a:ext>
            </a:extLst>
          </p:cNvPr>
          <p:cNvGrpSpPr/>
          <p:nvPr/>
        </p:nvGrpSpPr>
        <p:grpSpPr>
          <a:xfrm>
            <a:off x="684665" y="2187509"/>
            <a:ext cx="217080" cy="1501920"/>
            <a:chOff x="1517631" y="2111550"/>
            <a:chExt cx="217080" cy="1501920"/>
          </a:xfrm>
        </p:grpSpPr>
        <mc:AlternateContent xmlns:mc="http://schemas.openxmlformats.org/markup-compatibility/2006">
          <mc:Choice xmlns:p14="http://schemas.microsoft.com/office/powerpoint/2010/main" Requires="p14">
            <p:contentPart p14:bwMode="auto" r:id="rId3">
              <p14:nvContentPartPr>
                <p14:cNvPr id="16" name="Entrada de lápiz 15">
                  <a:extLst>
                    <a:ext uri="{FF2B5EF4-FFF2-40B4-BE49-F238E27FC236}">
                      <a16:creationId xmlns:a16="http://schemas.microsoft.com/office/drawing/2014/main" id="{27CBA594-A68B-40D9-894D-038EAA148498}"/>
                    </a:ext>
                  </a:extLst>
                </p14:cNvPr>
                <p14:cNvContentPartPr/>
                <p14:nvPr/>
              </p14:nvContentPartPr>
              <p14:xfrm>
                <a:off x="1517631" y="2111550"/>
                <a:ext cx="185400" cy="151920"/>
              </p14:xfrm>
            </p:contentPart>
          </mc:Choice>
          <mc:Fallback>
            <p:pic>
              <p:nvPicPr>
                <p:cNvPr id="16" name="Entrada de lápiz 15">
                  <a:extLst>
                    <a:ext uri="{FF2B5EF4-FFF2-40B4-BE49-F238E27FC236}">
                      <a16:creationId xmlns:a16="http://schemas.microsoft.com/office/drawing/2014/main" id="{27CBA594-A68B-40D9-894D-038EAA148498}"/>
                    </a:ext>
                  </a:extLst>
                </p:cNvPr>
                <p:cNvPicPr/>
                <p:nvPr/>
              </p:nvPicPr>
              <p:blipFill>
                <a:blip r:embed="rId4"/>
                <a:stretch>
                  <a:fillRect/>
                </a:stretch>
              </p:blipFill>
              <p:spPr>
                <a:xfrm>
                  <a:off x="1508631" y="2102910"/>
                  <a:ext cx="20304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7" name="Entrada de lápiz 16">
                  <a:extLst>
                    <a:ext uri="{FF2B5EF4-FFF2-40B4-BE49-F238E27FC236}">
                      <a16:creationId xmlns:a16="http://schemas.microsoft.com/office/drawing/2014/main" id="{CF1DFA88-410F-43B6-B694-CE6A298DE989}"/>
                    </a:ext>
                  </a:extLst>
                </p14:cNvPr>
                <p14:cNvContentPartPr/>
                <p14:nvPr/>
              </p14:nvContentPartPr>
              <p14:xfrm>
                <a:off x="1553271" y="2293710"/>
                <a:ext cx="171720" cy="121320"/>
              </p14:xfrm>
            </p:contentPart>
          </mc:Choice>
          <mc:Fallback>
            <p:pic>
              <p:nvPicPr>
                <p:cNvPr id="17" name="Entrada de lápiz 16">
                  <a:extLst>
                    <a:ext uri="{FF2B5EF4-FFF2-40B4-BE49-F238E27FC236}">
                      <a16:creationId xmlns:a16="http://schemas.microsoft.com/office/drawing/2014/main" id="{CF1DFA88-410F-43B6-B694-CE6A298DE989}"/>
                    </a:ext>
                  </a:extLst>
                </p:cNvPr>
                <p:cNvPicPr/>
                <p:nvPr/>
              </p:nvPicPr>
              <p:blipFill>
                <a:blip r:embed="rId6"/>
                <a:stretch>
                  <a:fillRect/>
                </a:stretch>
              </p:blipFill>
              <p:spPr>
                <a:xfrm>
                  <a:off x="1544271" y="2284710"/>
                  <a:ext cx="18936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9" name="Entrada de lápiz 18">
                  <a:extLst>
                    <a:ext uri="{FF2B5EF4-FFF2-40B4-BE49-F238E27FC236}">
                      <a16:creationId xmlns:a16="http://schemas.microsoft.com/office/drawing/2014/main" id="{CA7477B6-E2A0-4F6F-8D77-668362489C49}"/>
                    </a:ext>
                  </a:extLst>
                </p14:cNvPr>
                <p14:cNvContentPartPr/>
                <p14:nvPr/>
              </p14:nvContentPartPr>
              <p14:xfrm>
                <a:off x="1570911" y="2449950"/>
                <a:ext cx="150840" cy="88920"/>
              </p14:xfrm>
            </p:contentPart>
          </mc:Choice>
          <mc:Fallback>
            <p:pic>
              <p:nvPicPr>
                <p:cNvPr id="19" name="Entrada de lápiz 18">
                  <a:extLst>
                    <a:ext uri="{FF2B5EF4-FFF2-40B4-BE49-F238E27FC236}">
                      <a16:creationId xmlns:a16="http://schemas.microsoft.com/office/drawing/2014/main" id="{CA7477B6-E2A0-4F6F-8D77-668362489C49}"/>
                    </a:ext>
                  </a:extLst>
                </p:cNvPr>
                <p:cNvPicPr/>
                <p:nvPr/>
              </p:nvPicPr>
              <p:blipFill>
                <a:blip r:embed="rId8"/>
                <a:stretch>
                  <a:fillRect/>
                </a:stretch>
              </p:blipFill>
              <p:spPr>
                <a:xfrm>
                  <a:off x="1562271" y="2441310"/>
                  <a:ext cx="16848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0" name="Entrada de lápiz 19">
                  <a:extLst>
                    <a:ext uri="{FF2B5EF4-FFF2-40B4-BE49-F238E27FC236}">
                      <a16:creationId xmlns:a16="http://schemas.microsoft.com/office/drawing/2014/main" id="{079EEB7C-0112-43D4-A753-CB42955EF9BE}"/>
                    </a:ext>
                  </a:extLst>
                </p14:cNvPr>
                <p14:cNvContentPartPr/>
                <p14:nvPr/>
              </p14:nvContentPartPr>
              <p14:xfrm>
                <a:off x="1553271" y="2605110"/>
                <a:ext cx="181440" cy="173880"/>
              </p14:xfrm>
            </p:contentPart>
          </mc:Choice>
          <mc:Fallback>
            <p:pic>
              <p:nvPicPr>
                <p:cNvPr id="20" name="Entrada de lápiz 19">
                  <a:extLst>
                    <a:ext uri="{FF2B5EF4-FFF2-40B4-BE49-F238E27FC236}">
                      <a16:creationId xmlns:a16="http://schemas.microsoft.com/office/drawing/2014/main" id="{079EEB7C-0112-43D4-A753-CB42955EF9BE}"/>
                    </a:ext>
                  </a:extLst>
                </p:cNvPr>
                <p:cNvPicPr/>
                <p:nvPr/>
              </p:nvPicPr>
              <p:blipFill>
                <a:blip r:embed="rId10"/>
                <a:stretch>
                  <a:fillRect/>
                </a:stretch>
              </p:blipFill>
              <p:spPr>
                <a:xfrm>
                  <a:off x="1544271" y="2596110"/>
                  <a:ext cx="19908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2" name="Entrada de lápiz 21">
                  <a:extLst>
                    <a:ext uri="{FF2B5EF4-FFF2-40B4-BE49-F238E27FC236}">
                      <a16:creationId xmlns:a16="http://schemas.microsoft.com/office/drawing/2014/main" id="{B5200948-0045-4EB1-8CA5-42C32BDD0199}"/>
                    </a:ext>
                  </a:extLst>
                </p14:cNvPr>
                <p14:cNvContentPartPr/>
                <p14:nvPr/>
              </p14:nvContentPartPr>
              <p14:xfrm>
                <a:off x="1553271" y="2808150"/>
                <a:ext cx="177480" cy="138960"/>
              </p14:xfrm>
            </p:contentPart>
          </mc:Choice>
          <mc:Fallback>
            <p:pic>
              <p:nvPicPr>
                <p:cNvPr id="22" name="Entrada de lápiz 21">
                  <a:extLst>
                    <a:ext uri="{FF2B5EF4-FFF2-40B4-BE49-F238E27FC236}">
                      <a16:creationId xmlns:a16="http://schemas.microsoft.com/office/drawing/2014/main" id="{B5200948-0045-4EB1-8CA5-42C32BDD0199}"/>
                    </a:ext>
                  </a:extLst>
                </p:cNvPr>
                <p:cNvPicPr/>
                <p:nvPr/>
              </p:nvPicPr>
              <p:blipFill>
                <a:blip r:embed="rId12"/>
                <a:stretch>
                  <a:fillRect/>
                </a:stretch>
              </p:blipFill>
              <p:spPr>
                <a:xfrm>
                  <a:off x="1544271" y="2799510"/>
                  <a:ext cx="19512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4" name="Entrada de lápiz 23">
                  <a:extLst>
                    <a:ext uri="{FF2B5EF4-FFF2-40B4-BE49-F238E27FC236}">
                      <a16:creationId xmlns:a16="http://schemas.microsoft.com/office/drawing/2014/main" id="{8E0A541F-4D1E-49E0-83B8-E20AD3A5142B}"/>
                    </a:ext>
                  </a:extLst>
                </p14:cNvPr>
                <p14:cNvContentPartPr/>
                <p14:nvPr/>
              </p14:nvContentPartPr>
              <p14:xfrm>
                <a:off x="1579911" y="2949990"/>
                <a:ext cx="136080" cy="148320"/>
              </p14:xfrm>
            </p:contentPart>
          </mc:Choice>
          <mc:Fallback>
            <p:pic>
              <p:nvPicPr>
                <p:cNvPr id="24" name="Entrada de lápiz 23">
                  <a:extLst>
                    <a:ext uri="{FF2B5EF4-FFF2-40B4-BE49-F238E27FC236}">
                      <a16:creationId xmlns:a16="http://schemas.microsoft.com/office/drawing/2014/main" id="{8E0A541F-4D1E-49E0-83B8-E20AD3A5142B}"/>
                    </a:ext>
                  </a:extLst>
                </p:cNvPr>
                <p:cNvPicPr/>
                <p:nvPr/>
              </p:nvPicPr>
              <p:blipFill>
                <a:blip r:embed="rId14"/>
                <a:stretch>
                  <a:fillRect/>
                </a:stretch>
              </p:blipFill>
              <p:spPr>
                <a:xfrm>
                  <a:off x="1571271" y="2941350"/>
                  <a:ext cx="15372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5" name="Entrada de lápiz 24">
                  <a:extLst>
                    <a:ext uri="{FF2B5EF4-FFF2-40B4-BE49-F238E27FC236}">
                      <a16:creationId xmlns:a16="http://schemas.microsoft.com/office/drawing/2014/main" id="{49ABEF25-ACF8-4C30-B5F3-A0C9490C910E}"/>
                    </a:ext>
                  </a:extLst>
                </p14:cNvPr>
                <p14:cNvContentPartPr/>
                <p14:nvPr/>
              </p14:nvContentPartPr>
              <p14:xfrm>
                <a:off x="1535271" y="3081390"/>
                <a:ext cx="151560" cy="167760"/>
              </p14:xfrm>
            </p:contentPart>
          </mc:Choice>
          <mc:Fallback>
            <p:pic>
              <p:nvPicPr>
                <p:cNvPr id="25" name="Entrada de lápiz 24">
                  <a:extLst>
                    <a:ext uri="{FF2B5EF4-FFF2-40B4-BE49-F238E27FC236}">
                      <a16:creationId xmlns:a16="http://schemas.microsoft.com/office/drawing/2014/main" id="{49ABEF25-ACF8-4C30-B5F3-A0C9490C910E}"/>
                    </a:ext>
                  </a:extLst>
                </p:cNvPr>
                <p:cNvPicPr/>
                <p:nvPr/>
              </p:nvPicPr>
              <p:blipFill>
                <a:blip r:embed="rId16"/>
                <a:stretch>
                  <a:fillRect/>
                </a:stretch>
              </p:blipFill>
              <p:spPr>
                <a:xfrm>
                  <a:off x="1526631" y="3072750"/>
                  <a:ext cx="16920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6" name="Entrada de lápiz 25">
                  <a:extLst>
                    <a:ext uri="{FF2B5EF4-FFF2-40B4-BE49-F238E27FC236}">
                      <a16:creationId xmlns:a16="http://schemas.microsoft.com/office/drawing/2014/main" id="{84753382-7D95-46E3-8BE7-FEB325B3874B}"/>
                    </a:ext>
                  </a:extLst>
                </p14:cNvPr>
                <p14:cNvContentPartPr/>
                <p14:nvPr/>
              </p14:nvContentPartPr>
              <p14:xfrm>
                <a:off x="1588551" y="3305310"/>
                <a:ext cx="127440" cy="148320"/>
              </p14:xfrm>
            </p:contentPart>
          </mc:Choice>
          <mc:Fallback>
            <p:pic>
              <p:nvPicPr>
                <p:cNvPr id="26" name="Entrada de lápiz 25">
                  <a:extLst>
                    <a:ext uri="{FF2B5EF4-FFF2-40B4-BE49-F238E27FC236}">
                      <a16:creationId xmlns:a16="http://schemas.microsoft.com/office/drawing/2014/main" id="{84753382-7D95-46E3-8BE7-FEB325B3874B}"/>
                    </a:ext>
                  </a:extLst>
                </p:cNvPr>
                <p:cNvPicPr/>
                <p:nvPr/>
              </p:nvPicPr>
              <p:blipFill>
                <a:blip r:embed="rId18"/>
                <a:stretch>
                  <a:fillRect/>
                </a:stretch>
              </p:blipFill>
              <p:spPr>
                <a:xfrm>
                  <a:off x="1579911" y="3296310"/>
                  <a:ext cx="14508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7" name="Entrada de lápiz 26">
                  <a:extLst>
                    <a:ext uri="{FF2B5EF4-FFF2-40B4-BE49-F238E27FC236}">
                      <a16:creationId xmlns:a16="http://schemas.microsoft.com/office/drawing/2014/main" id="{475227AC-3452-4C18-BC48-B86C9D0C70DC}"/>
                    </a:ext>
                  </a:extLst>
                </p14:cNvPr>
                <p14:cNvContentPartPr/>
                <p14:nvPr/>
              </p14:nvContentPartPr>
              <p14:xfrm>
                <a:off x="1579911" y="3502590"/>
                <a:ext cx="135360" cy="110880"/>
              </p14:xfrm>
            </p:contentPart>
          </mc:Choice>
          <mc:Fallback>
            <p:pic>
              <p:nvPicPr>
                <p:cNvPr id="27" name="Entrada de lápiz 26">
                  <a:extLst>
                    <a:ext uri="{FF2B5EF4-FFF2-40B4-BE49-F238E27FC236}">
                      <a16:creationId xmlns:a16="http://schemas.microsoft.com/office/drawing/2014/main" id="{475227AC-3452-4C18-BC48-B86C9D0C70DC}"/>
                    </a:ext>
                  </a:extLst>
                </p:cNvPr>
                <p:cNvPicPr/>
                <p:nvPr/>
              </p:nvPicPr>
              <p:blipFill>
                <a:blip r:embed="rId20"/>
                <a:stretch>
                  <a:fillRect/>
                </a:stretch>
              </p:blipFill>
              <p:spPr>
                <a:xfrm>
                  <a:off x="1571271" y="3493590"/>
                  <a:ext cx="153000" cy="128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1">
            <p14:nvContentPartPr>
              <p14:cNvPr id="29" name="Entrada de lápiz 28">
                <a:extLst>
                  <a:ext uri="{FF2B5EF4-FFF2-40B4-BE49-F238E27FC236}">
                    <a16:creationId xmlns:a16="http://schemas.microsoft.com/office/drawing/2014/main" id="{B7607723-1E23-4393-A4D7-EC6775B2A218}"/>
                  </a:ext>
                </a:extLst>
              </p14:cNvPr>
              <p14:cNvContentPartPr/>
              <p14:nvPr/>
            </p14:nvContentPartPr>
            <p14:xfrm>
              <a:off x="711305" y="3777629"/>
              <a:ext cx="140760" cy="124920"/>
            </p14:xfrm>
          </p:contentPart>
        </mc:Choice>
        <mc:Fallback>
          <p:pic>
            <p:nvPicPr>
              <p:cNvPr id="29" name="Entrada de lápiz 28">
                <a:extLst>
                  <a:ext uri="{FF2B5EF4-FFF2-40B4-BE49-F238E27FC236}">
                    <a16:creationId xmlns:a16="http://schemas.microsoft.com/office/drawing/2014/main" id="{B7607723-1E23-4393-A4D7-EC6775B2A218}"/>
                  </a:ext>
                </a:extLst>
              </p:cNvPr>
              <p:cNvPicPr/>
              <p:nvPr/>
            </p:nvPicPr>
            <p:blipFill>
              <a:blip r:embed="rId22"/>
              <a:stretch>
                <a:fillRect/>
              </a:stretch>
            </p:blipFill>
            <p:spPr>
              <a:xfrm>
                <a:off x="702665" y="3768629"/>
                <a:ext cx="15840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31" name="Entrada de lápiz 30">
                <a:extLst>
                  <a:ext uri="{FF2B5EF4-FFF2-40B4-BE49-F238E27FC236}">
                    <a16:creationId xmlns:a16="http://schemas.microsoft.com/office/drawing/2014/main" id="{021EC5E1-E9B6-458D-9BE8-7D7D078B20B1}"/>
                  </a:ext>
                </a:extLst>
              </p14:cNvPr>
              <p14:cNvContentPartPr/>
              <p14:nvPr/>
            </p14:nvContentPartPr>
            <p14:xfrm>
              <a:off x="746945" y="4258589"/>
              <a:ext cx="168120" cy="105480"/>
            </p14:xfrm>
          </p:contentPart>
        </mc:Choice>
        <mc:Fallback>
          <p:pic>
            <p:nvPicPr>
              <p:cNvPr id="31" name="Entrada de lápiz 30">
                <a:extLst>
                  <a:ext uri="{FF2B5EF4-FFF2-40B4-BE49-F238E27FC236}">
                    <a16:creationId xmlns:a16="http://schemas.microsoft.com/office/drawing/2014/main" id="{021EC5E1-E9B6-458D-9BE8-7D7D078B20B1}"/>
                  </a:ext>
                </a:extLst>
              </p:cNvPr>
              <p:cNvPicPr/>
              <p:nvPr/>
            </p:nvPicPr>
            <p:blipFill>
              <a:blip r:embed="rId24"/>
              <a:stretch>
                <a:fillRect/>
              </a:stretch>
            </p:blipFill>
            <p:spPr>
              <a:xfrm>
                <a:off x="738305" y="4249589"/>
                <a:ext cx="18576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32" name="Entrada de lápiz 31">
                <a:extLst>
                  <a:ext uri="{FF2B5EF4-FFF2-40B4-BE49-F238E27FC236}">
                    <a16:creationId xmlns:a16="http://schemas.microsoft.com/office/drawing/2014/main" id="{33B9DB6C-CB4D-449A-BD43-469F7DB77904}"/>
                  </a:ext>
                </a:extLst>
              </p14:cNvPr>
              <p14:cNvContentPartPr/>
              <p14:nvPr/>
            </p14:nvContentPartPr>
            <p14:xfrm>
              <a:off x="773585" y="4478549"/>
              <a:ext cx="114120" cy="54000"/>
            </p14:xfrm>
          </p:contentPart>
        </mc:Choice>
        <mc:Fallback>
          <p:pic>
            <p:nvPicPr>
              <p:cNvPr id="32" name="Entrada de lápiz 31">
                <a:extLst>
                  <a:ext uri="{FF2B5EF4-FFF2-40B4-BE49-F238E27FC236}">
                    <a16:creationId xmlns:a16="http://schemas.microsoft.com/office/drawing/2014/main" id="{33B9DB6C-CB4D-449A-BD43-469F7DB77904}"/>
                  </a:ext>
                </a:extLst>
              </p:cNvPr>
              <p:cNvPicPr/>
              <p:nvPr/>
            </p:nvPicPr>
            <p:blipFill>
              <a:blip r:embed="rId26"/>
              <a:stretch>
                <a:fillRect/>
              </a:stretch>
            </p:blipFill>
            <p:spPr>
              <a:xfrm>
                <a:off x="764585" y="4469549"/>
                <a:ext cx="13176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33" name="Entrada de lápiz 32">
                <a:extLst>
                  <a:ext uri="{FF2B5EF4-FFF2-40B4-BE49-F238E27FC236}">
                    <a16:creationId xmlns:a16="http://schemas.microsoft.com/office/drawing/2014/main" id="{BB0D0019-9BCC-40F9-9C47-BF2EC5E8FDCB}"/>
                  </a:ext>
                </a:extLst>
              </p14:cNvPr>
              <p14:cNvContentPartPr/>
              <p14:nvPr/>
            </p14:nvContentPartPr>
            <p14:xfrm>
              <a:off x="755585" y="4620749"/>
              <a:ext cx="109440" cy="80280"/>
            </p14:xfrm>
          </p:contentPart>
        </mc:Choice>
        <mc:Fallback>
          <p:pic>
            <p:nvPicPr>
              <p:cNvPr id="33" name="Entrada de lápiz 32">
                <a:extLst>
                  <a:ext uri="{FF2B5EF4-FFF2-40B4-BE49-F238E27FC236}">
                    <a16:creationId xmlns:a16="http://schemas.microsoft.com/office/drawing/2014/main" id="{BB0D0019-9BCC-40F9-9C47-BF2EC5E8FDCB}"/>
                  </a:ext>
                </a:extLst>
              </p:cNvPr>
              <p:cNvPicPr/>
              <p:nvPr/>
            </p:nvPicPr>
            <p:blipFill>
              <a:blip r:embed="rId28"/>
              <a:stretch>
                <a:fillRect/>
              </a:stretch>
            </p:blipFill>
            <p:spPr>
              <a:xfrm>
                <a:off x="746945" y="4612109"/>
                <a:ext cx="127080" cy="979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35" name="Entrada de lápiz 34">
                <a:extLst>
                  <a:ext uri="{FF2B5EF4-FFF2-40B4-BE49-F238E27FC236}">
                    <a16:creationId xmlns:a16="http://schemas.microsoft.com/office/drawing/2014/main" id="{5C9D9D57-3870-48C0-935E-924C47BE7E97}"/>
                  </a:ext>
                </a:extLst>
              </p14:cNvPr>
              <p14:cNvContentPartPr/>
              <p14:nvPr/>
            </p14:nvContentPartPr>
            <p14:xfrm>
              <a:off x="709145" y="3966989"/>
              <a:ext cx="189000" cy="108360"/>
            </p14:xfrm>
          </p:contentPart>
        </mc:Choice>
        <mc:Fallback>
          <p:pic>
            <p:nvPicPr>
              <p:cNvPr id="35" name="Entrada de lápiz 34">
                <a:extLst>
                  <a:ext uri="{FF2B5EF4-FFF2-40B4-BE49-F238E27FC236}">
                    <a16:creationId xmlns:a16="http://schemas.microsoft.com/office/drawing/2014/main" id="{5C9D9D57-3870-48C0-935E-924C47BE7E97}"/>
                  </a:ext>
                </a:extLst>
              </p:cNvPr>
              <p:cNvPicPr/>
              <p:nvPr/>
            </p:nvPicPr>
            <p:blipFill>
              <a:blip r:embed="rId30"/>
              <a:stretch>
                <a:fillRect/>
              </a:stretch>
            </p:blipFill>
            <p:spPr>
              <a:xfrm>
                <a:off x="700505" y="3958349"/>
                <a:ext cx="206640" cy="126000"/>
              </a:xfrm>
              <a:prstGeom prst="rect">
                <a:avLst/>
              </a:prstGeom>
            </p:spPr>
          </p:pic>
        </mc:Fallback>
      </mc:AlternateContent>
      <p:sp>
        <p:nvSpPr>
          <p:cNvPr id="39" name="Rectángulo 38">
            <a:extLst>
              <a:ext uri="{FF2B5EF4-FFF2-40B4-BE49-F238E27FC236}">
                <a16:creationId xmlns:a16="http://schemas.microsoft.com/office/drawing/2014/main" id="{8679A3FC-0579-4785-B791-FB35EB0781E5}"/>
              </a:ext>
            </a:extLst>
          </p:cNvPr>
          <p:cNvSpPr/>
          <p:nvPr/>
        </p:nvSpPr>
        <p:spPr>
          <a:xfrm>
            <a:off x="4186579" y="2625597"/>
            <a:ext cx="1782000"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41" name="Rectángulo 40">
            <a:extLst>
              <a:ext uri="{FF2B5EF4-FFF2-40B4-BE49-F238E27FC236}">
                <a16:creationId xmlns:a16="http://schemas.microsoft.com/office/drawing/2014/main" id="{C3817494-0CA9-4DF9-80B4-AD043A9342A3}"/>
              </a:ext>
            </a:extLst>
          </p:cNvPr>
          <p:cNvSpPr/>
          <p:nvPr/>
        </p:nvSpPr>
        <p:spPr>
          <a:xfrm rot="10800000">
            <a:off x="4186579" y="4302472"/>
            <a:ext cx="1782000"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cxnSp>
        <p:nvCxnSpPr>
          <p:cNvPr id="45" name="Conector recto 44">
            <a:extLst>
              <a:ext uri="{FF2B5EF4-FFF2-40B4-BE49-F238E27FC236}">
                <a16:creationId xmlns:a16="http://schemas.microsoft.com/office/drawing/2014/main" id="{E5E161D0-4CD1-45B5-B81A-31672DBC996C}"/>
              </a:ext>
            </a:extLst>
          </p:cNvPr>
          <p:cNvCxnSpPr>
            <a:cxnSpLocks/>
          </p:cNvCxnSpPr>
          <p:nvPr/>
        </p:nvCxnSpPr>
        <p:spPr>
          <a:xfrm>
            <a:off x="4169610" y="2194577"/>
            <a:ext cx="0" cy="2609665"/>
          </a:xfrm>
          <a:prstGeom prst="line">
            <a:avLst/>
          </a:prstGeom>
          <a:ln w="28575"/>
        </p:spPr>
        <p:style>
          <a:lnRef idx="1">
            <a:schemeClr val="dk1"/>
          </a:lnRef>
          <a:fillRef idx="0">
            <a:schemeClr val="dk1"/>
          </a:fillRef>
          <a:effectRef idx="0">
            <a:schemeClr val="dk1"/>
          </a:effectRef>
          <a:fontRef idx="minor">
            <a:schemeClr val="tx1"/>
          </a:fontRef>
        </p:style>
      </p:cxnSp>
      <p:grpSp>
        <p:nvGrpSpPr>
          <p:cNvPr id="46" name="Grupo 45">
            <a:extLst>
              <a:ext uri="{FF2B5EF4-FFF2-40B4-BE49-F238E27FC236}">
                <a16:creationId xmlns:a16="http://schemas.microsoft.com/office/drawing/2014/main" id="{E2984A60-87D9-4AA8-801A-26123A8414B3}"/>
              </a:ext>
            </a:extLst>
          </p:cNvPr>
          <p:cNvGrpSpPr/>
          <p:nvPr/>
        </p:nvGrpSpPr>
        <p:grpSpPr>
          <a:xfrm>
            <a:off x="3902827" y="2188246"/>
            <a:ext cx="217080" cy="1501920"/>
            <a:chOff x="1517631" y="2111550"/>
            <a:chExt cx="217080" cy="1501920"/>
          </a:xfrm>
        </p:grpSpPr>
        <mc:AlternateContent xmlns:mc="http://schemas.openxmlformats.org/markup-compatibility/2006">
          <mc:Choice xmlns:p14="http://schemas.microsoft.com/office/powerpoint/2010/main" Requires="p14">
            <p:contentPart p14:bwMode="auto" r:id="rId31">
              <p14:nvContentPartPr>
                <p14:cNvPr id="47" name="Entrada de lápiz 46">
                  <a:extLst>
                    <a:ext uri="{FF2B5EF4-FFF2-40B4-BE49-F238E27FC236}">
                      <a16:creationId xmlns:a16="http://schemas.microsoft.com/office/drawing/2014/main" id="{335C2224-019D-4C84-B3AD-9708A45B27C0}"/>
                    </a:ext>
                  </a:extLst>
                </p14:cNvPr>
                <p14:cNvContentPartPr/>
                <p14:nvPr/>
              </p14:nvContentPartPr>
              <p14:xfrm>
                <a:off x="1517631" y="2111550"/>
                <a:ext cx="185400" cy="151920"/>
              </p14:xfrm>
            </p:contentPart>
          </mc:Choice>
          <mc:Fallback>
            <p:pic>
              <p:nvPicPr>
                <p:cNvPr id="47" name="Entrada de lápiz 46">
                  <a:extLst>
                    <a:ext uri="{FF2B5EF4-FFF2-40B4-BE49-F238E27FC236}">
                      <a16:creationId xmlns:a16="http://schemas.microsoft.com/office/drawing/2014/main" id="{335C2224-019D-4C84-B3AD-9708A45B27C0}"/>
                    </a:ext>
                  </a:extLst>
                </p:cNvPr>
                <p:cNvPicPr/>
                <p:nvPr/>
              </p:nvPicPr>
              <p:blipFill>
                <a:blip r:embed="rId4"/>
                <a:stretch>
                  <a:fillRect/>
                </a:stretch>
              </p:blipFill>
              <p:spPr>
                <a:xfrm>
                  <a:off x="1508631" y="2102910"/>
                  <a:ext cx="20304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48" name="Entrada de lápiz 47">
                  <a:extLst>
                    <a:ext uri="{FF2B5EF4-FFF2-40B4-BE49-F238E27FC236}">
                      <a16:creationId xmlns:a16="http://schemas.microsoft.com/office/drawing/2014/main" id="{F80595AA-766F-41F0-B94B-60C287127066}"/>
                    </a:ext>
                  </a:extLst>
                </p14:cNvPr>
                <p14:cNvContentPartPr/>
                <p14:nvPr/>
              </p14:nvContentPartPr>
              <p14:xfrm>
                <a:off x="1553271" y="2293710"/>
                <a:ext cx="171720" cy="121320"/>
              </p14:xfrm>
            </p:contentPart>
          </mc:Choice>
          <mc:Fallback>
            <p:pic>
              <p:nvPicPr>
                <p:cNvPr id="48" name="Entrada de lápiz 47">
                  <a:extLst>
                    <a:ext uri="{FF2B5EF4-FFF2-40B4-BE49-F238E27FC236}">
                      <a16:creationId xmlns:a16="http://schemas.microsoft.com/office/drawing/2014/main" id="{F80595AA-766F-41F0-B94B-60C287127066}"/>
                    </a:ext>
                  </a:extLst>
                </p:cNvPr>
                <p:cNvPicPr/>
                <p:nvPr/>
              </p:nvPicPr>
              <p:blipFill>
                <a:blip r:embed="rId6"/>
                <a:stretch>
                  <a:fillRect/>
                </a:stretch>
              </p:blipFill>
              <p:spPr>
                <a:xfrm>
                  <a:off x="1544271" y="2284710"/>
                  <a:ext cx="18936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49" name="Entrada de lápiz 48">
                  <a:extLst>
                    <a:ext uri="{FF2B5EF4-FFF2-40B4-BE49-F238E27FC236}">
                      <a16:creationId xmlns:a16="http://schemas.microsoft.com/office/drawing/2014/main" id="{60350FCC-14A4-4164-A757-F766397E5365}"/>
                    </a:ext>
                  </a:extLst>
                </p14:cNvPr>
                <p14:cNvContentPartPr/>
                <p14:nvPr/>
              </p14:nvContentPartPr>
              <p14:xfrm>
                <a:off x="1570911" y="2449950"/>
                <a:ext cx="150840" cy="88920"/>
              </p14:xfrm>
            </p:contentPart>
          </mc:Choice>
          <mc:Fallback>
            <p:pic>
              <p:nvPicPr>
                <p:cNvPr id="49" name="Entrada de lápiz 48">
                  <a:extLst>
                    <a:ext uri="{FF2B5EF4-FFF2-40B4-BE49-F238E27FC236}">
                      <a16:creationId xmlns:a16="http://schemas.microsoft.com/office/drawing/2014/main" id="{60350FCC-14A4-4164-A757-F766397E5365}"/>
                    </a:ext>
                  </a:extLst>
                </p:cNvPr>
                <p:cNvPicPr/>
                <p:nvPr/>
              </p:nvPicPr>
              <p:blipFill>
                <a:blip r:embed="rId8"/>
                <a:stretch>
                  <a:fillRect/>
                </a:stretch>
              </p:blipFill>
              <p:spPr>
                <a:xfrm>
                  <a:off x="1562271" y="2441310"/>
                  <a:ext cx="16848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50" name="Entrada de lápiz 49">
                  <a:extLst>
                    <a:ext uri="{FF2B5EF4-FFF2-40B4-BE49-F238E27FC236}">
                      <a16:creationId xmlns:a16="http://schemas.microsoft.com/office/drawing/2014/main" id="{B704913F-EE6F-46D7-9A95-A17CEC47E1DF}"/>
                    </a:ext>
                  </a:extLst>
                </p14:cNvPr>
                <p14:cNvContentPartPr/>
                <p14:nvPr/>
              </p14:nvContentPartPr>
              <p14:xfrm>
                <a:off x="1553271" y="2605110"/>
                <a:ext cx="181440" cy="173880"/>
              </p14:xfrm>
            </p:contentPart>
          </mc:Choice>
          <mc:Fallback>
            <p:pic>
              <p:nvPicPr>
                <p:cNvPr id="50" name="Entrada de lápiz 49">
                  <a:extLst>
                    <a:ext uri="{FF2B5EF4-FFF2-40B4-BE49-F238E27FC236}">
                      <a16:creationId xmlns:a16="http://schemas.microsoft.com/office/drawing/2014/main" id="{B704913F-EE6F-46D7-9A95-A17CEC47E1DF}"/>
                    </a:ext>
                  </a:extLst>
                </p:cNvPr>
                <p:cNvPicPr/>
                <p:nvPr/>
              </p:nvPicPr>
              <p:blipFill>
                <a:blip r:embed="rId10"/>
                <a:stretch>
                  <a:fillRect/>
                </a:stretch>
              </p:blipFill>
              <p:spPr>
                <a:xfrm>
                  <a:off x="1544271" y="2596110"/>
                  <a:ext cx="19908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51" name="Entrada de lápiz 50">
                  <a:extLst>
                    <a:ext uri="{FF2B5EF4-FFF2-40B4-BE49-F238E27FC236}">
                      <a16:creationId xmlns:a16="http://schemas.microsoft.com/office/drawing/2014/main" id="{8C9BE083-8983-4D22-816B-4DD9C8FAB792}"/>
                    </a:ext>
                  </a:extLst>
                </p14:cNvPr>
                <p14:cNvContentPartPr/>
                <p14:nvPr/>
              </p14:nvContentPartPr>
              <p14:xfrm>
                <a:off x="1553271" y="2808150"/>
                <a:ext cx="177480" cy="138960"/>
              </p14:xfrm>
            </p:contentPart>
          </mc:Choice>
          <mc:Fallback>
            <p:pic>
              <p:nvPicPr>
                <p:cNvPr id="51" name="Entrada de lápiz 50">
                  <a:extLst>
                    <a:ext uri="{FF2B5EF4-FFF2-40B4-BE49-F238E27FC236}">
                      <a16:creationId xmlns:a16="http://schemas.microsoft.com/office/drawing/2014/main" id="{8C9BE083-8983-4D22-816B-4DD9C8FAB792}"/>
                    </a:ext>
                  </a:extLst>
                </p:cNvPr>
                <p:cNvPicPr/>
                <p:nvPr/>
              </p:nvPicPr>
              <p:blipFill>
                <a:blip r:embed="rId12"/>
                <a:stretch>
                  <a:fillRect/>
                </a:stretch>
              </p:blipFill>
              <p:spPr>
                <a:xfrm>
                  <a:off x="1544271" y="2799510"/>
                  <a:ext cx="19512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52" name="Entrada de lápiz 51">
                  <a:extLst>
                    <a:ext uri="{FF2B5EF4-FFF2-40B4-BE49-F238E27FC236}">
                      <a16:creationId xmlns:a16="http://schemas.microsoft.com/office/drawing/2014/main" id="{A97B96BE-8896-4A16-9CEE-2ECEED4A4D27}"/>
                    </a:ext>
                  </a:extLst>
                </p14:cNvPr>
                <p14:cNvContentPartPr/>
                <p14:nvPr/>
              </p14:nvContentPartPr>
              <p14:xfrm>
                <a:off x="1579911" y="2949990"/>
                <a:ext cx="136080" cy="148320"/>
              </p14:xfrm>
            </p:contentPart>
          </mc:Choice>
          <mc:Fallback>
            <p:pic>
              <p:nvPicPr>
                <p:cNvPr id="52" name="Entrada de lápiz 51">
                  <a:extLst>
                    <a:ext uri="{FF2B5EF4-FFF2-40B4-BE49-F238E27FC236}">
                      <a16:creationId xmlns:a16="http://schemas.microsoft.com/office/drawing/2014/main" id="{A97B96BE-8896-4A16-9CEE-2ECEED4A4D27}"/>
                    </a:ext>
                  </a:extLst>
                </p:cNvPr>
                <p:cNvPicPr/>
                <p:nvPr/>
              </p:nvPicPr>
              <p:blipFill>
                <a:blip r:embed="rId14"/>
                <a:stretch>
                  <a:fillRect/>
                </a:stretch>
              </p:blipFill>
              <p:spPr>
                <a:xfrm>
                  <a:off x="1571271" y="2941350"/>
                  <a:ext cx="15372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53" name="Entrada de lápiz 52">
                  <a:extLst>
                    <a:ext uri="{FF2B5EF4-FFF2-40B4-BE49-F238E27FC236}">
                      <a16:creationId xmlns:a16="http://schemas.microsoft.com/office/drawing/2014/main" id="{8D6F24BC-6D63-4C6D-8372-BE639EA9EA52}"/>
                    </a:ext>
                  </a:extLst>
                </p14:cNvPr>
                <p14:cNvContentPartPr/>
                <p14:nvPr/>
              </p14:nvContentPartPr>
              <p14:xfrm>
                <a:off x="1535271" y="3081390"/>
                <a:ext cx="151560" cy="167760"/>
              </p14:xfrm>
            </p:contentPart>
          </mc:Choice>
          <mc:Fallback>
            <p:pic>
              <p:nvPicPr>
                <p:cNvPr id="53" name="Entrada de lápiz 52">
                  <a:extLst>
                    <a:ext uri="{FF2B5EF4-FFF2-40B4-BE49-F238E27FC236}">
                      <a16:creationId xmlns:a16="http://schemas.microsoft.com/office/drawing/2014/main" id="{8D6F24BC-6D63-4C6D-8372-BE639EA9EA52}"/>
                    </a:ext>
                  </a:extLst>
                </p:cNvPr>
                <p:cNvPicPr/>
                <p:nvPr/>
              </p:nvPicPr>
              <p:blipFill>
                <a:blip r:embed="rId16"/>
                <a:stretch>
                  <a:fillRect/>
                </a:stretch>
              </p:blipFill>
              <p:spPr>
                <a:xfrm>
                  <a:off x="1526631" y="3072750"/>
                  <a:ext cx="16920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54" name="Entrada de lápiz 53">
                  <a:extLst>
                    <a:ext uri="{FF2B5EF4-FFF2-40B4-BE49-F238E27FC236}">
                      <a16:creationId xmlns:a16="http://schemas.microsoft.com/office/drawing/2014/main" id="{2CA3D5E2-89BE-42CF-B5A6-73D3E2A40232}"/>
                    </a:ext>
                  </a:extLst>
                </p14:cNvPr>
                <p14:cNvContentPartPr/>
                <p14:nvPr/>
              </p14:nvContentPartPr>
              <p14:xfrm>
                <a:off x="1588551" y="3305310"/>
                <a:ext cx="127440" cy="148320"/>
              </p14:xfrm>
            </p:contentPart>
          </mc:Choice>
          <mc:Fallback>
            <p:pic>
              <p:nvPicPr>
                <p:cNvPr id="54" name="Entrada de lápiz 53">
                  <a:extLst>
                    <a:ext uri="{FF2B5EF4-FFF2-40B4-BE49-F238E27FC236}">
                      <a16:creationId xmlns:a16="http://schemas.microsoft.com/office/drawing/2014/main" id="{2CA3D5E2-89BE-42CF-B5A6-73D3E2A40232}"/>
                    </a:ext>
                  </a:extLst>
                </p:cNvPr>
                <p:cNvPicPr/>
                <p:nvPr/>
              </p:nvPicPr>
              <p:blipFill>
                <a:blip r:embed="rId18"/>
                <a:stretch>
                  <a:fillRect/>
                </a:stretch>
              </p:blipFill>
              <p:spPr>
                <a:xfrm>
                  <a:off x="1579911" y="3296310"/>
                  <a:ext cx="14508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55" name="Entrada de lápiz 54">
                  <a:extLst>
                    <a:ext uri="{FF2B5EF4-FFF2-40B4-BE49-F238E27FC236}">
                      <a16:creationId xmlns:a16="http://schemas.microsoft.com/office/drawing/2014/main" id="{A0E17E03-0243-433A-9676-5E820C07B660}"/>
                    </a:ext>
                  </a:extLst>
                </p14:cNvPr>
                <p14:cNvContentPartPr/>
                <p14:nvPr/>
              </p14:nvContentPartPr>
              <p14:xfrm>
                <a:off x="1579911" y="3502590"/>
                <a:ext cx="135360" cy="110880"/>
              </p14:xfrm>
            </p:contentPart>
          </mc:Choice>
          <mc:Fallback>
            <p:pic>
              <p:nvPicPr>
                <p:cNvPr id="55" name="Entrada de lápiz 54">
                  <a:extLst>
                    <a:ext uri="{FF2B5EF4-FFF2-40B4-BE49-F238E27FC236}">
                      <a16:creationId xmlns:a16="http://schemas.microsoft.com/office/drawing/2014/main" id="{A0E17E03-0243-433A-9676-5E820C07B660}"/>
                    </a:ext>
                  </a:extLst>
                </p:cNvPr>
                <p:cNvPicPr/>
                <p:nvPr/>
              </p:nvPicPr>
              <p:blipFill>
                <a:blip r:embed="rId20"/>
                <a:stretch>
                  <a:fillRect/>
                </a:stretch>
              </p:blipFill>
              <p:spPr>
                <a:xfrm>
                  <a:off x="1571271" y="3493590"/>
                  <a:ext cx="153000" cy="128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0">
            <p14:nvContentPartPr>
              <p14:cNvPr id="56" name="Entrada de lápiz 55">
                <a:extLst>
                  <a:ext uri="{FF2B5EF4-FFF2-40B4-BE49-F238E27FC236}">
                    <a16:creationId xmlns:a16="http://schemas.microsoft.com/office/drawing/2014/main" id="{9BFD946C-9334-4122-9A9D-6DB143485A81}"/>
                  </a:ext>
                </a:extLst>
              </p14:cNvPr>
              <p14:cNvContentPartPr/>
              <p14:nvPr/>
            </p14:nvContentPartPr>
            <p14:xfrm>
              <a:off x="3929467" y="3778366"/>
              <a:ext cx="140760" cy="124920"/>
            </p14:xfrm>
          </p:contentPart>
        </mc:Choice>
        <mc:Fallback>
          <p:pic>
            <p:nvPicPr>
              <p:cNvPr id="56" name="Entrada de lápiz 55">
                <a:extLst>
                  <a:ext uri="{FF2B5EF4-FFF2-40B4-BE49-F238E27FC236}">
                    <a16:creationId xmlns:a16="http://schemas.microsoft.com/office/drawing/2014/main" id="{9BFD946C-9334-4122-9A9D-6DB143485A81}"/>
                  </a:ext>
                </a:extLst>
              </p:cNvPr>
              <p:cNvPicPr/>
              <p:nvPr/>
            </p:nvPicPr>
            <p:blipFill>
              <a:blip r:embed="rId22"/>
              <a:stretch>
                <a:fillRect/>
              </a:stretch>
            </p:blipFill>
            <p:spPr>
              <a:xfrm>
                <a:off x="3920827" y="3769366"/>
                <a:ext cx="15840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57" name="Entrada de lápiz 56">
                <a:extLst>
                  <a:ext uri="{FF2B5EF4-FFF2-40B4-BE49-F238E27FC236}">
                    <a16:creationId xmlns:a16="http://schemas.microsoft.com/office/drawing/2014/main" id="{23993A8C-84D8-4D8F-9EE5-A539D1CC6D1C}"/>
                  </a:ext>
                </a:extLst>
              </p14:cNvPr>
              <p14:cNvContentPartPr/>
              <p14:nvPr/>
            </p14:nvContentPartPr>
            <p14:xfrm>
              <a:off x="3965107" y="4259326"/>
              <a:ext cx="168120" cy="105480"/>
            </p14:xfrm>
          </p:contentPart>
        </mc:Choice>
        <mc:Fallback>
          <p:pic>
            <p:nvPicPr>
              <p:cNvPr id="57" name="Entrada de lápiz 56">
                <a:extLst>
                  <a:ext uri="{FF2B5EF4-FFF2-40B4-BE49-F238E27FC236}">
                    <a16:creationId xmlns:a16="http://schemas.microsoft.com/office/drawing/2014/main" id="{23993A8C-84D8-4D8F-9EE5-A539D1CC6D1C}"/>
                  </a:ext>
                </a:extLst>
              </p:cNvPr>
              <p:cNvPicPr/>
              <p:nvPr/>
            </p:nvPicPr>
            <p:blipFill>
              <a:blip r:embed="rId24"/>
              <a:stretch>
                <a:fillRect/>
              </a:stretch>
            </p:blipFill>
            <p:spPr>
              <a:xfrm>
                <a:off x="3956467" y="4250326"/>
                <a:ext cx="18576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58" name="Entrada de lápiz 57">
                <a:extLst>
                  <a:ext uri="{FF2B5EF4-FFF2-40B4-BE49-F238E27FC236}">
                    <a16:creationId xmlns:a16="http://schemas.microsoft.com/office/drawing/2014/main" id="{53214370-D1D9-4856-9012-EFBE9D2AEA2F}"/>
                  </a:ext>
                </a:extLst>
              </p14:cNvPr>
              <p14:cNvContentPartPr/>
              <p14:nvPr/>
            </p14:nvContentPartPr>
            <p14:xfrm>
              <a:off x="3991747" y="4479286"/>
              <a:ext cx="114120" cy="54000"/>
            </p14:xfrm>
          </p:contentPart>
        </mc:Choice>
        <mc:Fallback>
          <p:pic>
            <p:nvPicPr>
              <p:cNvPr id="58" name="Entrada de lápiz 57">
                <a:extLst>
                  <a:ext uri="{FF2B5EF4-FFF2-40B4-BE49-F238E27FC236}">
                    <a16:creationId xmlns:a16="http://schemas.microsoft.com/office/drawing/2014/main" id="{53214370-D1D9-4856-9012-EFBE9D2AEA2F}"/>
                  </a:ext>
                </a:extLst>
              </p:cNvPr>
              <p:cNvPicPr/>
              <p:nvPr/>
            </p:nvPicPr>
            <p:blipFill>
              <a:blip r:embed="rId26"/>
              <a:stretch>
                <a:fillRect/>
              </a:stretch>
            </p:blipFill>
            <p:spPr>
              <a:xfrm>
                <a:off x="3982747" y="4470286"/>
                <a:ext cx="13176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59" name="Entrada de lápiz 58">
                <a:extLst>
                  <a:ext uri="{FF2B5EF4-FFF2-40B4-BE49-F238E27FC236}">
                    <a16:creationId xmlns:a16="http://schemas.microsoft.com/office/drawing/2014/main" id="{A4A8CF40-DBD5-4BE2-9610-5DA6BE759BC6}"/>
                  </a:ext>
                </a:extLst>
              </p14:cNvPr>
              <p14:cNvContentPartPr/>
              <p14:nvPr/>
            </p14:nvContentPartPr>
            <p14:xfrm>
              <a:off x="3973747" y="4621486"/>
              <a:ext cx="109440" cy="80280"/>
            </p14:xfrm>
          </p:contentPart>
        </mc:Choice>
        <mc:Fallback>
          <p:pic>
            <p:nvPicPr>
              <p:cNvPr id="59" name="Entrada de lápiz 58">
                <a:extLst>
                  <a:ext uri="{FF2B5EF4-FFF2-40B4-BE49-F238E27FC236}">
                    <a16:creationId xmlns:a16="http://schemas.microsoft.com/office/drawing/2014/main" id="{A4A8CF40-DBD5-4BE2-9610-5DA6BE759BC6}"/>
                  </a:ext>
                </a:extLst>
              </p:cNvPr>
              <p:cNvPicPr/>
              <p:nvPr/>
            </p:nvPicPr>
            <p:blipFill>
              <a:blip r:embed="rId28"/>
              <a:stretch>
                <a:fillRect/>
              </a:stretch>
            </p:blipFill>
            <p:spPr>
              <a:xfrm>
                <a:off x="3965107" y="4612846"/>
                <a:ext cx="127080" cy="979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60" name="Entrada de lápiz 59">
                <a:extLst>
                  <a:ext uri="{FF2B5EF4-FFF2-40B4-BE49-F238E27FC236}">
                    <a16:creationId xmlns:a16="http://schemas.microsoft.com/office/drawing/2014/main" id="{D077B3AC-CEC7-4868-8C3F-0E93EF19D9DC}"/>
                  </a:ext>
                </a:extLst>
              </p14:cNvPr>
              <p14:cNvContentPartPr/>
              <p14:nvPr/>
            </p14:nvContentPartPr>
            <p14:xfrm>
              <a:off x="3927307" y="3967726"/>
              <a:ext cx="189000" cy="108360"/>
            </p14:xfrm>
          </p:contentPart>
        </mc:Choice>
        <mc:Fallback>
          <p:pic>
            <p:nvPicPr>
              <p:cNvPr id="60" name="Entrada de lápiz 59">
                <a:extLst>
                  <a:ext uri="{FF2B5EF4-FFF2-40B4-BE49-F238E27FC236}">
                    <a16:creationId xmlns:a16="http://schemas.microsoft.com/office/drawing/2014/main" id="{D077B3AC-CEC7-4868-8C3F-0E93EF19D9DC}"/>
                  </a:ext>
                </a:extLst>
              </p:cNvPr>
              <p:cNvPicPr/>
              <p:nvPr/>
            </p:nvPicPr>
            <p:blipFill>
              <a:blip r:embed="rId30"/>
              <a:stretch>
                <a:fillRect/>
              </a:stretch>
            </p:blipFill>
            <p:spPr>
              <a:xfrm>
                <a:off x="3918667" y="3959086"/>
                <a:ext cx="206640" cy="126000"/>
              </a:xfrm>
              <a:prstGeom prst="rect">
                <a:avLst/>
              </a:prstGeom>
            </p:spPr>
          </p:pic>
        </mc:Fallback>
      </mc:AlternateContent>
      <p:cxnSp>
        <p:nvCxnSpPr>
          <p:cNvPr id="61" name="Conector recto de flecha 60">
            <a:extLst>
              <a:ext uri="{FF2B5EF4-FFF2-40B4-BE49-F238E27FC236}">
                <a16:creationId xmlns:a16="http://schemas.microsoft.com/office/drawing/2014/main" id="{450F2439-8007-4FC9-AFE8-5F6795089CF3}"/>
              </a:ext>
            </a:extLst>
          </p:cNvPr>
          <p:cNvCxnSpPr/>
          <p:nvPr/>
        </p:nvCxnSpPr>
        <p:spPr>
          <a:xfrm>
            <a:off x="6069429" y="4391249"/>
            <a:ext cx="0" cy="1036077"/>
          </a:xfrm>
          <a:prstGeom prst="straightConnector1">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CuadroTexto 61">
            <a:extLst>
              <a:ext uri="{FF2B5EF4-FFF2-40B4-BE49-F238E27FC236}">
                <a16:creationId xmlns:a16="http://schemas.microsoft.com/office/drawing/2014/main" id="{E46586B0-BB79-4BC5-8BE3-D23C19457119}"/>
              </a:ext>
            </a:extLst>
          </p:cNvPr>
          <p:cNvSpPr txBox="1"/>
          <p:nvPr/>
        </p:nvSpPr>
        <p:spPr>
          <a:xfrm>
            <a:off x="6069429" y="4909287"/>
            <a:ext cx="275207" cy="369332"/>
          </a:xfrm>
          <a:prstGeom prst="rect">
            <a:avLst/>
          </a:prstGeom>
          <a:noFill/>
        </p:spPr>
        <p:txBody>
          <a:bodyPr wrap="square" rtlCol="0">
            <a:spAutoFit/>
          </a:bodyPr>
          <a:lstStyle/>
          <a:p>
            <a:r>
              <a:rPr lang="es-ES" dirty="0">
                <a:solidFill>
                  <a:srgbClr val="0000FF"/>
                </a:solidFill>
              </a:rPr>
              <a:t>F</a:t>
            </a:r>
          </a:p>
        </p:txBody>
      </p:sp>
      <p:grpSp>
        <p:nvGrpSpPr>
          <p:cNvPr id="99" name="Grupo 98">
            <a:extLst>
              <a:ext uri="{FF2B5EF4-FFF2-40B4-BE49-F238E27FC236}">
                <a16:creationId xmlns:a16="http://schemas.microsoft.com/office/drawing/2014/main" id="{D4B0D515-8616-4A7F-83A6-B63E4B7DA5A3}"/>
              </a:ext>
            </a:extLst>
          </p:cNvPr>
          <p:cNvGrpSpPr/>
          <p:nvPr/>
        </p:nvGrpSpPr>
        <p:grpSpPr>
          <a:xfrm>
            <a:off x="699848" y="2632730"/>
            <a:ext cx="2426626" cy="2793859"/>
            <a:chOff x="699848" y="2632730"/>
            <a:chExt cx="2426626" cy="2793859"/>
          </a:xfrm>
        </p:grpSpPr>
        <p:sp>
          <p:nvSpPr>
            <p:cNvPr id="3" name="Rectángulo 2">
              <a:extLst>
                <a:ext uri="{FF2B5EF4-FFF2-40B4-BE49-F238E27FC236}">
                  <a16:creationId xmlns:a16="http://schemas.microsoft.com/office/drawing/2014/main" id="{FD964D95-CAD2-43E1-AB3C-12C172D9C7AE}"/>
                </a:ext>
              </a:extLst>
            </p:cNvPr>
            <p:cNvSpPr/>
            <p:nvPr/>
          </p:nvSpPr>
          <p:spPr>
            <a:xfrm>
              <a:off x="1049100" y="2632730"/>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5" name="Rectángulo 4">
              <a:extLst>
                <a:ext uri="{FF2B5EF4-FFF2-40B4-BE49-F238E27FC236}">
                  <a16:creationId xmlns:a16="http://schemas.microsoft.com/office/drawing/2014/main" id="{E6505C74-CC0C-42A1-895A-6238FD7B71AA}"/>
                </a:ext>
              </a:extLst>
            </p:cNvPr>
            <p:cNvSpPr/>
            <p:nvPr/>
          </p:nvSpPr>
          <p:spPr>
            <a:xfrm rot="5400000">
              <a:off x="1950183" y="3462794"/>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8CF4466E-2001-4526-9B56-A03E4D2BF83C}"/>
                </a:ext>
              </a:extLst>
            </p:cNvPr>
            <p:cNvSpPr/>
            <p:nvPr/>
          </p:nvSpPr>
          <p:spPr>
            <a:xfrm rot="10800000">
              <a:off x="1049098" y="4292857"/>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A7697C75-4DA1-4AE2-91AD-093C0D5E8480}"/>
                </a:ext>
              </a:extLst>
            </p:cNvPr>
            <p:cNvSpPr/>
            <p:nvPr/>
          </p:nvSpPr>
          <p:spPr>
            <a:xfrm rot="16200000">
              <a:off x="148018" y="3462794"/>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AEE8DAEE-B8AD-49ED-A010-A8B157A5603E}"/>
                </a:ext>
              </a:extLst>
            </p:cNvPr>
            <p:cNvSpPr/>
            <p:nvPr/>
          </p:nvSpPr>
          <p:spPr>
            <a:xfrm rot="8221096">
              <a:off x="712150" y="3454285"/>
              <a:ext cx="2412000"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9" name="Rectángulo 8">
              <a:extLst>
                <a:ext uri="{FF2B5EF4-FFF2-40B4-BE49-F238E27FC236}">
                  <a16:creationId xmlns:a16="http://schemas.microsoft.com/office/drawing/2014/main" id="{647619E6-CC48-4D0B-AA22-C9E634C9E5BA}"/>
                </a:ext>
              </a:extLst>
            </p:cNvPr>
            <p:cNvSpPr/>
            <p:nvPr/>
          </p:nvSpPr>
          <p:spPr>
            <a:xfrm rot="2564086">
              <a:off x="699848" y="3475009"/>
              <a:ext cx="2412000"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cxnSp>
          <p:nvCxnSpPr>
            <p:cNvPr id="37" name="Conector recto de flecha 36">
              <a:extLst>
                <a:ext uri="{FF2B5EF4-FFF2-40B4-BE49-F238E27FC236}">
                  <a16:creationId xmlns:a16="http://schemas.microsoft.com/office/drawing/2014/main" id="{DF33816C-39E1-4A05-A5AC-0DE30B1C3EF4}"/>
                </a:ext>
              </a:extLst>
            </p:cNvPr>
            <p:cNvCxnSpPr/>
            <p:nvPr/>
          </p:nvCxnSpPr>
          <p:spPr>
            <a:xfrm>
              <a:off x="2851267" y="4390512"/>
              <a:ext cx="0" cy="1036077"/>
            </a:xfrm>
            <a:prstGeom prst="straightConnector1">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8" name="CuadroTexto 37">
              <a:extLst>
                <a:ext uri="{FF2B5EF4-FFF2-40B4-BE49-F238E27FC236}">
                  <a16:creationId xmlns:a16="http://schemas.microsoft.com/office/drawing/2014/main" id="{61F18330-FF1D-4024-A6C0-8A6A9B33B0AD}"/>
                </a:ext>
              </a:extLst>
            </p:cNvPr>
            <p:cNvSpPr txBox="1"/>
            <p:nvPr/>
          </p:nvSpPr>
          <p:spPr>
            <a:xfrm>
              <a:off x="2851267" y="4908550"/>
              <a:ext cx="275207" cy="369332"/>
            </a:xfrm>
            <a:prstGeom prst="rect">
              <a:avLst/>
            </a:prstGeom>
            <a:noFill/>
          </p:spPr>
          <p:txBody>
            <a:bodyPr wrap="square" rtlCol="0">
              <a:spAutoFit/>
            </a:bodyPr>
            <a:lstStyle/>
            <a:p>
              <a:r>
                <a:rPr lang="es-ES" dirty="0">
                  <a:solidFill>
                    <a:srgbClr val="0000FF"/>
                  </a:solidFill>
                </a:rPr>
                <a:t>F</a:t>
              </a:r>
            </a:p>
          </p:txBody>
        </p:sp>
        <p:sp>
          <p:nvSpPr>
            <p:cNvPr id="69" name="CuadroTexto 68">
              <a:extLst>
                <a:ext uri="{FF2B5EF4-FFF2-40B4-BE49-F238E27FC236}">
                  <a16:creationId xmlns:a16="http://schemas.microsoft.com/office/drawing/2014/main" id="{B5F4C8EB-260D-44A9-A2F6-0438E50E742D}"/>
                </a:ext>
              </a:extLst>
            </p:cNvPr>
            <p:cNvSpPr txBox="1"/>
            <p:nvPr/>
          </p:nvSpPr>
          <p:spPr>
            <a:xfrm rot="2557363">
              <a:off x="856705" y="3462343"/>
              <a:ext cx="1908697" cy="307777"/>
            </a:xfrm>
            <a:prstGeom prst="rect">
              <a:avLst/>
            </a:prstGeom>
            <a:noFill/>
          </p:spPr>
          <p:txBody>
            <a:bodyPr wrap="square" rtlCol="0">
              <a:spAutoFit/>
            </a:bodyPr>
            <a:lstStyle/>
            <a:p>
              <a:r>
                <a:rPr lang="es-ES" sz="1400" dirty="0">
                  <a:latin typeface="+mj-lt"/>
                </a:rPr>
                <a:t>tracción</a:t>
              </a:r>
            </a:p>
          </p:txBody>
        </p:sp>
      </p:grpSp>
      <p:sp>
        <p:nvSpPr>
          <p:cNvPr id="70" name="CuadroTexto 69">
            <a:extLst>
              <a:ext uri="{FF2B5EF4-FFF2-40B4-BE49-F238E27FC236}">
                <a16:creationId xmlns:a16="http://schemas.microsoft.com/office/drawing/2014/main" id="{C77F1219-8B3F-4A36-B905-E4D85A087D5A}"/>
              </a:ext>
            </a:extLst>
          </p:cNvPr>
          <p:cNvSpPr txBox="1"/>
          <p:nvPr/>
        </p:nvSpPr>
        <p:spPr>
          <a:xfrm rot="18997549">
            <a:off x="1546602" y="2577148"/>
            <a:ext cx="1908697" cy="307777"/>
          </a:xfrm>
          <a:prstGeom prst="rect">
            <a:avLst/>
          </a:prstGeom>
          <a:noFill/>
        </p:spPr>
        <p:txBody>
          <a:bodyPr wrap="square" rtlCol="0">
            <a:spAutoFit/>
          </a:bodyPr>
          <a:lstStyle/>
          <a:p>
            <a:r>
              <a:rPr lang="es-ES" sz="1400" dirty="0">
                <a:latin typeface="+mj-lt"/>
              </a:rPr>
              <a:t>compresión</a:t>
            </a:r>
          </a:p>
        </p:txBody>
      </p:sp>
      <mc:AlternateContent xmlns:mc="http://schemas.openxmlformats.org/markup-compatibility/2006">
        <mc:Choice xmlns:a14="http://schemas.microsoft.com/office/drawing/2010/main" Requires="a14">
          <p:sp>
            <p:nvSpPr>
              <p:cNvPr id="73" name="CuadroTexto 72">
                <a:extLst>
                  <a:ext uri="{FF2B5EF4-FFF2-40B4-BE49-F238E27FC236}">
                    <a16:creationId xmlns:a16="http://schemas.microsoft.com/office/drawing/2014/main" id="{56DDB883-E5DE-483C-A536-BB93DABC6A0D}"/>
                  </a:ext>
                </a:extLst>
              </p:cNvPr>
              <p:cNvSpPr txBox="1"/>
              <p:nvPr/>
            </p:nvSpPr>
            <p:spPr>
              <a:xfrm>
                <a:off x="7875023" y="1269156"/>
                <a:ext cx="3014671" cy="59503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𝜏</m:t>
                          </m:r>
                        </m:e>
                        <m:sub>
                          <m:r>
                            <a:rPr lang="es-ES" b="0" i="1" smtClean="0">
                              <a:latin typeface="Cambria Math" panose="02040503050406030204" pitchFamily="18" charset="0"/>
                            </a:rPr>
                            <m:t>𝑎𝑑𝑚</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𝑘</m:t>
                          </m:r>
                        </m:e>
                        <m:sub>
                          <m:r>
                            <a:rPr lang="es-ES" b="0" i="1" smtClean="0">
                              <a:latin typeface="Cambria Math" panose="02040503050406030204" pitchFamily="18" charset="0"/>
                            </a:rPr>
                            <m:t>𝑠</m:t>
                          </m:r>
                        </m:sub>
                      </m:sSub>
                      <m:r>
                        <a:rPr lang="es-ES" b="0" i="1" smtClean="0">
                          <a:latin typeface="Cambria Math" panose="02040503050406030204" pitchFamily="18" charset="0"/>
                        </a:rPr>
                        <m:t>𝜂</m:t>
                      </m:r>
                      <m:f>
                        <m:fPr>
                          <m:ctrlPr>
                            <a:rPr lang="es-ES" b="0" i="1" smtClean="0">
                              <a:latin typeface="Cambria Math" panose="02040503050406030204" pitchFamily="18" charset="0"/>
                            </a:rPr>
                          </m:ctrlPr>
                        </m:fPr>
                        <m:num>
                          <m:sSup>
                            <m:sSupPr>
                              <m:ctrlPr>
                                <a:rPr lang="es-ES" b="0" i="1" smtClean="0">
                                  <a:latin typeface="Cambria Math" panose="02040503050406030204" pitchFamily="18" charset="0"/>
                                </a:rPr>
                              </m:ctrlPr>
                            </m:sSupPr>
                            <m:e>
                              <m:r>
                                <a:rPr lang="es-ES" b="0" i="1" smtClean="0">
                                  <a:latin typeface="Cambria Math" panose="02040503050406030204" pitchFamily="18" charset="0"/>
                                </a:rPr>
                                <m:t>𝜋</m:t>
                              </m:r>
                            </m:e>
                            <m:sup>
                              <m:r>
                                <a:rPr lang="es-ES" b="0" i="1" smtClean="0">
                                  <a:latin typeface="Cambria Math" panose="02040503050406030204" pitchFamily="18" charset="0"/>
                                </a:rPr>
                                <m:t>2</m:t>
                              </m:r>
                            </m:sup>
                          </m:sSup>
                        </m:num>
                        <m:den>
                          <m:r>
                            <a:rPr lang="es-ES" b="0" i="1" smtClean="0">
                              <a:latin typeface="Cambria Math" panose="02040503050406030204" pitchFamily="18" charset="0"/>
                            </a:rPr>
                            <m:t>12</m:t>
                          </m:r>
                          <m:d>
                            <m:dPr>
                              <m:ctrlPr>
                                <a:rPr lang="es-ES" b="0" i="1" smtClean="0">
                                  <a:latin typeface="Cambria Math" panose="02040503050406030204" pitchFamily="18" charset="0"/>
                                </a:rPr>
                              </m:ctrlPr>
                            </m:dPr>
                            <m:e>
                              <m:r>
                                <a:rPr lang="es-ES" b="0" i="1" smtClean="0">
                                  <a:latin typeface="Cambria Math" panose="02040503050406030204" pitchFamily="18" charset="0"/>
                                </a:rPr>
                                <m:t>1−</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𝜈</m:t>
                                  </m:r>
                                </m:e>
                                <m:sup>
                                  <m:r>
                                    <a:rPr lang="es-ES" b="0" i="1" smtClean="0">
                                      <a:latin typeface="Cambria Math" panose="02040503050406030204" pitchFamily="18" charset="0"/>
                                    </a:rPr>
                                    <m:t>2</m:t>
                                  </m:r>
                                </m:sup>
                              </m:sSup>
                            </m:e>
                          </m:d>
                        </m:den>
                      </m:f>
                      <m:r>
                        <a:rPr lang="es-ES" b="0" i="1" smtClean="0">
                          <a:latin typeface="Cambria Math" panose="02040503050406030204" pitchFamily="18" charset="0"/>
                        </a:rPr>
                        <m:t>𝐸</m:t>
                      </m:r>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f>
                                <m:fPr>
                                  <m:ctrlPr>
                                    <a:rPr lang="es-ES" b="0" i="1" smtClean="0">
                                      <a:latin typeface="Cambria Math" panose="02040503050406030204" pitchFamily="18" charset="0"/>
                                    </a:rPr>
                                  </m:ctrlPr>
                                </m:fPr>
                                <m:num>
                                  <m:r>
                                    <a:rPr lang="es-ES" b="0" i="1" smtClean="0">
                                      <a:latin typeface="Cambria Math" panose="02040503050406030204" pitchFamily="18" charset="0"/>
                                    </a:rPr>
                                    <m:t>𝑡</m:t>
                                  </m:r>
                                </m:num>
                                <m:den>
                                  <m:r>
                                    <a:rPr lang="es-ES" b="0" i="1" smtClean="0">
                                      <a:latin typeface="Cambria Math" panose="02040503050406030204" pitchFamily="18" charset="0"/>
                                    </a:rPr>
                                    <m:t>𝑏</m:t>
                                  </m:r>
                                </m:den>
                              </m:f>
                            </m:e>
                          </m:d>
                        </m:e>
                        <m:sup>
                          <m:r>
                            <a:rPr lang="es-ES" b="0" i="1" smtClean="0">
                              <a:latin typeface="Cambria Math" panose="02040503050406030204" pitchFamily="18" charset="0"/>
                            </a:rPr>
                            <m:t>2</m:t>
                          </m:r>
                        </m:sup>
                      </m:sSup>
                    </m:oMath>
                  </m:oMathPara>
                </a14:m>
                <a:endParaRPr lang="es-ES" dirty="0"/>
              </a:p>
            </p:txBody>
          </p:sp>
        </mc:Choice>
        <mc:Fallback>
          <p:sp>
            <p:nvSpPr>
              <p:cNvPr id="73" name="CuadroTexto 72">
                <a:extLst>
                  <a:ext uri="{FF2B5EF4-FFF2-40B4-BE49-F238E27FC236}">
                    <a16:creationId xmlns:a16="http://schemas.microsoft.com/office/drawing/2014/main" id="{56DDB883-E5DE-483C-A536-BB93DABC6A0D}"/>
                  </a:ext>
                </a:extLst>
              </p:cNvPr>
              <p:cNvSpPr txBox="1">
                <a:spLocks noRot="1" noChangeAspect="1" noMove="1" noResize="1" noEditPoints="1" noAdjustHandles="1" noChangeArrowheads="1" noChangeShapeType="1" noTextEdit="1"/>
              </p:cNvSpPr>
              <p:nvPr/>
            </p:nvSpPr>
            <p:spPr>
              <a:xfrm>
                <a:off x="7875023" y="1269156"/>
                <a:ext cx="3014671" cy="595035"/>
              </a:xfrm>
              <a:prstGeom prst="rect">
                <a:avLst/>
              </a:prstGeom>
              <a:blipFill>
                <a:blip r:embed="rId45"/>
                <a:stretch>
                  <a:fillRect/>
                </a:stretch>
              </a:blipFill>
            </p:spPr>
            <p:txBody>
              <a:bodyPr/>
              <a:lstStyle/>
              <a:p>
                <a:r>
                  <a:rPr lang="es-ES">
                    <a:noFill/>
                  </a:rPr>
                  <a:t> </a:t>
                </a:r>
              </a:p>
            </p:txBody>
          </p:sp>
        </mc:Fallback>
      </mc:AlternateContent>
      <p:grpSp>
        <p:nvGrpSpPr>
          <p:cNvPr id="100" name="Grupo 99">
            <a:extLst>
              <a:ext uri="{FF2B5EF4-FFF2-40B4-BE49-F238E27FC236}">
                <a16:creationId xmlns:a16="http://schemas.microsoft.com/office/drawing/2014/main" id="{BD83DFFE-EEA7-4283-9CC2-CF31D1BD075A}"/>
              </a:ext>
            </a:extLst>
          </p:cNvPr>
          <p:cNvGrpSpPr/>
          <p:nvPr/>
        </p:nvGrpSpPr>
        <p:grpSpPr>
          <a:xfrm>
            <a:off x="7210219" y="4258589"/>
            <a:ext cx="1228986" cy="1450483"/>
            <a:chOff x="699848" y="2632730"/>
            <a:chExt cx="2426626" cy="2863969"/>
          </a:xfrm>
        </p:grpSpPr>
        <p:sp>
          <p:nvSpPr>
            <p:cNvPr id="101" name="Rectángulo 100">
              <a:extLst>
                <a:ext uri="{FF2B5EF4-FFF2-40B4-BE49-F238E27FC236}">
                  <a16:creationId xmlns:a16="http://schemas.microsoft.com/office/drawing/2014/main" id="{67E4539A-E39C-4685-A007-5CA7D36DFBEC}"/>
                </a:ext>
              </a:extLst>
            </p:cNvPr>
            <p:cNvSpPr/>
            <p:nvPr/>
          </p:nvSpPr>
          <p:spPr>
            <a:xfrm>
              <a:off x="1049100" y="2632730"/>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02" name="Rectángulo 101">
              <a:extLst>
                <a:ext uri="{FF2B5EF4-FFF2-40B4-BE49-F238E27FC236}">
                  <a16:creationId xmlns:a16="http://schemas.microsoft.com/office/drawing/2014/main" id="{5293D0B8-AA5D-4A3B-878A-8D1D656CC1D8}"/>
                </a:ext>
              </a:extLst>
            </p:cNvPr>
            <p:cNvSpPr/>
            <p:nvPr/>
          </p:nvSpPr>
          <p:spPr>
            <a:xfrm rot="5400000">
              <a:off x="1950183" y="3462794"/>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03" name="Rectángulo 102">
              <a:extLst>
                <a:ext uri="{FF2B5EF4-FFF2-40B4-BE49-F238E27FC236}">
                  <a16:creationId xmlns:a16="http://schemas.microsoft.com/office/drawing/2014/main" id="{F4C2814E-A890-4284-8400-8DE211B984AA}"/>
                </a:ext>
              </a:extLst>
            </p:cNvPr>
            <p:cNvSpPr/>
            <p:nvPr/>
          </p:nvSpPr>
          <p:spPr>
            <a:xfrm rot="10800000">
              <a:off x="1049098" y="4292857"/>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04" name="Rectángulo 103">
              <a:extLst>
                <a:ext uri="{FF2B5EF4-FFF2-40B4-BE49-F238E27FC236}">
                  <a16:creationId xmlns:a16="http://schemas.microsoft.com/office/drawing/2014/main" id="{78F4E7C4-72B3-4DC2-8CA5-CAFC60F72CA0}"/>
                </a:ext>
              </a:extLst>
            </p:cNvPr>
            <p:cNvSpPr/>
            <p:nvPr/>
          </p:nvSpPr>
          <p:spPr>
            <a:xfrm rot="16200000">
              <a:off x="148018" y="3462794"/>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05" name="Rectángulo 104">
              <a:extLst>
                <a:ext uri="{FF2B5EF4-FFF2-40B4-BE49-F238E27FC236}">
                  <a16:creationId xmlns:a16="http://schemas.microsoft.com/office/drawing/2014/main" id="{F7A86635-2B1F-4EE3-A162-5961DBBA51BC}"/>
                </a:ext>
              </a:extLst>
            </p:cNvPr>
            <p:cNvSpPr/>
            <p:nvPr/>
          </p:nvSpPr>
          <p:spPr>
            <a:xfrm rot="8221096">
              <a:off x="712150" y="3454285"/>
              <a:ext cx="2412000"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06" name="Rectángulo 105">
              <a:extLst>
                <a:ext uri="{FF2B5EF4-FFF2-40B4-BE49-F238E27FC236}">
                  <a16:creationId xmlns:a16="http://schemas.microsoft.com/office/drawing/2014/main" id="{F53A1CE5-C2A6-4F43-ACA8-DA5AEC6B08D3}"/>
                </a:ext>
              </a:extLst>
            </p:cNvPr>
            <p:cNvSpPr/>
            <p:nvPr/>
          </p:nvSpPr>
          <p:spPr>
            <a:xfrm rot="2564086">
              <a:off x="699848" y="3475009"/>
              <a:ext cx="2412000"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cxnSp>
          <p:nvCxnSpPr>
            <p:cNvPr id="107" name="Conector recto de flecha 106">
              <a:extLst>
                <a:ext uri="{FF2B5EF4-FFF2-40B4-BE49-F238E27FC236}">
                  <a16:creationId xmlns:a16="http://schemas.microsoft.com/office/drawing/2014/main" id="{B527B750-371D-441D-8D7F-63B889D51954}"/>
                </a:ext>
              </a:extLst>
            </p:cNvPr>
            <p:cNvCxnSpPr/>
            <p:nvPr/>
          </p:nvCxnSpPr>
          <p:spPr>
            <a:xfrm>
              <a:off x="2851267" y="4460623"/>
              <a:ext cx="0" cy="1036076"/>
            </a:xfrm>
            <a:prstGeom prst="straightConnector1">
              <a:avLst/>
            </a:prstGeom>
            <a:ln w="12700">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8" name="CuadroTexto 107">
              <a:extLst>
                <a:ext uri="{FF2B5EF4-FFF2-40B4-BE49-F238E27FC236}">
                  <a16:creationId xmlns:a16="http://schemas.microsoft.com/office/drawing/2014/main" id="{A7BEA527-AC13-4F2A-A93A-FE4E38E0858A}"/>
                </a:ext>
              </a:extLst>
            </p:cNvPr>
            <p:cNvSpPr txBox="1"/>
            <p:nvPr/>
          </p:nvSpPr>
          <p:spPr>
            <a:xfrm>
              <a:off x="2851267" y="4699144"/>
              <a:ext cx="275207" cy="369331"/>
            </a:xfrm>
            <a:prstGeom prst="rect">
              <a:avLst/>
            </a:prstGeom>
            <a:noFill/>
          </p:spPr>
          <p:txBody>
            <a:bodyPr wrap="square" rtlCol="0">
              <a:spAutoFit/>
            </a:bodyPr>
            <a:lstStyle/>
            <a:p>
              <a:r>
                <a:rPr lang="es-ES" dirty="0">
                  <a:solidFill>
                    <a:srgbClr val="0000FF"/>
                  </a:solidFill>
                </a:rPr>
                <a:t>F</a:t>
              </a:r>
            </a:p>
          </p:txBody>
        </p:sp>
      </p:grpSp>
      <p:grpSp>
        <p:nvGrpSpPr>
          <p:cNvPr id="129" name="Grupo 128">
            <a:extLst>
              <a:ext uri="{FF2B5EF4-FFF2-40B4-BE49-F238E27FC236}">
                <a16:creationId xmlns:a16="http://schemas.microsoft.com/office/drawing/2014/main" id="{74EBA57A-A906-4DBB-B12F-2EC51F3F804C}"/>
              </a:ext>
            </a:extLst>
          </p:cNvPr>
          <p:cNvGrpSpPr/>
          <p:nvPr/>
        </p:nvGrpSpPr>
        <p:grpSpPr>
          <a:xfrm>
            <a:off x="8644751" y="4167604"/>
            <a:ext cx="3467539" cy="3627745"/>
            <a:chOff x="8644751" y="4167604"/>
            <a:chExt cx="3467539" cy="3627745"/>
          </a:xfrm>
        </p:grpSpPr>
        <p:grpSp>
          <p:nvGrpSpPr>
            <p:cNvPr id="110" name="Grupo 109">
              <a:extLst>
                <a:ext uri="{FF2B5EF4-FFF2-40B4-BE49-F238E27FC236}">
                  <a16:creationId xmlns:a16="http://schemas.microsoft.com/office/drawing/2014/main" id="{782780A0-EDEE-4B22-A19E-A5B4A9DA6AF2}"/>
                </a:ext>
              </a:extLst>
            </p:cNvPr>
            <p:cNvGrpSpPr/>
            <p:nvPr/>
          </p:nvGrpSpPr>
          <p:grpSpPr>
            <a:xfrm>
              <a:off x="8709810" y="4258589"/>
              <a:ext cx="1228986" cy="1450483"/>
              <a:chOff x="699848" y="2632730"/>
              <a:chExt cx="2426626" cy="2863969"/>
            </a:xfrm>
          </p:grpSpPr>
          <p:sp>
            <p:nvSpPr>
              <p:cNvPr id="111" name="Rectángulo 110">
                <a:extLst>
                  <a:ext uri="{FF2B5EF4-FFF2-40B4-BE49-F238E27FC236}">
                    <a16:creationId xmlns:a16="http://schemas.microsoft.com/office/drawing/2014/main" id="{A1A3BBAC-6594-4EC0-8311-03BBDDA9A201}"/>
                  </a:ext>
                </a:extLst>
              </p:cNvPr>
              <p:cNvSpPr/>
              <p:nvPr/>
            </p:nvSpPr>
            <p:spPr>
              <a:xfrm>
                <a:off x="1049100" y="2632730"/>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12" name="Rectángulo 111">
                <a:extLst>
                  <a:ext uri="{FF2B5EF4-FFF2-40B4-BE49-F238E27FC236}">
                    <a16:creationId xmlns:a16="http://schemas.microsoft.com/office/drawing/2014/main" id="{21A018A5-5E59-4400-A4D1-0D9050A22BBB}"/>
                  </a:ext>
                </a:extLst>
              </p:cNvPr>
              <p:cNvSpPr/>
              <p:nvPr/>
            </p:nvSpPr>
            <p:spPr>
              <a:xfrm rot="5400000">
                <a:off x="1950183" y="3462794"/>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13" name="Rectángulo 112">
                <a:extLst>
                  <a:ext uri="{FF2B5EF4-FFF2-40B4-BE49-F238E27FC236}">
                    <a16:creationId xmlns:a16="http://schemas.microsoft.com/office/drawing/2014/main" id="{38A55763-1521-4C10-9DBD-6324CA3A6271}"/>
                  </a:ext>
                </a:extLst>
              </p:cNvPr>
              <p:cNvSpPr/>
              <p:nvPr/>
            </p:nvSpPr>
            <p:spPr>
              <a:xfrm rot="10800000">
                <a:off x="1049098" y="4292857"/>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14" name="Rectángulo 113">
                <a:extLst>
                  <a:ext uri="{FF2B5EF4-FFF2-40B4-BE49-F238E27FC236}">
                    <a16:creationId xmlns:a16="http://schemas.microsoft.com/office/drawing/2014/main" id="{A3148808-76A1-4940-8511-4A489EA92EED}"/>
                  </a:ext>
                </a:extLst>
              </p:cNvPr>
              <p:cNvSpPr/>
              <p:nvPr/>
            </p:nvSpPr>
            <p:spPr>
              <a:xfrm rot="16200000">
                <a:off x="148018" y="3462794"/>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16" name="Rectángulo 115">
                <a:extLst>
                  <a:ext uri="{FF2B5EF4-FFF2-40B4-BE49-F238E27FC236}">
                    <a16:creationId xmlns:a16="http://schemas.microsoft.com/office/drawing/2014/main" id="{076C8A65-1A6E-4044-9FF2-239E22AA1072}"/>
                  </a:ext>
                </a:extLst>
              </p:cNvPr>
              <p:cNvSpPr/>
              <p:nvPr/>
            </p:nvSpPr>
            <p:spPr>
              <a:xfrm rot="2564086">
                <a:off x="699848" y="3475009"/>
                <a:ext cx="2412000"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cxnSp>
            <p:nvCxnSpPr>
              <p:cNvPr id="117" name="Conector recto de flecha 116">
                <a:extLst>
                  <a:ext uri="{FF2B5EF4-FFF2-40B4-BE49-F238E27FC236}">
                    <a16:creationId xmlns:a16="http://schemas.microsoft.com/office/drawing/2014/main" id="{5D4380B5-BFAA-4E29-9513-6637775E22A4}"/>
                  </a:ext>
                </a:extLst>
              </p:cNvPr>
              <p:cNvCxnSpPr/>
              <p:nvPr/>
            </p:nvCxnSpPr>
            <p:spPr>
              <a:xfrm>
                <a:off x="2851267" y="4460623"/>
                <a:ext cx="0" cy="1036076"/>
              </a:xfrm>
              <a:prstGeom prst="straightConnector1">
                <a:avLst/>
              </a:prstGeom>
              <a:ln w="12700">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8" name="CuadroTexto 117">
                <a:extLst>
                  <a:ext uri="{FF2B5EF4-FFF2-40B4-BE49-F238E27FC236}">
                    <a16:creationId xmlns:a16="http://schemas.microsoft.com/office/drawing/2014/main" id="{44A27EEB-7F8E-4362-9E4B-F7EA3FCF633E}"/>
                  </a:ext>
                </a:extLst>
              </p:cNvPr>
              <p:cNvSpPr txBox="1"/>
              <p:nvPr/>
            </p:nvSpPr>
            <p:spPr>
              <a:xfrm>
                <a:off x="2851267" y="4699144"/>
                <a:ext cx="275207" cy="369331"/>
              </a:xfrm>
              <a:prstGeom prst="rect">
                <a:avLst/>
              </a:prstGeom>
              <a:noFill/>
            </p:spPr>
            <p:txBody>
              <a:bodyPr wrap="square" rtlCol="0">
                <a:spAutoFit/>
              </a:bodyPr>
              <a:lstStyle/>
              <a:p>
                <a:r>
                  <a:rPr lang="es-ES" dirty="0">
                    <a:solidFill>
                      <a:srgbClr val="0000FF"/>
                    </a:solidFill>
                  </a:rPr>
                  <a:t>F</a:t>
                </a:r>
              </a:p>
            </p:txBody>
          </p:sp>
        </p:grpSp>
        <p:sp>
          <p:nvSpPr>
            <p:cNvPr id="128" name="Arco 127">
              <a:extLst>
                <a:ext uri="{FF2B5EF4-FFF2-40B4-BE49-F238E27FC236}">
                  <a16:creationId xmlns:a16="http://schemas.microsoft.com/office/drawing/2014/main" id="{FA1754F2-E54A-4D30-A5B8-A61D196089BC}"/>
                </a:ext>
              </a:extLst>
            </p:cNvPr>
            <p:cNvSpPr/>
            <p:nvPr/>
          </p:nvSpPr>
          <p:spPr>
            <a:xfrm rot="18086218">
              <a:off x="8564648" y="4247707"/>
              <a:ext cx="3627745" cy="3467539"/>
            </a:xfrm>
            <a:prstGeom prst="arc">
              <a:avLst>
                <a:gd name="adj1" fmla="val 16200000"/>
                <a:gd name="adj2" fmla="val 18493519"/>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grpSp>
      <p:grpSp>
        <p:nvGrpSpPr>
          <p:cNvPr id="130" name="Grupo 129">
            <a:extLst>
              <a:ext uri="{FF2B5EF4-FFF2-40B4-BE49-F238E27FC236}">
                <a16:creationId xmlns:a16="http://schemas.microsoft.com/office/drawing/2014/main" id="{E26A6319-FFBB-419B-9A42-B20CD592AA24}"/>
              </a:ext>
            </a:extLst>
          </p:cNvPr>
          <p:cNvGrpSpPr/>
          <p:nvPr/>
        </p:nvGrpSpPr>
        <p:grpSpPr>
          <a:xfrm>
            <a:off x="10196244" y="4167603"/>
            <a:ext cx="3467539" cy="3627745"/>
            <a:chOff x="8644751" y="4167604"/>
            <a:chExt cx="3467539" cy="3627745"/>
          </a:xfrm>
        </p:grpSpPr>
        <p:grpSp>
          <p:nvGrpSpPr>
            <p:cNvPr id="131" name="Grupo 130">
              <a:extLst>
                <a:ext uri="{FF2B5EF4-FFF2-40B4-BE49-F238E27FC236}">
                  <a16:creationId xmlns:a16="http://schemas.microsoft.com/office/drawing/2014/main" id="{94532363-DD0A-4D7D-B238-A5BA34999097}"/>
                </a:ext>
              </a:extLst>
            </p:cNvPr>
            <p:cNvGrpSpPr/>
            <p:nvPr/>
          </p:nvGrpSpPr>
          <p:grpSpPr>
            <a:xfrm>
              <a:off x="8709810" y="4258589"/>
              <a:ext cx="1228986" cy="1450483"/>
              <a:chOff x="699848" y="2632730"/>
              <a:chExt cx="2426626" cy="2863969"/>
            </a:xfrm>
          </p:grpSpPr>
          <p:sp>
            <p:nvSpPr>
              <p:cNvPr id="133" name="Rectángulo 132">
                <a:extLst>
                  <a:ext uri="{FF2B5EF4-FFF2-40B4-BE49-F238E27FC236}">
                    <a16:creationId xmlns:a16="http://schemas.microsoft.com/office/drawing/2014/main" id="{112DD518-A02D-4CD0-847E-40B11096F278}"/>
                  </a:ext>
                </a:extLst>
              </p:cNvPr>
              <p:cNvSpPr/>
              <p:nvPr/>
            </p:nvSpPr>
            <p:spPr>
              <a:xfrm>
                <a:off x="1049100" y="2632730"/>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34" name="Rectángulo 133">
                <a:extLst>
                  <a:ext uri="{FF2B5EF4-FFF2-40B4-BE49-F238E27FC236}">
                    <a16:creationId xmlns:a16="http://schemas.microsoft.com/office/drawing/2014/main" id="{EB692695-B1B3-42AB-A3D8-DA4E02B67956}"/>
                  </a:ext>
                </a:extLst>
              </p:cNvPr>
              <p:cNvSpPr/>
              <p:nvPr/>
            </p:nvSpPr>
            <p:spPr>
              <a:xfrm rot="5400000">
                <a:off x="1950183" y="3462794"/>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35" name="Rectángulo 134">
                <a:extLst>
                  <a:ext uri="{FF2B5EF4-FFF2-40B4-BE49-F238E27FC236}">
                    <a16:creationId xmlns:a16="http://schemas.microsoft.com/office/drawing/2014/main" id="{CE357759-F0A0-4042-9A9C-367C5368CA5B}"/>
                  </a:ext>
                </a:extLst>
              </p:cNvPr>
              <p:cNvSpPr/>
              <p:nvPr/>
            </p:nvSpPr>
            <p:spPr>
              <a:xfrm rot="10800000">
                <a:off x="1049098" y="4292857"/>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36" name="Rectángulo 135">
                <a:extLst>
                  <a:ext uri="{FF2B5EF4-FFF2-40B4-BE49-F238E27FC236}">
                    <a16:creationId xmlns:a16="http://schemas.microsoft.com/office/drawing/2014/main" id="{DF33908D-0156-4E96-951D-29069CE8C51C}"/>
                  </a:ext>
                </a:extLst>
              </p:cNvPr>
              <p:cNvSpPr/>
              <p:nvPr/>
            </p:nvSpPr>
            <p:spPr>
              <a:xfrm rot="16200000">
                <a:off x="148018" y="3462794"/>
                <a:ext cx="1731146"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37" name="Rectángulo 136">
                <a:extLst>
                  <a:ext uri="{FF2B5EF4-FFF2-40B4-BE49-F238E27FC236}">
                    <a16:creationId xmlns:a16="http://schemas.microsoft.com/office/drawing/2014/main" id="{13E774BC-5740-4835-98FF-AD60352C8DD7}"/>
                  </a:ext>
                </a:extLst>
              </p:cNvPr>
              <p:cNvSpPr/>
              <p:nvPr/>
            </p:nvSpPr>
            <p:spPr>
              <a:xfrm rot="2564086">
                <a:off x="699848" y="3475009"/>
                <a:ext cx="2412000" cy="710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cxnSp>
            <p:nvCxnSpPr>
              <p:cNvPr id="138" name="Conector recto de flecha 137">
                <a:extLst>
                  <a:ext uri="{FF2B5EF4-FFF2-40B4-BE49-F238E27FC236}">
                    <a16:creationId xmlns:a16="http://schemas.microsoft.com/office/drawing/2014/main" id="{3125F75C-540D-4970-A6B5-B3E4AFE97088}"/>
                  </a:ext>
                </a:extLst>
              </p:cNvPr>
              <p:cNvCxnSpPr/>
              <p:nvPr/>
            </p:nvCxnSpPr>
            <p:spPr>
              <a:xfrm>
                <a:off x="2851267" y="4460623"/>
                <a:ext cx="0" cy="1036076"/>
              </a:xfrm>
              <a:prstGeom prst="straightConnector1">
                <a:avLst/>
              </a:prstGeom>
              <a:ln w="12700">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9" name="CuadroTexto 138">
                <a:extLst>
                  <a:ext uri="{FF2B5EF4-FFF2-40B4-BE49-F238E27FC236}">
                    <a16:creationId xmlns:a16="http://schemas.microsoft.com/office/drawing/2014/main" id="{671ED40F-EDD0-4BD1-9643-28AC0D98D115}"/>
                  </a:ext>
                </a:extLst>
              </p:cNvPr>
              <p:cNvSpPr txBox="1"/>
              <p:nvPr/>
            </p:nvSpPr>
            <p:spPr>
              <a:xfrm>
                <a:off x="2851267" y="4699144"/>
                <a:ext cx="275207" cy="369331"/>
              </a:xfrm>
              <a:prstGeom prst="rect">
                <a:avLst/>
              </a:prstGeom>
              <a:noFill/>
            </p:spPr>
            <p:txBody>
              <a:bodyPr wrap="square" rtlCol="0">
                <a:spAutoFit/>
              </a:bodyPr>
              <a:lstStyle/>
              <a:p>
                <a:r>
                  <a:rPr lang="es-ES" dirty="0">
                    <a:solidFill>
                      <a:srgbClr val="0000FF"/>
                    </a:solidFill>
                  </a:rPr>
                  <a:t>F</a:t>
                </a:r>
              </a:p>
            </p:txBody>
          </p:sp>
        </p:grpSp>
        <p:sp>
          <p:nvSpPr>
            <p:cNvPr id="132" name="Arco 131">
              <a:extLst>
                <a:ext uri="{FF2B5EF4-FFF2-40B4-BE49-F238E27FC236}">
                  <a16:creationId xmlns:a16="http://schemas.microsoft.com/office/drawing/2014/main" id="{5A699B48-AFAB-4D3C-920E-D2793D5456AC}"/>
                </a:ext>
              </a:extLst>
            </p:cNvPr>
            <p:cNvSpPr/>
            <p:nvPr/>
          </p:nvSpPr>
          <p:spPr>
            <a:xfrm rot="18086218">
              <a:off x="8564648" y="4247707"/>
              <a:ext cx="3627745" cy="3467539"/>
            </a:xfrm>
            <a:prstGeom prst="arc">
              <a:avLst>
                <a:gd name="adj1" fmla="val 16200000"/>
                <a:gd name="adj2" fmla="val 18493519"/>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grpSp>
      <p:sp>
        <p:nvSpPr>
          <p:cNvPr id="140" name="Explosión: 14 puntos 139">
            <a:extLst>
              <a:ext uri="{FF2B5EF4-FFF2-40B4-BE49-F238E27FC236}">
                <a16:creationId xmlns:a16="http://schemas.microsoft.com/office/drawing/2014/main" id="{B3B96F16-5A8F-4C02-99A8-4B70A2871E68}"/>
              </a:ext>
            </a:extLst>
          </p:cNvPr>
          <p:cNvSpPr/>
          <p:nvPr/>
        </p:nvSpPr>
        <p:spPr>
          <a:xfrm>
            <a:off x="10918841" y="4691856"/>
            <a:ext cx="322294" cy="355863"/>
          </a:xfrm>
          <a:prstGeom prst="irregularSeal2">
            <a:avLst/>
          </a:prstGeom>
          <a:solidFill>
            <a:schemeClr val="bg1"/>
          </a:solidFill>
          <a:ln>
            <a:solidFill>
              <a:srgbClr val="CC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1" name="CuadroTexto 140">
            <a:extLst>
              <a:ext uri="{FF2B5EF4-FFF2-40B4-BE49-F238E27FC236}">
                <a16:creationId xmlns:a16="http://schemas.microsoft.com/office/drawing/2014/main" id="{CB6766FF-C5E0-41E9-AFAE-FF715C2C8AD9}"/>
              </a:ext>
            </a:extLst>
          </p:cNvPr>
          <p:cNvSpPr txBox="1"/>
          <p:nvPr/>
        </p:nvSpPr>
        <p:spPr>
          <a:xfrm>
            <a:off x="7651358" y="5927047"/>
            <a:ext cx="603682" cy="338554"/>
          </a:xfrm>
          <a:prstGeom prst="rect">
            <a:avLst/>
          </a:prstGeom>
          <a:noFill/>
        </p:spPr>
        <p:txBody>
          <a:bodyPr wrap="square" rtlCol="0">
            <a:spAutoFit/>
          </a:bodyPr>
          <a:lstStyle/>
          <a:p>
            <a:r>
              <a:rPr lang="es-ES" sz="1600" dirty="0">
                <a:latin typeface="+mj-lt"/>
              </a:rPr>
              <a:t>(1)</a:t>
            </a:r>
          </a:p>
        </p:txBody>
      </p:sp>
      <p:sp>
        <p:nvSpPr>
          <p:cNvPr id="142" name="CuadroTexto 141">
            <a:extLst>
              <a:ext uri="{FF2B5EF4-FFF2-40B4-BE49-F238E27FC236}">
                <a16:creationId xmlns:a16="http://schemas.microsoft.com/office/drawing/2014/main" id="{277C6A2C-5603-4AF8-B944-969472696B99}"/>
              </a:ext>
            </a:extLst>
          </p:cNvPr>
          <p:cNvSpPr txBox="1"/>
          <p:nvPr/>
        </p:nvSpPr>
        <p:spPr>
          <a:xfrm>
            <a:off x="9139561" y="5923152"/>
            <a:ext cx="603682" cy="338554"/>
          </a:xfrm>
          <a:prstGeom prst="rect">
            <a:avLst/>
          </a:prstGeom>
          <a:noFill/>
        </p:spPr>
        <p:txBody>
          <a:bodyPr wrap="square" rtlCol="0">
            <a:spAutoFit/>
          </a:bodyPr>
          <a:lstStyle/>
          <a:p>
            <a:r>
              <a:rPr lang="es-ES" sz="1600" dirty="0">
                <a:latin typeface="+mj-lt"/>
              </a:rPr>
              <a:t>(2)</a:t>
            </a:r>
          </a:p>
        </p:txBody>
      </p:sp>
      <p:sp>
        <p:nvSpPr>
          <p:cNvPr id="143" name="CuadroTexto 142">
            <a:extLst>
              <a:ext uri="{FF2B5EF4-FFF2-40B4-BE49-F238E27FC236}">
                <a16:creationId xmlns:a16="http://schemas.microsoft.com/office/drawing/2014/main" id="{EA3F3C99-1016-4B55-8956-799E9BF0B0F4}"/>
              </a:ext>
            </a:extLst>
          </p:cNvPr>
          <p:cNvSpPr txBox="1"/>
          <p:nvPr/>
        </p:nvSpPr>
        <p:spPr>
          <a:xfrm>
            <a:off x="10729241" y="5923152"/>
            <a:ext cx="603682" cy="338554"/>
          </a:xfrm>
          <a:prstGeom prst="rect">
            <a:avLst/>
          </a:prstGeom>
          <a:noFill/>
        </p:spPr>
        <p:txBody>
          <a:bodyPr wrap="square" rtlCol="0">
            <a:spAutoFit/>
          </a:bodyPr>
          <a:lstStyle/>
          <a:p>
            <a:r>
              <a:rPr lang="es-ES" sz="1600" dirty="0">
                <a:latin typeface="+mj-lt"/>
              </a:rPr>
              <a:t>(3)</a:t>
            </a:r>
          </a:p>
        </p:txBody>
      </p:sp>
      <mc:AlternateContent xmlns:mc="http://schemas.openxmlformats.org/markup-compatibility/2006">
        <mc:Choice xmlns:a14="http://schemas.microsoft.com/office/drawing/2010/main" Requires="a14">
          <p:sp>
            <p:nvSpPr>
              <p:cNvPr id="144" name="CuadroTexto 143">
                <a:extLst>
                  <a:ext uri="{FF2B5EF4-FFF2-40B4-BE49-F238E27FC236}">
                    <a16:creationId xmlns:a16="http://schemas.microsoft.com/office/drawing/2014/main" id="{3F3595E6-0CFD-4FE3-8EFA-A16A8712DBEB}"/>
                  </a:ext>
                </a:extLst>
              </p:cNvPr>
              <p:cNvSpPr txBox="1"/>
              <p:nvPr/>
            </p:nvSpPr>
            <p:spPr>
              <a:xfrm>
                <a:off x="7093258" y="365125"/>
                <a:ext cx="4696288" cy="3158300"/>
              </a:xfrm>
              <a:prstGeom prst="rect">
                <a:avLst/>
              </a:prstGeom>
              <a:noFill/>
            </p:spPr>
            <p:txBody>
              <a:bodyPr wrap="square" rtlCol="0">
                <a:spAutoFit/>
              </a:bodyPr>
              <a:lstStyle/>
              <a:p>
                <a:r>
                  <a:rPr lang="es-ES" sz="1600" dirty="0">
                    <a:latin typeface="+mj-lt"/>
                  </a:rPr>
                  <a:t>Pandeo de un panel trabajando a cortadura se produce para un esfuerzo:</a:t>
                </a:r>
              </a:p>
              <a:p>
                <a:endParaRPr lang="es-ES" sz="1600" dirty="0">
                  <a:latin typeface="+mj-lt"/>
                </a:endParaRPr>
              </a:p>
              <a:p>
                <a:endParaRPr lang="es-ES" sz="1600" dirty="0">
                  <a:latin typeface="+mj-lt"/>
                </a:endParaRPr>
              </a:p>
              <a:p>
                <a:endParaRPr lang="es-ES" sz="1600" dirty="0">
                  <a:latin typeface="+mj-lt"/>
                </a:endParaRPr>
              </a:p>
              <a:p>
                <a:endParaRPr lang="es-ES" sz="1600" dirty="0">
                  <a:latin typeface="+mj-lt"/>
                </a:endParaRPr>
              </a:p>
              <a:p>
                <a:endParaRPr lang="es-ES" sz="1600" dirty="0">
                  <a:latin typeface="+mj-lt"/>
                </a:endParaRPr>
              </a:p>
              <a:p>
                <a:endParaRPr lang="es-ES" sz="1600" dirty="0">
                  <a:latin typeface="+mj-lt"/>
                </a:endParaRPr>
              </a:p>
              <a:p>
                <a:pPr marL="342900" indent="-342900">
                  <a:buAutoNum type="arabicPeriod"/>
                </a:pPr>
                <a:r>
                  <a:rPr lang="es-ES" sz="1600" dirty="0">
                    <a:latin typeface="+mj-lt"/>
                  </a:rPr>
                  <a:t>Se comienza a cargar la estructura (</a:t>
                </a:r>
                <a14:m>
                  <m:oMath xmlns:m="http://schemas.openxmlformats.org/officeDocument/2006/math">
                    <m:sSub>
                      <m:sSubPr>
                        <m:ctrlPr>
                          <a:rPr lang="es-ES" sz="1600" b="0" i="1" smtClean="0">
                            <a:latin typeface="Cambria Math" panose="02040503050406030204" pitchFamily="18" charset="0"/>
                          </a:rPr>
                        </m:ctrlPr>
                      </m:sSubPr>
                      <m:e>
                        <m:r>
                          <a:rPr lang="es-ES" sz="1600" b="0" i="1" smtClean="0">
                            <a:latin typeface="Cambria Math" panose="02040503050406030204" pitchFamily="18" charset="0"/>
                          </a:rPr>
                          <m:t>𝜏</m:t>
                        </m:r>
                      </m:e>
                      <m:sub>
                        <m:r>
                          <a:rPr lang="es-ES" sz="1600" b="0" i="1" smtClean="0">
                            <a:latin typeface="Cambria Math" panose="02040503050406030204" pitchFamily="18" charset="0"/>
                          </a:rPr>
                          <m:t>𝑎𝑝𝑝</m:t>
                        </m:r>
                      </m:sub>
                    </m:sSub>
                    <m:r>
                      <a:rPr lang="es-ES" sz="1600" b="0" i="1" smtClean="0">
                        <a:latin typeface="Cambria Math" panose="02040503050406030204" pitchFamily="18" charset="0"/>
                      </a:rPr>
                      <m:t>&lt;</m:t>
                    </m:r>
                    <m:sSub>
                      <m:sSubPr>
                        <m:ctrlPr>
                          <a:rPr lang="es-ES" sz="1600" b="0" i="1" smtClean="0">
                            <a:latin typeface="Cambria Math" panose="02040503050406030204" pitchFamily="18" charset="0"/>
                          </a:rPr>
                        </m:ctrlPr>
                      </m:sSubPr>
                      <m:e>
                        <m:r>
                          <a:rPr lang="es-ES" sz="1600" b="0" i="1" smtClean="0">
                            <a:latin typeface="Cambria Math" panose="02040503050406030204" pitchFamily="18" charset="0"/>
                          </a:rPr>
                          <m:t>𝜏</m:t>
                        </m:r>
                      </m:e>
                      <m:sub>
                        <m:r>
                          <a:rPr lang="es-ES" sz="1600" b="0" i="1" smtClean="0">
                            <a:latin typeface="Cambria Math" panose="02040503050406030204" pitchFamily="18" charset="0"/>
                          </a:rPr>
                          <m:t>𝑎𝑑𝑚</m:t>
                        </m:r>
                      </m:sub>
                    </m:sSub>
                  </m:oMath>
                </a14:m>
                <a:r>
                  <a:rPr lang="es-ES" sz="1600" dirty="0">
                    <a:latin typeface="+mj-lt"/>
                  </a:rPr>
                  <a:t>).</a:t>
                </a:r>
              </a:p>
              <a:p>
                <a:pPr marL="342900" indent="-342900">
                  <a:buAutoNum type="arabicPeriod"/>
                </a:pPr>
                <a:r>
                  <a:rPr lang="es-ES" sz="1600" dirty="0">
                    <a:latin typeface="+mj-lt"/>
                  </a:rPr>
                  <a:t>Se llega a </a:t>
                </a:r>
                <a14:m>
                  <m:oMath xmlns:m="http://schemas.openxmlformats.org/officeDocument/2006/math">
                    <m:sSub>
                      <m:sSubPr>
                        <m:ctrlPr>
                          <a:rPr lang="es-ES" sz="1600" b="0" i="1" smtClean="0">
                            <a:latin typeface="Cambria Math" panose="02040503050406030204" pitchFamily="18" charset="0"/>
                          </a:rPr>
                        </m:ctrlPr>
                      </m:sSubPr>
                      <m:e>
                        <m:r>
                          <a:rPr lang="es-ES" sz="1600" b="0" i="1" smtClean="0">
                            <a:latin typeface="Cambria Math" panose="02040503050406030204" pitchFamily="18" charset="0"/>
                          </a:rPr>
                          <m:t>𝜏</m:t>
                        </m:r>
                      </m:e>
                      <m:sub>
                        <m:r>
                          <a:rPr lang="es-ES" sz="1600" b="0" i="1" smtClean="0">
                            <a:latin typeface="Cambria Math" panose="02040503050406030204" pitchFamily="18" charset="0"/>
                          </a:rPr>
                          <m:t>𝑎𝑝𝑝</m:t>
                        </m:r>
                      </m:sub>
                    </m:sSub>
                    <m:r>
                      <a:rPr lang="es-ES" sz="1600" b="0" i="1" smtClean="0">
                        <a:latin typeface="Cambria Math" panose="02040503050406030204" pitchFamily="18" charset="0"/>
                      </a:rPr>
                      <m:t>≥</m:t>
                    </m:r>
                    <m:sSub>
                      <m:sSubPr>
                        <m:ctrlPr>
                          <a:rPr lang="es-ES" sz="1600" b="0" i="1" smtClean="0">
                            <a:latin typeface="Cambria Math" panose="02040503050406030204" pitchFamily="18" charset="0"/>
                          </a:rPr>
                        </m:ctrlPr>
                      </m:sSubPr>
                      <m:e>
                        <m:r>
                          <a:rPr lang="es-ES" sz="1600" b="0" i="1" smtClean="0">
                            <a:latin typeface="Cambria Math" panose="02040503050406030204" pitchFamily="18" charset="0"/>
                          </a:rPr>
                          <m:t>𝜏</m:t>
                        </m:r>
                      </m:e>
                      <m:sub>
                        <m:r>
                          <a:rPr lang="es-ES" sz="1600" b="0" i="1" smtClean="0">
                            <a:latin typeface="Cambria Math" panose="02040503050406030204" pitchFamily="18" charset="0"/>
                          </a:rPr>
                          <m:t>𝑎𝑑𝑚</m:t>
                        </m:r>
                      </m:sub>
                    </m:sSub>
                  </m:oMath>
                </a14:m>
                <a:r>
                  <a:rPr lang="es-ES" sz="1600" dirty="0">
                    <a:latin typeface="+mj-lt"/>
                  </a:rPr>
                  <a:t>: régimen </a:t>
                </a:r>
                <a:r>
                  <a:rPr lang="es-ES" sz="1600" dirty="0" err="1">
                    <a:latin typeface="+mj-lt"/>
                  </a:rPr>
                  <a:t>post-crítico</a:t>
                </a:r>
                <a:r>
                  <a:rPr lang="es-ES" sz="1600" dirty="0">
                    <a:latin typeface="+mj-lt"/>
                  </a:rPr>
                  <a:t>.</a:t>
                </a:r>
              </a:p>
              <a:p>
                <a:pPr marL="342900" indent="-342900">
                  <a:buAutoNum type="arabicPeriod"/>
                </a:pPr>
                <a:r>
                  <a:rPr lang="es-ES" sz="1600" dirty="0">
                    <a:latin typeface="+mj-lt"/>
                  </a:rPr>
                  <a:t>Si se alcanza </a:t>
                </a:r>
                <a14:m>
                  <m:oMath xmlns:m="http://schemas.openxmlformats.org/officeDocument/2006/math">
                    <m:sSub>
                      <m:sSubPr>
                        <m:ctrlPr>
                          <a:rPr lang="es-ES" sz="1600" b="0" i="1" smtClean="0">
                            <a:latin typeface="Cambria Math" panose="02040503050406030204" pitchFamily="18" charset="0"/>
                          </a:rPr>
                        </m:ctrlPr>
                      </m:sSubPr>
                      <m:e>
                        <m:r>
                          <a:rPr lang="es-ES" sz="1600" b="0" i="1" smtClean="0">
                            <a:latin typeface="Cambria Math" panose="02040503050406030204" pitchFamily="18" charset="0"/>
                          </a:rPr>
                          <m:t>𝐹</m:t>
                        </m:r>
                      </m:e>
                      <m:sub>
                        <m:r>
                          <a:rPr lang="es-ES" sz="1600" b="0" i="1" smtClean="0">
                            <a:latin typeface="Cambria Math" panose="02040503050406030204" pitchFamily="18" charset="0"/>
                          </a:rPr>
                          <m:t>𝑡𝑢</m:t>
                        </m:r>
                      </m:sub>
                    </m:sSub>
                  </m:oMath>
                </a14:m>
                <a:r>
                  <a:rPr lang="es-ES" sz="1600" dirty="0">
                    <a:latin typeface="+mj-lt"/>
                  </a:rPr>
                  <a:t> para los elementos a tracción: </a:t>
                </a:r>
                <a:r>
                  <a:rPr lang="es-ES" sz="1600" dirty="0">
                    <a:solidFill>
                      <a:srgbClr val="CC3399"/>
                    </a:solidFill>
                    <a:latin typeface="+mj-lt"/>
                  </a:rPr>
                  <a:t>FALLO</a:t>
                </a:r>
                <a:r>
                  <a:rPr lang="es-ES" sz="1600" dirty="0">
                    <a:latin typeface="+mj-lt"/>
                  </a:rPr>
                  <a:t>.</a:t>
                </a:r>
              </a:p>
            </p:txBody>
          </p:sp>
        </mc:Choice>
        <mc:Fallback>
          <p:sp>
            <p:nvSpPr>
              <p:cNvPr id="144" name="CuadroTexto 143">
                <a:extLst>
                  <a:ext uri="{FF2B5EF4-FFF2-40B4-BE49-F238E27FC236}">
                    <a16:creationId xmlns:a16="http://schemas.microsoft.com/office/drawing/2014/main" id="{3F3595E6-0CFD-4FE3-8EFA-A16A8712DBEB}"/>
                  </a:ext>
                </a:extLst>
              </p:cNvPr>
              <p:cNvSpPr txBox="1">
                <a:spLocks noRot="1" noChangeAspect="1" noMove="1" noResize="1" noEditPoints="1" noAdjustHandles="1" noChangeArrowheads="1" noChangeShapeType="1" noTextEdit="1"/>
              </p:cNvSpPr>
              <p:nvPr/>
            </p:nvSpPr>
            <p:spPr>
              <a:xfrm>
                <a:off x="7093258" y="365125"/>
                <a:ext cx="4696288" cy="3158300"/>
              </a:xfrm>
              <a:prstGeom prst="rect">
                <a:avLst/>
              </a:prstGeom>
              <a:blipFill>
                <a:blip r:embed="rId46"/>
                <a:stretch>
                  <a:fillRect l="-779" t="-579" r="-1169"/>
                </a:stretch>
              </a:blipFill>
            </p:spPr>
            <p:txBody>
              <a:bodyPr/>
              <a:lstStyle/>
              <a:p>
                <a:r>
                  <a:rPr lang="es-ES">
                    <a:noFill/>
                  </a:rPr>
                  <a:t> </a:t>
                </a:r>
              </a:p>
            </p:txBody>
          </p:sp>
        </mc:Fallback>
      </mc:AlternateContent>
    </p:spTree>
    <p:extLst>
      <p:ext uri="{BB962C8B-B14F-4D97-AF65-F5344CB8AC3E}">
        <p14:creationId xmlns:p14="http://schemas.microsoft.com/office/powerpoint/2010/main" val="3733518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Diagonal Tension - an overview | ScienceDirect Topics">
            <a:extLst>
              <a:ext uri="{FF2B5EF4-FFF2-40B4-BE49-F238E27FC236}">
                <a16:creationId xmlns:a16="http://schemas.microsoft.com/office/drawing/2014/main" id="{69610E40-3148-489C-BE34-6AACB2CFCD4A}"/>
              </a:ext>
            </a:extLst>
          </p:cNvPr>
          <p:cNvSpPr>
            <a:spLocks noChangeAspect="1" noChangeArrowheads="1"/>
          </p:cNvSpPr>
          <p:nvPr/>
        </p:nvSpPr>
        <p:spPr bwMode="auto">
          <a:xfrm>
            <a:off x="6209931" y="283271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3" name="Imagen 2">
            <a:extLst>
              <a:ext uri="{FF2B5EF4-FFF2-40B4-BE49-F238E27FC236}">
                <a16:creationId xmlns:a16="http://schemas.microsoft.com/office/drawing/2014/main" id="{1EF3D94C-06D6-4424-A73D-9A739AA35532}"/>
              </a:ext>
            </a:extLst>
          </p:cNvPr>
          <p:cNvPicPr>
            <a:picLocks noChangeAspect="1"/>
          </p:cNvPicPr>
          <p:nvPr/>
        </p:nvPicPr>
        <p:blipFill>
          <a:blip r:embed="rId3"/>
          <a:stretch>
            <a:fillRect/>
          </a:stretch>
        </p:blipFill>
        <p:spPr>
          <a:xfrm>
            <a:off x="6804062" y="833721"/>
            <a:ext cx="4775379" cy="1722560"/>
          </a:xfrm>
          <a:prstGeom prst="rect">
            <a:avLst/>
          </a:prstGeom>
        </p:spPr>
      </p:pic>
      <p:pic>
        <p:nvPicPr>
          <p:cNvPr id="7" name="Imagen 6">
            <a:extLst>
              <a:ext uri="{FF2B5EF4-FFF2-40B4-BE49-F238E27FC236}">
                <a16:creationId xmlns:a16="http://schemas.microsoft.com/office/drawing/2014/main" id="{42E0795C-3CD0-46C4-8959-D02941992002}"/>
              </a:ext>
            </a:extLst>
          </p:cNvPr>
          <p:cNvPicPr>
            <a:picLocks noChangeAspect="1"/>
          </p:cNvPicPr>
          <p:nvPr/>
        </p:nvPicPr>
        <p:blipFill>
          <a:blip r:embed="rId4"/>
          <a:stretch>
            <a:fillRect/>
          </a:stretch>
        </p:blipFill>
        <p:spPr>
          <a:xfrm>
            <a:off x="6917185" y="2912616"/>
            <a:ext cx="4397405" cy="2473540"/>
          </a:xfrm>
          <a:prstGeom prst="rect">
            <a:avLst/>
          </a:prstGeom>
        </p:spPr>
      </p:pic>
      <p:sp>
        <p:nvSpPr>
          <p:cNvPr id="8" name="Forma libre: forma 7">
            <a:extLst>
              <a:ext uri="{FF2B5EF4-FFF2-40B4-BE49-F238E27FC236}">
                <a16:creationId xmlns:a16="http://schemas.microsoft.com/office/drawing/2014/main" id="{7AB99130-B276-401C-9E5D-08C3FCB8ED4E}"/>
              </a:ext>
            </a:extLst>
          </p:cNvPr>
          <p:cNvSpPr/>
          <p:nvPr/>
        </p:nvSpPr>
        <p:spPr>
          <a:xfrm>
            <a:off x="8842160" y="4403325"/>
            <a:ext cx="2396971" cy="648070"/>
          </a:xfrm>
          <a:custGeom>
            <a:avLst/>
            <a:gdLst>
              <a:gd name="connsiteX0" fmla="*/ 0 w 2396971"/>
              <a:gd name="connsiteY0" fmla="*/ 150920 h 648070"/>
              <a:gd name="connsiteX1" fmla="*/ 2334827 w 2396971"/>
              <a:gd name="connsiteY1" fmla="*/ 0 h 648070"/>
              <a:gd name="connsiteX2" fmla="*/ 2396971 w 2396971"/>
              <a:gd name="connsiteY2" fmla="*/ 639192 h 648070"/>
              <a:gd name="connsiteX3" fmla="*/ 71021 w 2396971"/>
              <a:gd name="connsiteY3" fmla="*/ 648070 h 648070"/>
              <a:gd name="connsiteX4" fmla="*/ 0 w 2396971"/>
              <a:gd name="connsiteY4" fmla="*/ 150920 h 648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971" h="648070">
                <a:moveTo>
                  <a:pt x="0" y="150920"/>
                </a:moveTo>
                <a:lnTo>
                  <a:pt x="2334827" y="0"/>
                </a:lnTo>
                <a:lnTo>
                  <a:pt x="2396971" y="639192"/>
                </a:lnTo>
                <a:lnTo>
                  <a:pt x="71021" y="648070"/>
                </a:lnTo>
                <a:lnTo>
                  <a:pt x="0" y="150920"/>
                </a:lnTo>
                <a:close/>
              </a:path>
            </a:pathLst>
          </a:custGeom>
          <a:solidFill>
            <a:srgbClr val="0000FF">
              <a:alpha val="20000"/>
            </a:srgb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Imagen 11">
            <a:extLst>
              <a:ext uri="{FF2B5EF4-FFF2-40B4-BE49-F238E27FC236}">
                <a16:creationId xmlns:a16="http://schemas.microsoft.com/office/drawing/2014/main" id="{1349399E-C660-452B-98A1-FAA53D39994E}"/>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contrast="40000"/>
                    </a14:imgEffect>
                  </a14:imgLayer>
                </a14:imgProps>
              </a:ext>
            </a:extLst>
          </a:blip>
          <a:stretch>
            <a:fillRect/>
          </a:stretch>
        </p:blipFill>
        <p:spPr>
          <a:xfrm>
            <a:off x="696561" y="2912616"/>
            <a:ext cx="5110916" cy="2616789"/>
          </a:xfrm>
          <a:prstGeom prst="rect">
            <a:avLst/>
          </a:prstGeom>
        </p:spPr>
      </p:pic>
      <p:sp>
        <p:nvSpPr>
          <p:cNvPr id="13" name="Título 12">
            <a:extLst>
              <a:ext uri="{FF2B5EF4-FFF2-40B4-BE49-F238E27FC236}">
                <a16:creationId xmlns:a16="http://schemas.microsoft.com/office/drawing/2014/main" id="{52B14AA2-AEEA-4690-80DB-3A4431DA95D2}"/>
              </a:ext>
            </a:extLst>
          </p:cNvPr>
          <p:cNvSpPr>
            <a:spLocks noGrp="1"/>
          </p:cNvSpPr>
          <p:nvPr>
            <p:ph type="title"/>
          </p:nvPr>
        </p:nvSpPr>
        <p:spPr/>
        <p:txBody>
          <a:bodyPr/>
          <a:lstStyle/>
          <a:p>
            <a:r>
              <a:rPr lang="es-ES" dirty="0"/>
              <a:t>¿Dónde puede darse?</a:t>
            </a:r>
          </a:p>
        </p:txBody>
      </p:sp>
      <p:sp>
        <p:nvSpPr>
          <p:cNvPr id="15" name="Forma libre: forma 14">
            <a:extLst>
              <a:ext uri="{FF2B5EF4-FFF2-40B4-BE49-F238E27FC236}">
                <a16:creationId xmlns:a16="http://schemas.microsoft.com/office/drawing/2014/main" id="{182F945B-9A63-4CBB-9A04-1A3AAB164737}"/>
              </a:ext>
            </a:extLst>
          </p:cNvPr>
          <p:cNvSpPr/>
          <p:nvPr/>
        </p:nvSpPr>
        <p:spPr>
          <a:xfrm>
            <a:off x="1349406" y="3027285"/>
            <a:ext cx="4181382" cy="2006354"/>
          </a:xfrm>
          <a:custGeom>
            <a:avLst/>
            <a:gdLst>
              <a:gd name="connsiteX0" fmla="*/ 8877 w 4181382"/>
              <a:gd name="connsiteY0" fmla="*/ 1686758 h 2006354"/>
              <a:gd name="connsiteX1" fmla="*/ 0 w 4181382"/>
              <a:gd name="connsiteY1" fmla="*/ 2006354 h 2006354"/>
              <a:gd name="connsiteX2" fmla="*/ 4163627 w 4181382"/>
              <a:gd name="connsiteY2" fmla="*/ 79899 h 2006354"/>
              <a:gd name="connsiteX3" fmla="*/ 4181382 w 4181382"/>
              <a:gd name="connsiteY3" fmla="*/ 0 h 2006354"/>
              <a:gd name="connsiteX4" fmla="*/ 8877 w 4181382"/>
              <a:gd name="connsiteY4" fmla="*/ 1686758 h 2006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1382" h="2006354">
                <a:moveTo>
                  <a:pt x="8877" y="1686758"/>
                </a:moveTo>
                <a:lnTo>
                  <a:pt x="0" y="2006354"/>
                </a:lnTo>
                <a:lnTo>
                  <a:pt x="4163627" y="79899"/>
                </a:lnTo>
                <a:lnTo>
                  <a:pt x="4181382" y="0"/>
                </a:lnTo>
                <a:lnTo>
                  <a:pt x="8877" y="1686758"/>
                </a:lnTo>
                <a:close/>
              </a:path>
            </a:pathLst>
          </a:custGeom>
          <a:ln w="127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7" name="Conector recto de flecha 16">
            <a:extLst>
              <a:ext uri="{FF2B5EF4-FFF2-40B4-BE49-F238E27FC236}">
                <a16:creationId xmlns:a16="http://schemas.microsoft.com/office/drawing/2014/main" id="{03FD74D4-6568-42F6-BCDD-14BCDE3D2966}"/>
              </a:ext>
            </a:extLst>
          </p:cNvPr>
          <p:cNvCxnSpPr/>
          <p:nvPr/>
        </p:nvCxnSpPr>
        <p:spPr>
          <a:xfrm flipV="1">
            <a:off x="5530788" y="1934845"/>
            <a:ext cx="0" cy="1003176"/>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8" name="CuadroTexto 17">
            <a:extLst>
              <a:ext uri="{FF2B5EF4-FFF2-40B4-BE49-F238E27FC236}">
                <a16:creationId xmlns:a16="http://schemas.microsoft.com/office/drawing/2014/main" id="{6E9630EB-B20E-4790-A470-072100A3E655}"/>
              </a:ext>
            </a:extLst>
          </p:cNvPr>
          <p:cNvSpPr txBox="1"/>
          <p:nvPr/>
        </p:nvSpPr>
        <p:spPr>
          <a:xfrm>
            <a:off x="5186095" y="1690688"/>
            <a:ext cx="275207" cy="369332"/>
          </a:xfrm>
          <a:prstGeom prst="rect">
            <a:avLst/>
          </a:prstGeom>
          <a:noFill/>
        </p:spPr>
        <p:txBody>
          <a:bodyPr wrap="square" rtlCol="0">
            <a:spAutoFit/>
          </a:bodyPr>
          <a:lstStyle/>
          <a:p>
            <a:r>
              <a:rPr lang="es-ES" dirty="0">
                <a:solidFill>
                  <a:srgbClr val="0000FF"/>
                </a:solidFill>
              </a:rPr>
              <a:t>F</a:t>
            </a:r>
          </a:p>
        </p:txBody>
      </p:sp>
      <p:cxnSp>
        <p:nvCxnSpPr>
          <p:cNvPr id="30" name="Conector recto 29">
            <a:extLst>
              <a:ext uri="{FF2B5EF4-FFF2-40B4-BE49-F238E27FC236}">
                <a16:creationId xmlns:a16="http://schemas.microsoft.com/office/drawing/2014/main" id="{4D83D540-E7EF-45E1-A632-E463FD9999A4}"/>
              </a:ext>
            </a:extLst>
          </p:cNvPr>
          <p:cNvCxnSpPr>
            <a:cxnSpLocks/>
          </p:cNvCxnSpPr>
          <p:nvPr/>
        </p:nvCxnSpPr>
        <p:spPr>
          <a:xfrm>
            <a:off x="1352033" y="3967211"/>
            <a:ext cx="0" cy="1651246"/>
          </a:xfrm>
          <a:prstGeom prst="line">
            <a:avLst/>
          </a:prstGeom>
          <a:ln w="19050"/>
        </p:spPr>
        <p:style>
          <a:lnRef idx="1">
            <a:schemeClr val="dk1"/>
          </a:lnRef>
          <a:fillRef idx="0">
            <a:schemeClr val="dk1"/>
          </a:fillRef>
          <a:effectRef idx="0">
            <a:schemeClr val="dk1"/>
          </a:effectRef>
          <a:fontRef idx="minor">
            <a:schemeClr val="tx1"/>
          </a:fontRef>
        </p:style>
      </p:cxnSp>
      <p:cxnSp>
        <p:nvCxnSpPr>
          <p:cNvPr id="31" name="Conector recto 30">
            <a:extLst>
              <a:ext uri="{FF2B5EF4-FFF2-40B4-BE49-F238E27FC236}">
                <a16:creationId xmlns:a16="http://schemas.microsoft.com/office/drawing/2014/main" id="{2126CB76-6F4D-47AD-B445-491B242CD6A5}"/>
              </a:ext>
            </a:extLst>
          </p:cNvPr>
          <p:cNvCxnSpPr>
            <a:cxnSpLocks/>
          </p:cNvCxnSpPr>
          <p:nvPr/>
        </p:nvCxnSpPr>
        <p:spPr>
          <a:xfrm flipH="1">
            <a:off x="1066466" y="4148411"/>
            <a:ext cx="198604" cy="152400"/>
          </a:xfrm>
          <a:prstGeom prst="line">
            <a:avLst/>
          </a:prstGeom>
          <a:ln w="19050"/>
        </p:spPr>
        <p:style>
          <a:lnRef idx="1">
            <a:schemeClr val="dk1"/>
          </a:lnRef>
          <a:fillRef idx="0">
            <a:schemeClr val="dk1"/>
          </a:fillRef>
          <a:effectRef idx="0">
            <a:schemeClr val="dk1"/>
          </a:effectRef>
          <a:fontRef idx="minor">
            <a:schemeClr val="tx1"/>
          </a:fontRef>
        </p:style>
      </p:cxnSp>
      <p:cxnSp>
        <p:nvCxnSpPr>
          <p:cNvPr id="33" name="Conector recto 32">
            <a:extLst>
              <a:ext uri="{FF2B5EF4-FFF2-40B4-BE49-F238E27FC236}">
                <a16:creationId xmlns:a16="http://schemas.microsoft.com/office/drawing/2014/main" id="{687B7CC2-7D91-4D94-9DD0-A882B670BACA}"/>
              </a:ext>
            </a:extLst>
          </p:cNvPr>
          <p:cNvCxnSpPr>
            <a:cxnSpLocks/>
          </p:cNvCxnSpPr>
          <p:nvPr/>
        </p:nvCxnSpPr>
        <p:spPr>
          <a:xfrm flipH="1">
            <a:off x="1066466" y="4291934"/>
            <a:ext cx="198604" cy="152400"/>
          </a:xfrm>
          <a:prstGeom prst="line">
            <a:avLst/>
          </a:prstGeom>
          <a:ln w="19050"/>
        </p:spPr>
        <p:style>
          <a:lnRef idx="1">
            <a:schemeClr val="dk1"/>
          </a:lnRef>
          <a:fillRef idx="0">
            <a:schemeClr val="dk1"/>
          </a:fillRef>
          <a:effectRef idx="0">
            <a:schemeClr val="dk1"/>
          </a:effectRef>
          <a:fontRef idx="minor">
            <a:schemeClr val="tx1"/>
          </a:fontRef>
        </p:style>
      </p:cxnSp>
      <p:cxnSp>
        <p:nvCxnSpPr>
          <p:cNvPr id="34" name="Conector recto 33">
            <a:extLst>
              <a:ext uri="{FF2B5EF4-FFF2-40B4-BE49-F238E27FC236}">
                <a16:creationId xmlns:a16="http://schemas.microsoft.com/office/drawing/2014/main" id="{0A3E85A2-9B02-4F95-B4AC-77A207DE0481}"/>
              </a:ext>
            </a:extLst>
          </p:cNvPr>
          <p:cNvCxnSpPr>
            <a:cxnSpLocks/>
          </p:cNvCxnSpPr>
          <p:nvPr/>
        </p:nvCxnSpPr>
        <p:spPr>
          <a:xfrm flipH="1">
            <a:off x="1065390" y="4435457"/>
            <a:ext cx="198604" cy="152400"/>
          </a:xfrm>
          <a:prstGeom prst="line">
            <a:avLst/>
          </a:prstGeom>
          <a:ln w="19050"/>
        </p:spPr>
        <p:style>
          <a:lnRef idx="1">
            <a:schemeClr val="dk1"/>
          </a:lnRef>
          <a:fillRef idx="0">
            <a:schemeClr val="dk1"/>
          </a:fillRef>
          <a:effectRef idx="0">
            <a:schemeClr val="dk1"/>
          </a:effectRef>
          <a:fontRef idx="minor">
            <a:schemeClr val="tx1"/>
          </a:fontRef>
        </p:style>
      </p:cxnSp>
      <p:cxnSp>
        <p:nvCxnSpPr>
          <p:cNvPr id="35" name="Conector recto 34">
            <a:extLst>
              <a:ext uri="{FF2B5EF4-FFF2-40B4-BE49-F238E27FC236}">
                <a16:creationId xmlns:a16="http://schemas.microsoft.com/office/drawing/2014/main" id="{F29FACED-B7B0-411E-9EDC-62BDF032BA35}"/>
              </a:ext>
            </a:extLst>
          </p:cNvPr>
          <p:cNvCxnSpPr>
            <a:cxnSpLocks/>
          </p:cNvCxnSpPr>
          <p:nvPr/>
        </p:nvCxnSpPr>
        <p:spPr>
          <a:xfrm flipH="1">
            <a:off x="1065390" y="4585613"/>
            <a:ext cx="198604" cy="152400"/>
          </a:xfrm>
          <a:prstGeom prst="line">
            <a:avLst/>
          </a:prstGeom>
          <a:ln w="19050"/>
        </p:spPr>
        <p:style>
          <a:lnRef idx="1">
            <a:schemeClr val="dk1"/>
          </a:lnRef>
          <a:fillRef idx="0">
            <a:schemeClr val="dk1"/>
          </a:fillRef>
          <a:effectRef idx="0">
            <a:schemeClr val="dk1"/>
          </a:effectRef>
          <a:fontRef idx="minor">
            <a:schemeClr val="tx1"/>
          </a:fontRef>
        </p:style>
      </p:cxnSp>
      <p:cxnSp>
        <p:nvCxnSpPr>
          <p:cNvPr id="36" name="Conector recto 35">
            <a:extLst>
              <a:ext uri="{FF2B5EF4-FFF2-40B4-BE49-F238E27FC236}">
                <a16:creationId xmlns:a16="http://schemas.microsoft.com/office/drawing/2014/main" id="{D2DE52A2-7B5F-477D-AFF2-E26E32A77531}"/>
              </a:ext>
            </a:extLst>
          </p:cNvPr>
          <p:cNvCxnSpPr>
            <a:cxnSpLocks/>
          </p:cNvCxnSpPr>
          <p:nvPr/>
        </p:nvCxnSpPr>
        <p:spPr>
          <a:xfrm flipH="1">
            <a:off x="1065390" y="4722503"/>
            <a:ext cx="198604" cy="152400"/>
          </a:xfrm>
          <a:prstGeom prst="line">
            <a:avLst/>
          </a:prstGeom>
          <a:ln w="19050"/>
        </p:spPr>
        <p:style>
          <a:lnRef idx="1">
            <a:schemeClr val="dk1"/>
          </a:lnRef>
          <a:fillRef idx="0">
            <a:schemeClr val="dk1"/>
          </a:fillRef>
          <a:effectRef idx="0">
            <a:schemeClr val="dk1"/>
          </a:effectRef>
          <a:fontRef idx="minor">
            <a:schemeClr val="tx1"/>
          </a:fontRef>
        </p:style>
      </p:cxnSp>
      <p:cxnSp>
        <p:nvCxnSpPr>
          <p:cNvPr id="38" name="Conector recto 37">
            <a:extLst>
              <a:ext uri="{FF2B5EF4-FFF2-40B4-BE49-F238E27FC236}">
                <a16:creationId xmlns:a16="http://schemas.microsoft.com/office/drawing/2014/main" id="{0219BDCA-4CFA-4633-866E-CC821774D939}"/>
              </a:ext>
            </a:extLst>
          </p:cNvPr>
          <p:cNvCxnSpPr>
            <a:cxnSpLocks/>
          </p:cNvCxnSpPr>
          <p:nvPr/>
        </p:nvCxnSpPr>
        <p:spPr>
          <a:xfrm flipH="1">
            <a:off x="1066466" y="4866811"/>
            <a:ext cx="198604" cy="152400"/>
          </a:xfrm>
          <a:prstGeom prst="line">
            <a:avLst/>
          </a:prstGeom>
          <a:ln w="19050"/>
        </p:spPr>
        <p:style>
          <a:lnRef idx="1">
            <a:schemeClr val="dk1"/>
          </a:lnRef>
          <a:fillRef idx="0">
            <a:schemeClr val="dk1"/>
          </a:fillRef>
          <a:effectRef idx="0">
            <a:schemeClr val="dk1"/>
          </a:effectRef>
          <a:fontRef idx="minor">
            <a:schemeClr val="tx1"/>
          </a:fontRef>
        </p:style>
      </p:cxnSp>
      <p:cxnSp>
        <p:nvCxnSpPr>
          <p:cNvPr id="39" name="Conector recto 38">
            <a:extLst>
              <a:ext uri="{FF2B5EF4-FFF2-40B4-BE49-F238E27FC236}">
                <a16:creationId xmlns:a16="http://schemas.microsoft.com/office/drawing/2014/main" id="{CE59F122-DF3B-4AFB-ACD9-AE24CA9F241A}"/>
              </a:ext>
            </a:extLst>
          </p:cNvPr>
          <p:cNvCxnSpPr>
            <a:cxnSpLocks/>
          </p:cNvCxnSpPr>
          <p:nvPr/>
        </p:nvCxnSpPr>
        <p:spPr>
          <a:xfrm flipH="1">
            <a:off x="1066466" y="5010334"/>
            <a:ext cx="198604" cy="152400"/>
          </a:xfrm>
          <a:prstGeom prst="line">
            <a:avLst/>
          </a:prstGeom>
          <a:ln w="19050"/>
        </p:spPr>
        <p:style>
          <a:lnRef idx="1">
            <a:schemeClr val="dk1"/>
          </a:lnRef>
          <a:fillRef idx="0">
            <a:schemeClr val="dk1"/>
          </a:fillRef>
          <a:effectRef idx="0">
            <a:schemeClr val="dk1"/>
          </a:effectRef>
          <a:fontRef idx="minor">
            <a:schemeClr val="tx1"/>
          </a:fontRef>
        </p:style>
      </p:cxnSp>
      <p:cxnSp>
        <p:nvCxnSpPr>
          <p:cNvPr id="40" name="Conector recto 39">
            <a:extLst>
              <a:ext uri="{FF2B5EF4-FFF2-40B4-BE49-F238E27FC236}">
                <a16:creationId xmlns:a16="http://schemas.microsoft.com/office/drawing/2014/main" id="{798F7F16-212B-4047-8A0F-84255EC4D4F1}"/>
              </a:ext>
            </a:extLst>
          </p:cNvPr>
          <p:cNvCxnSpPr>
            <a:cxnSpLocks/>
          </p:cNvCxnSpPr>
          <p:nvPr/>
        </p:nvCxnSpPr>
        <p:spPr>
          <a:xfrm flipH="1">
            <a:off x="1065390" y="5153857"/>
            <a:ext cx="198604" cy="152400"/>
          </a:xfrm>
          <a:prstGeom prst="line">
            <a:avLst/>
          </a:prstGeom>
          <a:ln w="19050"/>
        </p:spPr>
        <p:style>
          <a:lnRef idx="1">
            <a:schemeClr val="dk1"/>
          </a:lnRef>
          <a:fillRef idx="0">
            <a:schemeClr val="dk1"/>
          </a:fillRef>
          <a:effectRef idx="0">
            <a:schemeClr val="dk1"/>
          </a:effectRef>
          <a:fontRef idx="minor">
            <a:schemeClr val="tx1"/>
          </a:fontRef>
        </p:style>
      </p:cxnSp>
      <p:cxnSp>
        <p:nvCxnSpPr>
          <p:cNvPr id="41" name="Conector recto 40">
            <a:extLst>
              <a:ext uri="{FF2B5EF4-FFF2-40B4-BE49-F238E27FC236}">
                <a16:creationId xmlns:a16="http://schemas.microsoft.com/office/drawing/2014/main" id="{B4D7CD9F-DFB2-4A7C-BCFB-5278836BFF55}"/>
              </a:ext>
            </a:extLst>
          </p:cNvPr>
          <p:cNvCxnSpPr>
            <a:cxnSpLocks/>
          </p:cNvCxnSpPr>
          <p:nvPr/>
        </p:nvCxnSpPr>
        <p:spPr>
          <a:xfrm flipH="1">
            <a:off x="1065390" y="5304013"/>
            <a:ext cx="198604" cy="152400"/>
          </a:xfrm>
          <a:prstGeom prst="line">
            <a:avLst/>
          </a:prstGeom>
          <a:ln w="19050"/>
        </p:spPr>
        <p:style>
          <a:lnRef idx="1">
            <a:schemeClr val="dk1"/>
          </a:lnRef>
          <a:fillRef idx="0">
            <a:schemeClr val="dk1"/>
          </a:fillRef>
          <a:effectRef idx="0">
            <a:schemeClr val="dk1"/>
          </a:effectRef>
          <a:fontRef idx="minor">
            <a:schemeClr val="tx1"/>
          </a:fontRef>
        </p:style>
      </p:cxnSp>
      <p:cxnSp>
        <p:nvCxnSpPr>
          <p:cNvPr id="42" name="Conector recto 41">
            <a:extLst>
              <a:ext uri="{FF2B5EF4-FFF2-40B4-BE49-F238E27FC236}">
                <a16:creationId xmlns:a16="http://schemas.microsoft.com/office/drawing/2014/main" id="{A923F0B0-E531-4126-AE58-F8E2A45DC695}"/>
              </a:ext>
            </a:extLst>
          </p:cNvPr>
          <p:cNvCxnSpPr>
            <a:cxnSpLocks/>
          </p:cNvCxnSpPr>
          <p:nvPr/>
        </p:nvCxnSpPr>
        <p:spPr>
          <a:xfrm flipH="1">
            <a:off x="1065390" y="5440903"/>
            <a:ext cx="198604" cy="15240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82222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a:extLst>
              <a:ext uri="{FF2B5EF4-FFF2-40B4-BE49-F238E27FC236}">
                <a16:creationId xmlns:a16="http://schemas.microsoft.com/office/drawing/2014/main" id="{52B14AA2-AEEA-4690-80DB-3A4431DA95D2}"/>
              </a:ext>
            </a:extLst>
          </p:cNvPr>
          <p:cNvSpPr>
            <a:spLocks noGrp="1"/>
          </p:cNvSpPr>
          <p:nvPr>
            <p:ph type="title" idx="4294967295"/>
          </p:nvPr>
        </p:nvSpPr>
        <p:spPr>
          <a:xfrm>
            <a:off x="492737" y="83461"/>
            <a:ext cx="10515600" cy="1325563"/>
          </a:xfrm>
        </p:spPr>
        <p:txBody>
          <a:bodyPr>
            <a:normAutofit/>
          </a:bodyPr>
          <a:lstStyle/>
          <a:p>
            <a:r>
              <a:rPr lang="es-ES" sz="2800" dirty="0"/>
              <a:t>MODELO 1: Vigas de </a:t>
            </a:r>
            <a:r>
              <a:rPr lang="es-ES" sz="2800" u="sng" dirty="0"/>
              <a:t>alma estable</a:t>
            </a:r>
          </a:p>
        </p:txBody>
      </p:sp>
      <p:sp>
        <p:nvSpPr>
          <p:cNvPr id="4" name="AutoShape 2" descr="Diagonal Tension - an overview | ScienceDirect Topics">
            <a:extLst>
              <a:ext uri="{FF2B5EF4-FFF2-40B4-BE49-F238E27FC236}">
                <a16:creationId xmlns:a16="http://schemas.microsoft.com/office/drawing/2014/main" id="{69610E40-3148-489C-BE34-6AACB2CFCD4A}"/>
              </a:ext>
            </a:extLst>
          </p:cNvPr>
          <p:cNvSpPr>
            <a:spLocks noChangeAspect="1" noChangeArrowheads="1"/>
          </p:cNvSpPr>
          <p:nvPr/>
        </p:nvSpPr>
        <p:spPr bwMode="auto">
          <a:xfrm>
            <a:off x="6494376" y="2990747"/>
            <a:ext cx="287335" cy="28712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16" name="Rectangle 5">
            <a:extLst>
              <a:ext uri="{FF2B5EF4-FFF2-40B4-BE49-F238E27FC236}">
                <a16:creationId xmlns:a16="http://schemas.microsoft.com/office/drawing/2014/main" id="{B24CAB08-9E02-4497-A5F3-5D2A6F9272D4}"/>
              </a:ext>
            </a:extLst>
          </p:cNvPr>
          <p:cNvSpPr/>
          <p:nvPr/>
        </p:nvSpPr>
        <p:spPr>
          <a:xfrm>
            <a:off x="4962714" y="1680021"/>
            <a:ext cx="5722249" cy="2999830"/>
          </a:xfrm>
          <a:prstGeom prst="rect">
            <a:avLst/>
          </a:prstGeom>
          <a:solidFill>
            <a:srgbClr val="D9D9D9">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6">
            <a:extLst>
              <a:ext uri="{FF2B5EF4-FFF2-40B4-BE49-F238E27FC236}">
                <a16:creationId xmlns:a16="http://schemas.microsoft.com/office/drawing/2014/main" id="{64B3FB4B-7424-4F94-A51E-E17FE645EB45}"/>
              </a:ext>
            </a:extLst>
          </p:cNvPr>
          <p:cNvSpPr/>
          <p:nvPr/>
        </p:nvSpPr>
        <p:spPr>
          <a:xfrm>
            <a:off x="4962714" y="1680021"/>
            <a:ext cx="5722249" cy="363490"/>
          </a:xfrm>
          <a:prstGeom prst="rect">
            <a:avLst/>
          </a:prstGeom>
          <a:solidFill>
            <a:srgbClr val="D9D9D9">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Rectangle 7">
            <a:extLst>
              <a:ext uri="{FF2B5EF4-FFF2-40B4-BE49-F238E27FC236}">
                <a16:creationId xmlns:a16="http://schemas.microsoft.com/office/drawing/2014/main" id="{FDFCB27B-E687-4132-AE65-6E0F1C1295D4}"/>
              </a:ext>
            </a:extLst>
          </p:cNvPr>
          <p:cNvSpPr/>
          <p:nvPr/>
        </p:nvSpPr>
        <p:spPr>
          <a:xfrm>
            <a:off x="4962714" y="4262636"/>
            <a:ext cx="5722249" cy="417215"/>
          </a:xfrm>
          <a:prstGeom prst="rect">
            <a:avLst/>
          </a:prstGeom>
          <a:solidFill>
            <a:srgbClr val="D9D9D9">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1" name="Group 8">
            <a:extLst>
              <a:ext uri="{FF2B5EF4-FFF2-40B4-BE49-F238E27FC236}">
                <a16:creationId xmlns:a16="http://schemas.microsoft.com/office/drawing/2014/main" id="{410FAE03-7F72-4AAF-A7BF-D78822246EC3}"/>
              </a:ext>
            </a:extLst>
          </p:cNvPr>
          <p:cNvGrpSpPr/>
          <p:nvPr/>
        </p:nvGrpSpPr>
        <p:grpSpPr>
          <a:xfrm>
            <a:off x="5147152" y="1744614"/>
            <a:ext cx="5440973" cy="236081"/>
            <a:chOff x="4485545" y="2119482"/>
            <a:chExt cx="5771688" cy="250612"/>
          </a:xfrm>
          <a:solidFill>
            <a:schemeClr val="bg1">
              <a:lumMod val="65000"/>
            </a:schemeClr>
          </a:solidFill>
        </p:grpSpPr>
        <p:grpSp>
          <p:nvGrpSpPr>
            <p:cNvPr id="22" name="Group 9">
              <a:extLst>
                <a:ext uri="{FF2B5EF4-FFF2-40B4-BE49-F238E27FC236}">
                  <a16:creationId xmlns:a16="http://schemas.microsoft.com/office/drawing/2014/main" id="{7DD08BB4-61C1-49B9-BF36-130F9C899CD8}"/>
                </a:ext>
              </a:extLst>
            </p:cNvPr>
            <p:cNvGrpSpPr/>
            <p:nvPr/>
          </p:nvGrpSpPr>
          <p:grpSpPr>
            <a:xfrm>
              <a:off x="4485545" y="2121762"/>
              <a:ext cx="675397" cy="248332"/>
              <a:chOff x="4485545" y="2121762"/>
              <a:chExt cx="675397" cy="248332"/>
            </a:xfrm>
            <a:grpFill/>
          </p:grpSpPr>
          <p:grpSp>
            <p:nvGrpSpPr>
              <p:cNvPr id="89" name="Group 79">
                <a:extLst>
                  <a:ext uri="{FF2B5EF4-FFF2-40B4-BE49-F238E27FC236}">
                    <a16:creationId xmlns:a16="http://schemas.microsoft.com/office/drawing/2014/main" id="{7EA4BD6F-F905-46B6-8096-09E38AF4442A}"/>
                  </a:ext>
                </a:extLst>
              </p:cNvPr>
              <p:cNvGrpSpPr/>
              <p:nvPr/>
            </p:nvGrpSpPr>
            <p:grpSpPr>
              <a:xfrm>
                <a:off x="4485545" y="2121762"/>
                <a:ext cx="267497" cy="248332"/>
                <a:chOff x="4510310" y="2121762"/>
                <a:chExt cx="267497" cy="248332"/>
              </a:xfrm>
              <a:grpFill/>
            </p:grpSpPr>
            <p:sp>
              <p:nvSpPr>
                <p:cNvPr id="95" name="Oval 85">
                  <a:extLst>
                    <a:ext uri="{FF2B5EF4-FFF2-40B4-BE49-F238E27FC236}">
                      <a16:creationId xmlns:a16="http://schemas.microsoft.com/office/drawing/2014/main" id="{23C0D5A6-D8DC-43F6-8C3E-3940E7FFC439}"/>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Oval 86">
                  <a:extLst>
                    <a:ext uri="{FF2B5EF4-FFF2-40B4-BE49-F238E27FC236}">
                      <a16:creationId xmlns:a16="http://schemas.microsoft.com/office/drawing/2014/main" id="{168592BA-58C8-44F3-8EFF-7352D6C93327}"/>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Oval 87">
                  <a:extLst>
                    <a:ext uri="{FF2B5EF4-FFF2-40B4-BE49-F238E27FC236}">
                      <a16:creationId xmlns:a16="http://schemas.microsoft.com/office/drawing/2014/main" id="{6520106A-0C0D-4D6E-8BE5-8B815A42B76F}"/>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88">
                  <a:extLst>
                    <a:ext uri="{FF2B5EF4-FFF2-40B4-BE49-F238E27FC236}">
                      <a16:creationId xmlns:a16="http://schemas.microsoft.com/office/drawing/2014/main" id="{B16C5686-2AB5-44ED-9322-1965A4DDA9B1}"/>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0" name="Group 80">
                <a:extLst>
                  <a:ext uri="{FF2B5EF4-FFF2-40B4-BE49-F238E27FC236}">
                    <a16:creationId xmlns:a16="http://schemas.microsoft.com/office/drawing/2014/main" id="{8ECAE41E-FC5C-4C9B-BA11-23DC3F506054}"/>
                  </a:ext>
                </a:extLst>
              </p:cNvPr>
              <p:cNvGrpSpPr/>
              <p:nvPr/>
            </p:nvGrpSpPr>
            <p:grpSpPr>
              <a:xfrm>
                <a:off x="4893445" y="2121762"/>
                <a:ext cx="267497" cy="248332"/>
                <a:chOff x="4510310" y="2121762"/>
                <a:chExt cx="267497" cy="248332"/>
              </a:xfrm>
              <a:grpFill/>
            </p:grpSpPr>
            <p:sp>
              <p:nvSpPr>
                <p:cNvPr id="91" name="Oval 81">
                  <a:extLst>
                    <a:ext uri="{FF2B5EF4-FFF2-40B4-BE49-F238E27FC236}">
                      <a16:creationId xmlns:a16="http://schemas.microsoft.com/office/drawing/2014/main" id="{D3699F06-FF74-4D58-9C63-664C1D488939}"/>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82">
                  <a:extLst>
                    <a:ext uri="{FF2B5EF4-FFF2-40B4-BE49-F238E27FC236}">
                      <a16:creationId xmlns:a16="http://schemas.microsoft.com/office/drawing/2014/main" id="{A5186158-488E-466A-A396-A5671ED227BF}"/>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Oval 83">
                  <a:extLst>
                    <a:ext uri="{FF2B5EF4-FFF2-40B4-BE49-F238E27FC236}">
                      <a16:creationId xmlns:a16="http://schemas.microsoft.com/office/drawing/2014/main" id="{44E207F1-E7B8-432D-A291-A337D1E1C243}"/>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Oval 84">
                  <a:extLst>
                    <a:ext uri="{FF2B5EF4-FFF2-40B4-BE49-F238E27FC236}">
                      <a16:creationId xmlns:a16="http://schemas.microsoft.com/office/drawing/2014/main" id="{C7537591-0436-46B9-9F5D-B8A1684BB4D7}"/>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3" name="Group 10">
              <a:extLst>
                <a:ext uri="{FF2B5EF4-FFF2-40B4-BE49-F238E27FC236}">
                  <a16:creationId xmlns:a16="http://schemas.microsoft.com/office/drawing/2014/main" id="{995BE1CF-1E22-4762-B9F8-8A609E58A86C}"/>
                </a:ext>
              </a:extLst>
            </p:cNvPr>
            <p:cNvGrpSpPr/>
            <p:nvPr/>
          </p:nvGrpSpPr>
          <p:grpSpPr>
            <a:xfrm>
              <a:off x="5301345" y="2121762"/>
              <a:ext cx="675397" cy="248332"/>
              <a:chOff x="4485545" y="2121762"/>
              <a:chExt cx="675397" cy="248332"/>
            </a:xfrm>
            <a:grpFill/>
          </p:grpSpPr>
          <p:grpSp>
            <p:nvGrpSpPr>
              <p:cNvPr id="79" name="Group 69">
                <a:extLst>
                  <a:ext uri="{FF2B5EF4-FFF2-40B4-BE49-F238E27FC236}">
                    <a16:creationId xmlns:a16="http://schemas.microsoft.com/office/drawing/2014/main" id="{482E2798-1BAA-4D73-9B7D-4754673C52B2}"/>
                  </a:ext>
                </a:extLst>
              </p:cNvPr>
              <p:cNvGrpSpPr/>
              <p:nvPr/>
            </p:nvGrpSpPr>
            <p:grpSpPr>
              <a:xfrm>
                <a:off x="4485545" y="2121762"/>
                <a:ext cx="267497" cy="248332"/>
                <a:chOff x="4510310" y="2121762"/>
                <a:chExt cx="267497" cy="248332"/>
              </a:xfrm>
              <a:grpFill/>
            </p:grpSpPr>
            <p:sp>
              <p:nvSpPr>
                <p:cNvPr id="85" name="Oval 75">
                  <a:extLst>
                    <a:ext uri="{FF2B5EF4-FFF2-40B4-BE49-F238E27FC236}">
                      <a16:creationId xmlns:a16="http://schemas.microsoft.com/office/drawing/2014/main" id="{24E09870-E0F0-4367-93EA-34421469A127}"/>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76">
                  <a:extLst>
                    <a:ext uri="{FF2B5EF4-FFF2-40B4-BE49-F238E27FC236}">
                      <a16:creationId xmlns:a16="http://schemas.microsoft.com/office/drawing/2014/main" id="{3C2C0EAF-1488-45E4-B103-A56792D5D5F2}"/>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Oval 77">
                  <a:extLst>
                    <a:ext uri="{FF2B5EF4-FFF2-40B4-BE49-F238E27FC236}">
                      <a16:creationId xmlns:a16="http://schemas.microsoft.com/office/drawing/2014/main" id="{20C377FE-5572-4B66-8AE8-05585DBD8FF2}"/>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78">
                  <a:extLst>
                    <a:ext uri="{FF2B5EF4-FFF2-40B4-BE49-F238E27FC236}">
                      <a16:creationId xmlns:a16="http://schemas.microsoft.com/office/drawing/2014/main" id="{1DC435A3-175A-423F-B6D0-C6B44129C480}"/>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80" name="Group 70">
                <a:extLst>
                  <a:ext uri="{FF2B5EF4-FFF2-40B4-BE49-F238E27FC236}">
                    <a16:creationId xmlns:a16="http://schemas.microsoft.com/office/drawing/2014/main" id="{1D270B9B-F6FF-4CED-934E-F9848F3D9F9A}"/>
                  </a:ext>
                </a:extLst>
              </p:cNvPr>
              <p:cNvGrpSpPr/>
              <p:nvPr/>
            </p:nvGrpSpPr>
            <p:grpSpPr>
              <a:xfrm>
                <a:off x="4893445" y="2121762"/>
                <a:ext cx="267497" cy="248332"/>
                <a:chOff x="4510310" y="2121762"/>
                <a:chExt cx="267497" cy="248332"/>
              </a:xfrm>
              <a:grpFill/>
            </p:grpSpPr>
            <p:sp>
              <p:nvSpPr>
                <p:cNvPr id="81" name="Oval 71">
                  <a:extLst>
                    <a:ext uri="{FF2B5EF4-FFF2-40B4-BE49-F238E27FC236}">
                      <a16:creationId xmlns:a16="http://schemas.microsoft.com/office/drawing/2014/main" id="{AEF818AB-F1A9-4F33-90CC-602630692FD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Oval 72">
                  <a:extLst>
                    <a:ext uri="{FF2B5EF4-FFF2-40B4-BE49-F238E27FC236}">
                      <a16:creationId xmlns:a16="http://schemas.microsoft.com/office/drawing/2014/main" id="{37111132-1BCC-4341-8AFA-1A59D6D32B20}"/>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73">
                  <a:extLst>
                    <a:ext uri="{FF2B5EF4-FFF2-40B4-BE49-F238E27FC236}">
                      <a16:creationId xmlns:a16="http://schemas.microsoft.com/office/drawing/2014/main" id="{A31F3991-850D-4B9C-838C-C719552C18F4}"/>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74">
                  <a:extLst>
                    <a:ext uri="{FF2B5EF4-FFF2-40B4-BE49-F238E27FC236}">
                      <a16:creationId xmlns:a16="http://schemas.microsoft.com/office/drawing/2014/main" id="{E1EE7EF6-DF0F-49FE-A7C1-6F18C3CC0CD2}"/>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4" name="Group 14">
              <a:extLst>
                <a:ext uri="{FF2B5EF4-FFF2-40B4-BE49-F238E27FC236}">
                  <a16:creationId xmlns:a16="http://schemas.microsoft.com/office/drawing/2014/main" id="{0F172631-3D20-4B5F-8C70-273560B2BA9A}"/>
                </a:ext>
              </a:extLst>
            </p:cNvPr>
            <p:cNvGrpSpPr/>
            <p:nvPr/>
          </p:nvGrpSpPr>
          <p:grpSpPr>
            <a:xfrm>
              <a:off x="6117145" y="2121762"/>
              <a:ext cx="1491197" cy="248332"/>
              <a:chOff x="4485545" y="2121762"/>
              <a:chExt cx="1491197" cy="248332"/>
            </a:xfrm>
            <a:grpFill/>
          </p:grpSpPr>
          <p:grpSp>
            <p:nvGrpSpPr>
              <p:cNvPr id="57" name="Group 47">
                <a:extLst>
                  <a:ext uri="{FF2B5EF4-FFF2-40B4-BE49-F238E27FC236}">
                    <a16:creationId xmlns:a16="http://schemas.microsoft.com/office/drawing/2014/main" id="{BC12F23C-BDD4-4D20-96B8-F785FBEF61CF}"/>
                  </a:ext>
                </a:extLst>
              </p:cNvPr>
              <p:cNvGrpSpPr/>
              <p:nvPr/>
            </p:nvGrpSpPr>
            <p:grpSpPr>
              <a:xfrm>
                <a:off x="4485545" y="2121762"/>
                <a:ext cx="675397" cy="248332"/>
                <a:chOff x="4485545" y="2121762"/>
                <a:chExt cx="675397" cy="248332"/>
              </a:xfrm>
              <a:grpFill/>
            </p:grpSpPr>
            <p:grpSp>
              <p:nvGrpSpPr>
                <p:cNvPr id="69" name="Group 59">
                  <a:extLst>
                    <a:ext uri="{FF2B5EF4-FFF2-40B4-BE49-F238E27FC236}">
                      <a16:creationId xmlns:a16="http://schemas.microsoft.com/office/drawing/2014/main" id="{E91DCBF9-FF75-45F8-8656-C93F8138BFDA}"/>
                    </a:ext>
                  </a:extLst>
                </p:cNvPr>
                <p:cNvGrpSpPr/>
                <p:nvPr/>
              </p:nvGrpSpPr>
              <p:grpSpPr>
                <a:xfrm>
                  <a:off x="4485545" y="2121762"/>
                  <a:ext cx="267497" cy="248332"/>
                  <a:chOff x="4510310" y="2121762"/>
                  <a:chExt cx="267497" cy="248332"/>
                </a:xfrm>
                <a:grpFill/>
              </p:grpSpPr>
              <p:sp>
                <p:nvSpPr>
                  <p:cNvPr id="75" name="Oval 65">
                    <a:extLst>
                      <a:ext uri="{FF2B5EF4-FFF2-40B4-BE49-F238E27FC236}">
                        <a16:creationId xmlns:a16="http://schemas.microsoft.com/office/drawing/2014/main" id="{B7F7CC7E-5905-4C74-85C2-2DF68D0FD29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Oval 66">
                    <a:extLst>
                      <a:ext uri="{FF2B5EF4-FFF2-40B4-BE49-F238E27FC236}">
                        <a16:creationId xmlns:a16="http://schemas.microsoft.com/office/drawing/2014/main" id="{12C56DFE-9B6C-4960-BD91-B5B80E7E3E99}"/>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Oval 67">
                    <a:extLst>
                      <a:ext uri="{FF2B5EF4-FFF2-40B4-BE49-F238E27FC236}">
                        <a16:creationId xmlns:a16="http://schemas.microsoft.com/office/drawing/2014/main" id="{776621C6-513C-4455-A8BD-BD71F2A75B09}"/>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Oval 68">
                    <a:extLst>
                      <a:ext uri="{FF2B5EF4-FFF2-40B4-BE49-F238E27FC236}">
                        <a16:creationId xmlns:a16="http://schemas.microsoft.com/office/drawing/2014/main" id="{6051FC26-E99F-44DD-A5EE-BD203B774A3F}"/>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 name="Group 60">
                  <a:extLst>
                    <a:ext uri="{FF2B5EF4-FFF2-40B4-BE49-F238E27FC236}">
                      <a16:creationId xmlns:a16="http://schemas.microsoft.com/office/drawing/2014/main" id="{604D13E7-CE93-454F-B75C-700194EB4F8E}"/>
                    </a:ext>
                  </a:extLst>
                </p:cNvPr>
                <p:cNvGrpSpPr/>
                <p:nvPr/>
              </p:nvGrpSpPr>
              <p:grpSpPr>
                <a:xfrm>
                  <a:off x="4893445" y="2121762"/>
                  <a:ext cx="267497" cy="248332"/>
                  <a:chOff x="4510310" y="2121762"/>
                  <a:chExt cx="267497" cy="248332"/>
                </a:xfrm>
                <a:grpFill/>
              </p:grpSpPr>
              <p:sp>
                <p:nvSpPr>
                  <p:cNvPr id="71" name="Oval 61">
                    <a:extLst>
                      <a:ext uri="{FF2B5EF4-FFF2-40B4-BE49-F238E27FC236}">
                        <a16:creationId xmlns:a16="http://schemas.microsoft.com/office/drawing/2014/main" id="{67AF84AF-39B1-4117-9480-B9124BA637B4}"/>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Oval 62">
                    <a:extLst>
                      <a:ext uri="{FF2B5EF4-FFF2-40B4-BE49-F238E27FC236}">
                        <a16:creationId xmlns:a16="http://schemas.microsoft.com/office/drawing/2014/main" id="{8E8A4E93-08C4-4001-9E81-7291106A7443}"/>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Oval 63">
                    <a:extLst>
                      <a:ext uri="{FF2B5EF4-FFF2-40B4-BE49-F238E27FC236}">
                        <a16:creationId xmlns:a16="http://schemas.microsoft.com/office/drawing/2014/main" id="{F2C96868-3322-40B2-93CF-938808DD4374}"/>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Oval 64">
                    <a:extLst>
                      <a:ext uri="{FF2B5EF4-FFF2-40B4-BE49-F238E27FC236}">
                        <a16:creationId xmlns:a16="http://schemas.microsoft.com/office/drawing/2014/main" id="{20605897-47EE-407D-AE98-C00DA8DFDD8E}"/>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8" name="Group 48">
                <a:extLst>
                  <a:ext uri="{FF2B5EF4-FFF2-40B4-BE49-F238E27FC236}">
                    <a16:creationId xmlns:a16="http://schemas.microsoft.com/office/drawing/2014/main" id="{C6A61DC1-E56B-45EE-941E-813296E96D87}"/>
                  </a:ext>
                </a:extLst>
              </p:cNvPr>
              <p:cNvGrpSpPr/>
              <p:nvPr/>
            </p:nvGrpSpPr>
            <p:grpSpPr>
              <a:xfrm>
                <a:off x="5301345" y="2121762"/>
                <a:ext cx="675397" cy="248332"/>
                <a:chOff x="4485545" y="2121762"/>
                <a:chExt cx="675397" cy="248332"/>
              </a:xfrm>
              <a:grpFill/>
            </p:grpSpPr>
            <p:grpSp>
              <p:nvGrpSpPr>
                <p:cNvPr id="59" name="Group 49">
                  <a:extLst>
                    <a:ext uri="{FF2B5EF4-FFF2-40B4-BE49-F238E27FC236}">
                      <a16:creationId xmlns:a16="http://schemas.microsoft.com/office/drawing/2014/main" id="{5738F1EC-C861-4F5D-854A-C7140FE4B952}"/>
                    </a:ext>
                  </a:extLst>
                </p:cNvPr>
                <p:cNvGrpSpPr/>
                <p:nvPr/>
              </p:nvGrpSpPr>
              <p:grpSpPr>
                <a:xfrm>
                  <a:off x="4485545" y="2121762"/>
                  <a:ext cx="267497" cy="248332"/>
                  <a:chOff x="4510310" y="2121762"/>
                  <a:chExt cx="267497" cy="248332"/>
                </a:xfrm>
                <a:grpFill/>
              </p:grpSpPr>
              <p:sp>
                <p:nvSpPr>
                  <p:cNvPr id="65" name="Oval 55">
                    <a:extLst>
                      <a:ext uri="{FF2B5EF4-FFF2-40B4-BE49-F238E27FC236}">
                        <a16:creationId xmlns:a16="http://schemas.microsoft.com/office/drawing/2014/main" id="{FB53F462-E3E3-4EC4-8CAA-9CCEA77A5D00}"/>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Oval 56">
                    <a:extLst>
                      <a:ext uri="{FF2B5EF4-FFF2-40B4-BE49-F238E27FC236}">
                        <a16:creationId xmlns:a16="http://schemas.microsoft.com/office/drawing/2014/main" id="{F9071763-CA14-462A-BBCA-8D20BF0E9D5F}"/>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Oval 57">
                    <a:extLst>
                      <a:ext uri="{FF2B5EF4-FFF2-40B4-BE49-F238E27FC236}">
                        <a16:creationId xmlns:a16="http://schemas.microsoft.com/office/drawing/2014/main" id="{C710DE1B-B0BF-4F9D-BA24-08F4EAF34104}"/>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Oval 58">
                    <a:extLst>
                      <a:ext uri="{FF2B5EF4-FFF2-40B4-BE49-F238E27FC236}">
                        <a16:creationId xmlns:a16="http://schemas.microsoft.com/office/drawing/2014/main" id="{8C7FD914-F7C8-4B3C-9D68-580263B9BC7E}"/>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0" name="Group 50">
                  <a:extLst>
                    <a:ext uri="{FF2B5EF4-FFF2-40B4-BE49-F238E27FC236}">
                      <a16:creationId xmlns:a16="http://schemas.microsoft.com/office/drawing/2014/main" id="{B5982308-2902-4103-9D02-04A36A337AA2}"/>
                    </a:ext>
                  </a:extLst>
                </p:cNvPr>
                <p:cNvGrpSpPr/>
                <p:nvPr/>
              </p:nvGrpSpPr>
              <p:grpSpPr>
                <a:xfrm>
                  <a:off x="4893445" y="2121762"/>
                  <a:ext cx="267497" cy="248332"/>
                  <a:chOff x="4510310" y="2121762"/>
                  <a:chExt cx="267497" cy="248332"/>
                </a:xfrm>
                <a:grpFill/>
              </p:grpSpPr>
              <p:sp>
                <p:nvSpPr>
                  <p:cNvPr id="61" name="Oval 51">
                    <a:extLst>
                      <a:ext uri="{FF2B5EF4-FFF2-40B4-BE49-F238E27FC236}">
                        <a16:creationId xmlns:a16="http://schemas.microsoft.com/office/drawing/2014/main" id="{A477C10E-BA8E-4246-B0FF-A3023AB8531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Oval 52">
                    <a:extLst>
                      <a:ext uri="{FF2B5EF4-FFF2-40B4-BE49-F238E27FC236}">
                        <a16:creationId xmlns:a16="http://schemas.microsoft.com/office/drawing/2014/main" id="{56F3E693-3702-40EB-8C6F-EFC6ED91369F}"/>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Oval 53">
                    <a:extLst>
                      <a:ext uri="{FF2B5EF4-FFF2-40B4-BE49-F238E27FC236}">
                        <a16:creationId xmlns:a16="http://schemas.microsoft.com/office/drawing/2014/main" id="{1A36107E-46A6-4343-8A2A-B0976C2ECC39}"/>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Oval 54">
                    <a:extLst>
                      <a:ext uri="{FF2B5EF4-FFF2-40B4-BE49-F238E27FC236}">
                        <a16:creationId xmlns:a16="http://schemas.microsoft.com/office/drawing/2014/main" id="{B9F51EDB-474A-485A-A6C9-FB9EB4650F8D}"/>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grpSp>
          <p:nvGrpSpPr>
            <p:cNvPr id="25" name="Group 15">
              <a:extLst>
                <a:ext uri="{FF2B5EF4-FFF2-40B4-BE49-F238E27FC236}">
                  <a16:creationId xmlns:a16="http://schemas.microsoft.com/office/drawing/2014/main" id="{81D05970-D294-4C64-8588-6D1107686A34}"/>
                </a:ext>
              </a:extLst>
            </p:cNvPr>
            <p:cNvGrpSpPr/>
            <p:nvPr/>
          </p:nvGrpSpPr>
          <p:grpSpPr>
            <a:xfrm>
              <a:off x="7746286" y="2119482"/>
              <a:ext cx="675397" cy="248332"/>
              <a:chOff x="4485545" y="2121762"/>
              <a:chExt cx="675397" cy="248332"/>
            </a:xfrm>
            <a:grpFill/>
          </p:grpSpPr>
          <p:grpSp>
            <p:nvGrpSpPr>
              <p:cNvPr id="47" name="Group 37">
                <a:extLst>
                  <a:ext uri="{FF2B5EF4-FFF2-40B4-BE49-F238E27FC236}">
                    <a16:creationId xmlns:a16="http://schemas.microsoft.com/office/drawing/2014/main" id="{58F42F70-0D99-4FC9-8BBB-FE1E613B4828}"/>
                  </a:ext>
                </a:extLst>
              </p:cNvPr>
              <p:cNvGrpSpPr/>
              <p:nvPr/>
            </p:nvGrpSpPr>
            <p:grpSpPr>
              <a:xfrm>
                <a:off x="4485545" y="2121762"/>
                <a:ext cx="267497" cy="248332"/>
                <a:chOff x="4510310" y="2121762"/>
                <a:chExt cx="267497" cy="248332"/>
              </a:xfrm>
              <a:grpFill/>
            </p:grpSpPr>
            <p:sp>
              <p:nvSpPr>
                <p:cNvPr id="53" name="Oval 43">
                  <a:extLst>
                    <a:ext uri="{FF2B5EF4-FFF2-40B4-BE49-F238E27FC236}">
                      <a16:creationId xmlns:a16="http://schemas.microsoft.com/office/drawing/2014/main" id="{A3271135-333F-4C6E-8527-9113139BF99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Oval 44">
                  <a:extLst>
                    <a:ext uri="{FF2B5EF4-FFF2-40B4-BE49-F238E27FC236}">
                      <a16:creationId xmlns:a16="http://schemas.microsoft.com/office/drawing/2014/main" id="{C554A103-14C7-4FCF-BB85-344DD2292BAC}"/>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Oval 45">
                  <a:extLst>
                    <a:ext uri="{FF2B5EF4-FFF2-40B4-BE49-F238E27FC236}">
                      <a16:creationId xmlns:a16="http://schemas.microsoft.com/office/drawing/2014/main" id="{5AE2B6EE-6253-4992-87E1-F9E035F5D9D5}"/>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Oval 46">
                  <a:extLst>
                    <a:ext uri="{FF2B5EF4-FFF2-40B4-BE49-F238E27FC236}">
                      <a16:creationId xmlns:a16="http://schemas.microsoft.com/office/drawing/2014/main" id="{39CB43BE-ECBD-43F7-8FAE-0CE3DA348888}"/>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 name="Group 38">
                <a:extLst>
                  <a:ext uri="{FF2B5EF4-FFF2-40B4-BE49-F238E27FC236}">
                    <a16:creationId xmlns:a16="http://schemas.microsoft.com/office/drawing/2014/main" id="{9435535E-1555-4490-93F1-12D2A3C30409}"/>
                  </a:ext>
                </a:extLst>
              </p:cNvPr>
              <p:cNvGrpSpPr/>
              <p:nvPr/>
            </p:nvGrpSpPr>
            <p:grpSpPr>
              <a:xfrm>
                <a:off x="4893445" y="2121762"/>
                <a:ext cx="267497" cy="248332"/>
                <a:chOff x="4510310" y="2121762"/>
                <a:chExt cx="267497" cy="248332"/>
              </a:xfrm>
              <a:grpFill/>
            </p:grpSpPr>
            <p:sp>
              <p:nvSpPr>
                <p:cNvPr id="49" name="Oval 39">
                  <a:extLst>
                    <a:ext uri="{FF2B5EF4-FFF2-40B4-BE49-F238E27FC236}">
                      <a16:creationId xmlns:a16="http://schemas.microsoft.com/office/drawing/2014/main" id="{93CCD2F4-44E0-4EA8-B735-1408FC228C91}"/>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Oval 40">
                  <a:extLst>
                    <a:ext uri="{FF2B5EF4-FFF2-40B4-BE49-F238E27FC236}">
                      <a16:creationId xmlns:a16="http://schemas.microsoft.com/office/drawing/2014/main" id="{77A89CB5-60D9-47D5-8073-440F16F89221}"/>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41">
                  <a:extLst>
                    <a:ext uri="{FF2B5EF4-FFF2-40B4-BE49-F238E27FC236}">
                      <a16:creationId xmlns:a16="http://schemas.microsoft.com/office/drawing/2014/main" id="{49CC0B1A-90F6-445A-B2E1-D60B1ACA2CCC}"/>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Oval 42">
                  <a:extLst>
                    <a:ext uri="{FF2B5EF4-FFF2-40B4-BE49-F238E27FC236}">
                      <a16:creationId xmlns:a16="http://schemas.microsoft.com/office/drawing/2014/main" id="{0795DA30-003D-488E-9559-A020F2296F10}"/>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6" name="Group 16">
              <a:extLst>
                <a:ext uri="{FF2B5EF4-FFF2-40B4-BE49-F238E27FC236}">
                  <a16:creationId xmlns:a16="http://schemas.microsoft.com/office/drawing/2014/main" id="{E8BF4D03-AE7C-4821-94D3-248CE5D2C2E8}"/>
                </a:ext>
              </a:extLst>
            </p:cNvPr>
            <p:cNvGrpSpPr/>
            <p:nvPr/>
          </p:nvGrpSpPr>
          <p:grpSpPr>
            <a:xfrm>
              <a:off x="8562086" y="2119482"/>
              <a:ext cx="675397" cy="248332"/>
              <a:chOff x="4485545" y="2121762"/>
              <a:chExt cx="675397" cy="248332"/>
            </a:xfrm>
            <a:grpFill/>
          </p:grpSpPr>
          <p:grpSp>
            <p:nvGrpSpPr>
              <p:cNvPr id="37" name="Group 27">
                <a:extLst>
                  <a:ext uri="{FF2B5EF4-FFF2-40B4-BE49-F238E27FC236}">
                    <a16:creationId xmlns:a16="http://schemas.microsoft.com/office/drawing/2014/main" id="{9E27B070-B0F9-40E9-A261-961FFF914558}"/>
                  </a:ext>
                </a:extLst>
              </p:cNvPr>
              <p:cNvGrpSpPr/>
              <p:nvPr/>
            </p:nvGrpSpPr>
            <p:grpSpPr>
              <a:xfrm>
                <a:off x="4485545" y="2121762"/>
                <a:ext cx="267497" cy="248332"/>
                <a:chOff x="4510310" y="2121762"/>
                <a:chExt cx="267497" cy="248332"/>
              </a:xfrm>
              <a:grpFill/>
            </p:grpSpPr>
            <p:sp>
              <p:nvSpPr>
                <p:cNvPr id="43" name="Oval 33">
                  <a:extLst>
                    <a:ext uri="{FF2B5EF4-FFF2-40B4-BE49-F238E27FC236}">
                      <a16:creationId xmlns:a16="http://schemas.microsoft.com/office/drawing/2014/main" id="{21FE4D70-4FDB-4316-A7A4-B2E46760D817}"/>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 34">
                  <a:extLst>
                    <a:ext uri="{FF2B5EF4-FFF2-40B4-BE49-F238E27FC236}">
                      <a16:creationId xmlns:a16="http://schemas.microsoft.com/office/drawing/2014/main" id="{3AAC56A7-F99F-4BC8-8CEC-5CA4286C07B3}"/>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35">
                  <a:extLst>
                    <a:ext uri="{FF2B5EF4-FFF2-40B4-BE49-F238E27FC236}">
                      <a16:creationId xmlns:a16="http://schemas.microsoft.com/office/drawing/2014/main" id="{58A66D9A-E2C4-4343-88C6-59E3E6E09D62}"/>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Oval 36">
                  <a:extLst>
                    <a:ext uri="{FF2B5EF4-FFF2-40B4-BE49-F238E27FC236}">
                      <a16:creationId xmlns:a16="http://schemas.microsoft.com/office/drawing/2014/main" id="{20FD38EB-E5C0-468F-8D24-BE20E435DD29}"/>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8" name="Group 28">
                <a:extLst>
                  <a:ext uri="{FF2B5EF4-FFF2-40B4-BE49-F238E27FC236}">
                    <a16:creationId xmlns:a16="http://schemas.microsoft.com/office/drawing/2014/main" id="{5B5DD043-490B-4D30-98FC-C324FE5CB4FE}"/>
                  </a:ext>
                </a:extLst>
              </p:cNvPr>
              <p:cNvGrpSpPr/>
              <p:nvPr/>
            </p:nvGrpSpPr>
            <p:grpSpPr>
              <a:xfrm>
                <a:off x="4893445" y="2121762"/>
                <a:ext cx="267497" cy="248332"/>
                <a:chOff x="4510310" y="2121762"/>
                <a:chExt cx="267497" cy="248332"/>
              </a:xfrm>
              <a:grpFill/>
            </p:grpSpPr>
            <p:sp>
              <p:nvSpPr>
                <p:cNvPr id="39" name="Oval 29">
                  <a:extLst>
                    <a:ext uri="{FF2B5EF4-FFF2-40B4-BE49-F238E27FC236}">
                      <a16:creationId xmlns:a16="http://schemas.microsoft.com/office/drawing/2014/main" id="{1727A67B-7249-46BE-8917-00C54BE8FE3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0">
                  <a:extLst>
                    <a:ext uri="{FF2B5EF4-FFF2-40B4-BE49-F238E27FC236}">
                      <a16:creationId xmlns:a16="http://schemas.microsoft.com/office/drawing/2014/main" id="{7E5F7F27-C6A0-48ED-B5D7-CC9B560BFDBD}"/>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31">
                  <a:extLst>
                    <a:ext uri="{FF2B5EF4-FFF2-40B4-BE49-F238E27FC236}">
                      <a16:creationId xmlns:a16="http://schemas.microsoft.com/office/drawing/2014/main" id="{521DB050-B13F-406D-8699-D381D68D6043}"/>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32">
                  <a:extLst>
                    <a:ext uri="{FF2B5EF4-FFF2-40B4-BE49-F238E27FC236}">
                      <a16:creationId xmlns:a16="http://schemas.microsoft.com/office/drawing/2014/main" id="{AF6A24FA-0853-40E2-B2E0-291AD005A526}"/>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27" name="Oval 17">
              <a:extLst>
                <a:ext uri="{FF2B5EF4-FFF2-40B4-BE49-F238E27FC236}">
                  <a16:creationId xmlns:a16="http://schemas.microsoft.com/office/drawing/2014/main" id="{C9B6B883-EF59-4F36-8ECF-2451FE5C0AD9}"/>
                </a:ext>
              </a:extLst>
            </p:cNvPr>
            <p:cNvSpPr/>
            <p:nvPr/>
          </p:nvSpPr>
          <p:spPr>
            <a:xfrm>
              <a:off x="93778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18">
              <a:extLst>
                <a:ext uri="{FF2B5EF4-FFF2-40B4-BE49-F238E27FC236}">
                  <a16:creationId xmlns:a16="http://schemas.microsoft.com/office/drawing/2014/main" id="{BA19F8AA-25AC-4924-8F2E-2C27CB5E0F2F}"/>
                </a:ext>
              </a:extLst>
            </p:cNvPr>
            <p:cNvSpPr/>
            <p:nvPr/>
          </p:nvSpPr>
          <p:spPr>
            <a:xfrm>
              <a:off x="958183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19">
              <a:extLst>
                <a:ext uri="{FF2B5EF4-FFF2-40B4-BE49-F238E27FC236}">
                  <a16:creationId xmlns:a16="http://schemas.microsoft.com/office/drawing/2014/main" id="{77B41762-2419-44C6-A602-B8CEEB7C45EC}"/>
                </a:ext>
              </a:extLst>
            </p:cNvPr>
            <p:cNvSpPr/>
            <p:nvPr/>
          </p:nvSpPr>
          <p:spPr>
            <a:xfrm>
              <a:off x="93778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0">
              <a:extLst>
                <a:ext uri="{FF2B5EF4-FFF2-40B4-BE49-F238E27FC236}">
                  <a16:creationId xmlns:a16="http://schemas.microsoft.com/office/drawing/2014/main" id="{99846094-D1DA-42BE-9E8E-6225279AE77E}"/>
                </a:ext>
              </a:extLst>
            </p:cNvPr>
            <p:cNvSpPr/>
            <p:nvPr/>
          </p:nvSpPr>
          <p:spPr>
            <a:xfrm>
              <a:off x="958183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21">
              <a:extLst>
                <a:ext uri="{FF2B5EF4-FFF2-40B4-BE49-F238E27FC236}">
                  <a16:creationId xmlns:a16="http://schemas.microsoft.com/office/drawing/2014/main" id="{818C67A9-9957-4FEB-ADFD-94CC95E8F96D}"/>
                </a:ext>
              </a:extLst>
            </p:cNvPr>
            <p:cNvSpPr/>
            <p:nvPr/>
          </p:nvSpPr>
          <p:spPr>
            <a:xfrm>
              <a:off x="97857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22">
              <a:extLst>
                <a:ext uri="{FF2B5EF4-FFF2-40B4-BE49-F238E27FC236}">
                  <a16:creationId xmlns:a16="http://schemas.microsoft.com/office/drawing/2014/main" id="{EEBCA178-10C7-492E-ADF3-A4E9958B0C39}"/>
                </a:ext>
              </a:extLst>
            </p:cNvPr>
            <p:cNvSpPr/>
            <p:nvPr/>
          </p:nvSpPr>
          <p:spPr>
            <a:xfrm>
              <a:off x="998973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23">
              <a:extLst>
                <a:ext uri="{FF2B5EF4-FFF2-40B4-BE49-F238E27FC236}">
                  <a16:creationId xmlns:a16="http://schemas.microsoft.com/office/drawing/2014/main" id="{4D798ECF-8814-4DDB-936A-BB898BF86C0A}"/>
                </a:ext>
              </a:extLst>
            </p:cNvPr>
            <p:cNvSpPr/>
            <p:nvPr/>
          </p:nvSpPr>
          <p:spPr>
            <a:xfrm>
              <a:off x="97857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24">
              <a:extLst>
                <a:ext uri="{FF2B5EF4-FFF2-40B4-BE49-F238E27FC236}">
                  <a16:creationId xmlns:a16="http://schemas.microsoft.com/office/drawing/2014/main" id="{2E30AF38-84CA-4230-9D37-9B777EB23346}"/>
                </a:ext>
              </a:extLst>
            </p:cNvPr>
            <p:cNvSpPr/>
            <p:nvPr/>
          </p:nvSpPr>
          <p:spPr>
            <a:xfrm>
              <a:off x="998973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25">
              <a:extLst>
                <a:ext uri="{FF2B5EF4-FFF2-40B4-BE49-F238E27FC236}">
                  <a16:creationId xmlns:a16="http://schemas.microsoft.com/office/drawing/2014/main" id="{F34E286C-7E3F-4D1A-84FD-854F272D0018}"/>
                </a:ext>
              </a:extLst>
            </p:cNvPr>
            <p:cNvSpPr/>
            <p:nvPr/>
          </p:nvSpPr>
          <p:spPr>
            <a:xfrm>
              <a:off x="101936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 26">
              <a:extLst>
                <a:ext uri="{FF2B5EF4-FFF2-40B4-BE49-F238E27FC236}">
                  <a16:creationId xmlns:a16="http://schemas.microsoft.com/office/drawing/2014/main" id="{4410D1F2-5749-449A-B7F9-D4E1CF646541}"/>
                </a:ext>
              </a:extLst>
            </p:cNvPr>
            <p:cNvSpPr/>
            <p:nvPr/>
          </p:nvSpPr>
          <p:spPr>
            <a:xfrm>
              <a:off x="101936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9" name="Group 89">
            <a:extLst>
              <a:ext uri="{FF2B5EF4-FFF2-40B4-BE49-F238E27FC236}">
                <a16:creationId xmlns:a16="http://schemas.microsoft.com/office/drawing/2014/main" id="{48076AAC-0D59-486B-A00C-EF17F30645A6}"/>
              </a:ext>
            </a:extLst>
          </p:cNvPr>
          <p:cNvGrpSpPr/>
          <p:nvPr/>
        </p:nvGrpSpPr>
        <p:grpSpPr>
          <a:xfrm>
            <a:off x="5148310" y="4362231"/>
            <a:ext cx="5440973" cy="236081"/>
            <a:chOff x="4485545" y="2119482"/>
            <a:chExt cx="5771688" cy="250612"/>
          </a:xfrm>
          <a:solidFill>
            <a:schemeClr val="bg1">
              <a:lumMod val="65000"/>
            </a:schemeClr>
          </a:solidFill>
        </p:grpSpPr>
        <p:grpSp>
          <p:nvGrpSpPr>
            <p:cNvPr id="100" name="Group 90">
              <a:extLst>
                <a:ext uri="{FF2B5EF4-FFF2-40B4-BE49-F238E27FC236}">
                  <a16:creationId xmlns:a16="http://schemas.microsoft.com/office/drawing/2014/main" id="{B9D5BA53-765D-4693-B7E1-860ECF6BF0D3}"/>
                </a:ext>
              </a:extLst>
            </p:cNvPr>
            <p:cNvGrpSpPr/>
            <p:nvPr/>
          </p:nvGrpSpPr>
          <p:grpSpPr>
            <a:xfrm>
              <a:off x="4485545" y="2121762"/>
              <a:ext cx="675397" cy="248332"/>
              <a:chOff x="4485545" y="2121762"/>
              <a:chExt cx="675397" cy="248332"/>
            </a:xfrm>
            <a:grpFill/>
          </p:grpSpPr>
          <p:grpSp>
            <p:nvGrpSpPr>
              <p:cNvPr id="167" name="Group 157">
                <a:extLst>
                  <a:ext uri="{FF2B5EF4-FFF2-40B4-BE49-F238E27FC236}">
                    <a16:creationId xmlns:a16="http://schemas.microsoft.com/office/drawing/2014/main" id="{EB79D8A1-275E-45FD-83D0-2EE63915A0AE}"/>
                  </a:ext>
                </a:extLst>
              </p:cNvPr>
              <p:cNvGrpSpPr/>
              <p:nvPr/>
            </p:nvGrpSpPr>
            <p:grpSpPr>
              <a:xfrm>
                <a:off x="4485545" y="2121762"/>
                <a:ext cx="267497" cy="248332"/>
                <a:chOff x="4510310" y="2121762"/>
                <a:chExt cx="267497" cy="248332"/>
              </a:xfrm>
              <a:grpFill/>
            </p:grpSpPr>
            <p:sp>
              <p:nvSpPr>
                <p:cNvPr id="173" name="Oval 163">
                  <a:extLst>
                    <a:ext uri="{FF2B5EF4-FFF2-40B4-BE49-F238E27FC236}">
                      <a16:creationId xmlns:a16="http://schemas.microsoft.com/office/drawing/2014/main" id="{10BFE497-9D6D-4B0D-A125-B6329561EFB8}"/>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4" name="Oval 164">
                  <a:extLst>
                    <a:ext uri="{FF2B5EF4-FFF2-40B4-BE49-F238E27FC236}">
                      <a16:creationId xmlns:a16="http://schemas.microsoft.com/office/drawing/2014/main" id="{72B680B4-0FFD-4B54-9E18-7E0F57709C25}"/>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5" name="Oval 165">
                  <a:extLst>
                    <a:ext uri="{FF2B5EF4-FFF2-40B4-BE49-F238E27FC236}">
                      <a16:creationId xmlns:a16="http://schemas.microsoft.com/office/drawing/2014/main" id="{1BE215C3-E7CD-4719-9ACE-6F8E481F0D9C}"/>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6" name="Oval 166">
                  <a:extLst>
                    <a:ext uri="{FF2B5EF4-FFF2-40B4-BE49-F238E27FC236}">
                      <a16:creationId xmlns:a16="http://schemas.microsoft.com/office/drawing/2014/main" id="{67D747AF-0C0F-4684-872B-15344ED7D8E5}"/>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8" name="Group 158">
                <a:extLst>
                  <a:ext uri="{FF2B5EF4-FFF2-40B4-BE49-F238E27FC236}">
                    <a16:creationId xmlns:a16="http://schemas.microsoft.com/office/drawing/2014/main" id="{9D28DC57-D4A7-4E9E-A33E-A4E2AF864888}"/>
                  </a:ext>
                </a:extLst>
              </p:cNvPr>
              <p:cNvGrpSpPr/>
              <p:nvPr/>
            </p:nvGrpSpPr>
            <p:grpSpPr>
              <a:xfrm>
                <a:off x="4893445" y="2121762"/>
                <a:ext cx="267497" cy="248332"/>
                <a:chOff x="4510310" y="2121762"/>
                <a:chExt cx="267497" cy="248332"/>
              </a:xfrm>
              <a:grpFill/>
            </p:grpSpPr>
            <p:sp>
              <p:nvSpPr>
                <p:cNvPr id="169" name="Oval 159">
                  <a:extLst>
                    <a:ext uri="{FF2B5EF4-FFF2-40B4-BE49-F238E27FC236}">
                      <a16:creationId xmlns:a16="http://schemas.microsoft.com/office/drawing/2014/main" id="{37FA95B8-B503-4588-95AA-D4F55C5F18A6}"/>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Oval 160">
                  <a:extLst>
                    <a:ext uri="{FF2B5EF4-FFF2-40B4-BE49-F238E27FC236}">
                      <a16:creationId xmlns:a16="http://schemas.microsoft.com/office/drawing/2014/main" id="{3B597550-6AEB-4EF6-9B78-9A8F95332E9F}"/>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Oval 161">
                  <a:extLst>
                    <a:ext uri="{FF2B5EF4-FFF2-40B4-BE49-F238E27FC236}">
                      <a16:creationId xmlns:a16="http://schemas.microsoft.com/office/drawing/2014/main" id="{DF47276E-206B-40DD-B4A1-7A749E530959}"/>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Oval 162">
                  <a:extLst>
                    <a:ext uri="{FF2B5EF4-FFF2-40B4-BE49-F238E27FC236}">
                      <a16:creationId xmlns:a16="http://schemas.microsoft.com/office/drawing/2014/main" id="{99F09E16-667E-42AC-A420-EB3A51DFFB9A}"/>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01" name="Group 91">
              <a:extLst>
                <a:ext uri="{FF2B5EF4-FFF2-40B4-BE49-F238E27FC236}">
                  <a16:creationId xmlns:a16="http://schemas.microsoft.com/office/drawing/2014/main" id="{03769A76-6CC6-4CBA-BD2A-0BDF3732B85B}"/>
                </a:ext>
              </a:extLst>
            </p:cNvPr>
            <p:cNvGrpSpPr/>
            <p:nvPr/>
          </p:nvGrpSpPr>
          <p:grpSpPr>
            <a:xfrm>
              <a:off x="5301345" y="2121762"/>
              <a:ext cx="675397" cy="248332"/>
              <a:chOff x="4485545" y="2121762"/>
              <a:chExt cx="675397" cy="248332"/>
            </a:xfrm>
            <a:grpFill/>
          </p:grpSpPr>
          <p:grpSp>
            <p:nvGrpSpPr>
              <p:cNvPr id="157" name="Group 147">
                <a:extLst>
                  <a:ext uri="{FF2B5EF4-FFF2-40B4-BE49-F238E27FC236}">
                    <a16:creationId xmlns:a16="http://schemas.microsoft.com/office/drawing/2014/main" id="{360237C3-44DD-4BE5-B7D4-9292E21202C4}"/>
                  </a:ext>
                </a:extLst>
              </p:cNvPr>
              <p:cNvGrpSpPr/>
              <p:nvPr/>
            </p:nvGrpSpPr>
            <p:grpSpPr>
              <a:xfrm>
                <a:off x="4485545" y="2121762"/>
                <a:ext cx="267497" cy="248332"/>
                <a:chOff x="4510310" y="2121762"/>
                <a:chExt cx="267497" cy="248332"/>
              </a:xfrm>
              <a:grpFill/>
            </p:grpSpPr>
            <p:sp>
              <p:nvSpPr>
                <p:cNvPr id="163" name="Oval 153">
                  <a:extLst>
                    <a:ext uri="{FF2B5EF4-FFF2-40B4-BE49-F238E27FC236}">
                      <a16:creationId xmlns:a16="http://schemas.microsoft.com/office/drawing/2014/main" id="{3CC7D313-6CD4-4B95-A51D-6553B21DFC94}"/>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Oval 154">
                  <a:extLst>
                    <a:ext uri="{FF2B5EF4-FFF2-40B4-BE49-F238E27FC236}">
                      <a16:creationId xmlns:a16="http://schemas.microsoft.com/office/drawing/2014/main" id="{9ABCDACB-4C8C-4E0C-9702-8A4DB21F8429}"/>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Oval 155">
                  <a:extLst>
                    <a:ext uri="{FF2B5EF4-FFF2-40B4-BE49-F238E27FC236}">
                      <a16:creationId xmlns:a16="http://schemas.microsoft.com/office/drawing/2014/main" id="{8749186D-396F-4E2E-865E-14379CB86153}"/>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Oval 156">
                  <a:extLst>
                    <a:ext uri="{FF2B5EF4-FFF2-40B4-BE49-F238E27FC236}">
                      <a16:creationId xmlns:a16="http://schemas.microsoft.com/office/drawing/2014/main" id="{ABE9C6D7-8ABE-432D-862D-2F73785FF9A5}"/>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8" name="Group 148">
                <a:extLst>
                  <a:ext uri="{FF2B5EF4-FFF2-40B4-BE49-F238E27FC236}">
                    <a16:creationId xmlns:a16="http://schemas.microsoft.com/office/drawing/2014/main" id="{7F8D159D-DAEA-4271-BE3C-2D2CD02579DD}"/>
                  </a:ext>
                </a:extLst>
              </p:cNvPr>
              <p:cNvGrpSpPr/>
              <p:nvPr/>
            </p:nvGrpSpPr>
            <p:grpSpPr>
              <a:xfrm>
                <a:off x="4893445" y="2121762"/>
                <a:ext cx="267497" cy="248332"/>
                <a:chOff x="4510310" y="2121762"/>
                <a:chExt cx="267497" cy="248332"/>
              </a:xfrm>
              <a:grpFill/>
            </p:grpSpPr>
            <p:sp>
              <p:nvSpPr>
                <p:cNvPr id="159" name="Oval 149">
                  <a:extLst>
                    <a:ext uri="{FF2B5EF4-FFF2-40B4-BE49-F238E27FC236}">
                      <a16:creationId xmlns:a16="http://schemas.microsoft.com/office/drawing/2014/main" id="{6C26BBBF-E15E-438D-9035-00EA2C013BD6}"/>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Oval 150">
                  <a:extLst>
                    <a:ext uri="{FF2B5EF4-FFF2-40B4-BE49-F238E27FC236}">
                      <a16:creationId xmlns:a16="http://schemas.microsoft.com/office/drawing/2014/main" id="{D71F3D46-F0CC-4C00-87A3-9C88BA5AC2DC}"/>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Oval 151">
                  <a:extLst>
                    <a:ext uri="{FF2B5EF4-FFF2-40B4-BE49-F238E27FC236}">
                      <a16:creationId xmlns:a16="http://schemas.microsoft.com/office/drawing/2014/main" id="{15506303-24CD-429F-9F19-0C31F544DFD0}"/>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Oval 152">
                  <a:extLst>
                    <a:ext uri="{FF2B5EF4-FFF2-40B4-BE49-F238E27FC236}">
                      <a16:creationId xmlns:a16="http://schemas.microsoft.com/office/drawing/2014/main" id="{37D67EC6-0CE5-4462-A281-0E27F05FAD89}"/>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02" name="Group 92">
              <a:extLst>
                <a:ext uri="{FF2B5EF4-FFF2-40B4-BE49-F238E27FC236}">
                  <a16:creationId xmlns:a16="http://schemas.microsoft.com/office/drawing/2014/main" id="{AF2F68EC-0503-4080-92C2-0DB2743681AB}"/>
                </a:ext>
              </a:extLst>
            </p:cNvPr>
            <p:cNvGrpSpPr/>
            <p:nvPr/>
          </p:nvGrpSpPr>
          <p:grpSpPr>
            <a:xfrm>
              <a:off x="6117145" y="2121762"/>
              <a:ext cx="1491197" cy="248332"/>
              <a:chOff x="4485545" y="2121762"/>
              <a:chExt cx="1491197" cy="248332"/>
            </a:xfrm>
            <a:grpFill/>
          </p:grpSpPr>
          <p:grpSp>
            <p:nvGrpSpPr>
              <p:cNvPr id="135" name="Group 125">
                <a:extLst>
                  <a:ext uri="{FF2B5EF4-FFF2-40B4-BE49-F238E27FC236}">
                    <a16:creationId xmlns:a16="http://schemas.microsoft.com/office/drawing/2014/main" id="{9E4E853C-BFBF-49DC-BD64-F4400A060207}"/>
                  </a:ext>
                </a:extLst>
              </p:cNvPr>
              <p:cNvGrpSpPr/>
              <p:nvPr/>
            </p:nvGrpSpPr>
            <p:grpSpPr>
              <a:xfrm>
                <a:off x="4485545" y="2121762"/>
                <a:ext cx="675397" cy="248332"/>
                <a:chOff x="4485545" y="2121762"/>
                <a:chExt cx="675397" cy="248332"/>
              </a:xfrm>
              <a:grpFill/>
            </p:grpSpPr>
            <p:grpSp>
              <p:nvGrpSpPr>
                <p:cNvPr id="147" name="Group 137">
                  <a:extLst>
                    <a:ext uri="{FF2B5EF4-FFF2-40B4-BE49-F238E27FC236}">
                      <a16:creationId xmlns:a16="http://schemas.microsoft.com/office/drawing/2014/main" id="{7CBFCCBA-3CA7-475E-A3DA-A0C6A5D7A6D2}"/>
                    </a:ext>
                  </a:extLst>
                </p:cNvPr>
                <p:cNvGrpSpPr/>
                <p:nvPr/>
              </p:nvGrpSpPr>
              <p:grpSpPr>
                <a:xfrm>
                  <a:off x="4485545" y="2121762"/>
                  <a:ext cx="267497" cy="248332"/>
                  <a:chOff x="4510310" y="2121762"/>
                  <a:chExt cx="267497" cy="248332"/>
                </a:xfrm>
                <a:grpFill/>
              </p:grpSpPr>
              <p:sp>
                <p:nvSpPr>
                  <p:cNvPr id="153" name="Oval 143">
                    <a:extLst>
                      <a:ext uri="{FF2B5EF4-FFF2-40B4-BE49-F238E27FC236}">
                        <a16:creationId xmlns:a16="http://schemas.microsoft.com/office/drawing/2014/main" id="{968D436C-5A10-4A3B-ACEF-1F7C04853550}"/>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Oval 144">
                    <a:extLst>
                      <a:ext uri="{FF2B5EF4-FFF2-40B4-BE49-F238E27FC236}">
                        <a16:creationId xmlns:a16="http://schemas.microsoft.com/office/drawing/2014/main" id="{E91B6E3F-5751-4000-84FF-4BFF59F64CE4}"/>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Oval 145">
                    <a:extLst>
                      <a:ext uri="{FF2B5EF4-FFF2-40B4-BE49-F238E27FC236}">
                        <a16:creationId xmlns:a16="http://schemas.microsoft.com/office/drawing/2014/main" id="{58B7AAED-0667-4913-851D-E03B479F35BB}"/>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Oval 146">
                    <a:extLst>
                      <a:ext uri="{FF2B5EF4-FFF2-40B4-BE49-F238E27FC236}">
                        <a16:creationId xmlns:a16="http://schemas.microsoft.com/office/drawing/2014/main" id="{C42F1D8A-971E-4179-91AB-A353D6F1D310}"/>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8" name="Group 138">
                  <a:extLst>
                    <a:ext uri="{FF2B5EF4-FFF2-40B4-BE49-F238E27FC236}">
                      <a16:creationId xmlns:a16="http://schemas.microsoft.com/office/drawing/2014/main" id="{A370CB14-69EA-4ACA-BC27-53130DB7FEAC}"/>
                    </a:ext>
                  </a:extLst>
                </p:cNvPr>
                <p:cNvGrpSpPr/>
                <p:nvPr/>
              </p:nvGrpSpPr>
              <p:grpSpPr>
                <a:xfrm>
                  <a:off x="4893445" y="2121762"/>
                  <a:ext cx="267497" cy="248332"/>
                  <a:chOff x="4510310" y="2121762"/>
                  <a:chExt cx="267497" cy="248332"/>
                </a:xfrm>
                <a:grpFill/>
              </p:grpSpPr>
              <p:sp>
                <p:nvSpPr>
                  <p:cNvPr id="149" name="Oval 139">
                    <a:extLst>
                      <a:ext uri="{FF2B5EF4-FFF2-40B4-BE49-F238E27FC236}">
                        <a16:creationId xmlns:a16="http://schemas.microsoft.com/office/drawing/2014/main" id="{D91514E7-66AB-4C83-ADDA-5433225D3FF2}"/>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Oval 140">
                    <a:extLst>
                      <a:ext uri="{FF2B5EF4-FFF2-40B4-BE49-F238E27FC236}">
                        <a16:creationId xmlns:a16="http://schemas.microsoft.com/office/drawing/2014/main" id="{E3C766A0-5CDC-446D-846F-EE348A812325}"/>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Oval 141">
                    <a:extLst>
                      <a:ext uri="{FF2B5EF4-FFF2-40B4-BE49-F238E27FC236}">
                        <a16:creationId xmlns:a16="http://schemas.microsoft.com/office/drawing/2014/main" id="{0D96B65A-971B-4C93-B89E-9424A207BC10}"/>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Oval 142">
                    <a:extLst>
                      <a:ext uri="{FF2B5EF4-FFF2-40B4-BE49-F238E27FC236}">
                        <a16:creationId xmlns:a16="http://schemas.microsoft.com/office/drawing/2014/main" id="{00D2705F-D13F-49E0-A769-13ECD34382F1}"/>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36" name="Group 126">
                <a:extLst>
                  <a:ext uri="{FF2B5EF4-FFF2-40B4-BE49-F238E27FC236}">
                    <a16:creationId xmlns:a16="http://schemas.microsoft.com/office/drawing/2014/main" id="{2403BDCF-920D-418F-91B0-262E0D40B7C1}"/>
                  </a:ext>
                </a:extLst>
              </p:cNvPr>
              <p:cNvGrpSpPr/>
              <p:nvPr/>
            </p:nvGrpSpPr>
            <p:grpSpPr>
              <a:xfrm>
                <a:off x="5301345" y="2121762"/>
                <a:ext cx="675397" cy="248332"/>
                <a:chOff x="4485545" y="2121762"/>
                <a:chExt cx="675397" cy="248332"/>
              </a:xfrm>
              <a:grpFill/>
            </p:grpSpPr>
            <p:grpSp>
              <p:nvGrpSpPr>
                <p:cNvPr id="137" name="Group 127">
                  <a:extLst>
                    <a:ext uri="{FF2B5EF4-FFF2-40B4-BE49-F238E27FC236}">
                      <a16:creationId xmlns:a16="http://schemas.microsoft.com/office/drawing/2014/main" id="{6A72FA7B-54F5-4663-AA00-42B412D89503}"/>
                    </a:ext>
                  </a:extLst>
                </p:cNvPr>
                <p:cNvGrpSpPr/>
                <p:nvPr/>
              </p:nvGrpSpPr>
              <p:grpSpPr>
                <a:xfrm>
                  <a:off x="4485545" y="2121762"/>
                  <a:ext cx="267497" cy="248332"/>
                  <a:chOff x="4510310" y="2121762"/>
                  <a:chExt cx="267497" cy="248332"/>
                </a:xfrm>
                <a:grpFill/>
              </p:grpSpPr>
              <p:sp>
                <p:nvSpPr>
                  <p:cNvPr id="143" name="Oval 133">
                    <a:extLst>
                      <a:ext uri="{FF2B5EF4-FFF2-40B4-BE49-F238E27FC236}">
                        <a16:creationId xmlns:a16="http://schemas.microsoft.com/office/drawing/2014/main" id="{9D6D2F8F-3A8B-4BEA-8C5F-06103803F719}"/>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Oval 134">
                    <a:extLst>
                      <a:ext uri="{FF2B5EF4-FFF2-40B4-BE49-F238E27FC236}">
                        <a16:creationId xmlns:a16="http://schemas.microsoft.com/office/drawing/2014/main" id="{DFD2E102-42BF-4D13-8C4F-B4155AE95D0B}"/>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Oval 135">
                    <a:extLst>
                      <a:ext uri="{FF2B5EF4-FFF2-40B4-BE49-F238E27FC236}">
                        <a16:creationId xmlns:a16="http://schemas.microsoft.com/office/drawing/2014/main" id="{9509A6DB-7819-4F0D-99C8-C59D651B0282}"/>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Oval 136">
                    <a:extLst>
                      <a:ext uri="{FF2B5EF4-FFF2-40B4-BE49-F238E27FC236}">
                        <a16:creationId xmlns:a16="http://schemas.microsoft.com/office/drawing/2014/main" id="{F80A02FA-3961-4D6D-8445-26EDFA747537}"/>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8" name="Group 128">
                  <a:extLst>
                    <a:ext uri="{FF2B5EF4-FFF2-40B4-BE49-F238E27FC236}">
                      <a16:creationId xmlns:a16="http://schemas.microsoft.com/office/drawing/2014/main" id="{9A43CBE2-4D76-4903-8B83-64D9C0B4243F}"/>
                    </a:ext>
                  </a:extLst>
                </p:cNvPr>
                <p:cNvGrpSpPr/>
                <p:nvPr/>
              </p:nvGrpSpPr>
              <p:grpSpPr>
                <a:xfrm>
                  <a:off x="4893445" y="2121762"/>
                  <a:ext cx="267497" cy="248332"/>
                  <a:chOff x="4510310" y="2121762"/>
                  <a:chExt cx="267497" cy="248332"/>
                </a:xfrm>
                <a:grpFill/>
              </p:grpSpPr>
              <p:sp>
                <p:nvSpPr>
                  <p:cNvPr id="139" name="Oval 129">
                    <a:extLst>
                      <a:ext uri="{FF2B5EF4-FFF2-40B4-BE49-F238E27FC236}">
                        <a16:creationId xmlns:a16="http://schemas.microsoft.com/office/drawing/2014/main" id="{3FCE1A03-D816-4665-B8B2-04EC2DE932E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Oval 130">
                    <a:extLst>
                      <a:ext uri="{FF2B5EF4-FFF2-40B4-BE49-F238E27FC236}">
                        <a16:creationId xmlns:a16="http://schemas.microsoft.com/office/drawing/2014/main" id="{9411DCEE-DBA1-4890-A174-2AB71D52C300}"/>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Oval 131">
                    <a:extLst>
                      <a:ext uri="{FF2B5EF4-FFF2-40B4-BE49-F238E27FC236}">
                        <a16:creationId xmlns:a16="http://schemas.microsoft.com/office/drawing/2014/main" id="{AE1402F3-A379-4D5A-8A64-E85C40FFECB6}"/>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Oval 132">
                    <a:extLst>
                      <a:ext uri="{FF2B5EF4-FFF2-40B4-BE49-F238E27FC236}">
                        <a16:creationId xmlns:a16="http://schemas.microsoft.com/office/drawing/2014/main" id="{52F75384-CE7E-483B-93B6-B60D8782912B}"/>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grpSp>
          <p:nvGrpSpPr>
            <p:cNvPr id="103" name="Group 93">
              <a:extLst>
                <a:ext uri="{FF2B5EF4-FFF2-40B4-BE49-F238E27FC236}">
                  <a16:creationId xmlns:a16="http://schemas.microsoft.com/office/drawing/2014/main" id="{B6A80D18-371C-4082-BE24-5EA788E99AEB}"/>
                </a:ext>
              </a:extLst>
            </p:cNvPr>
            <p:cNvGrpSpPr/>
            <p:nvPr/>
          </p:nvGrpSpPr>
          <p:grpSpPr>
            <a:xfrm>
              <a:off x="7746286" y="2119482"/>
              <a:ext cx="675397" cy="248332"/>
              <a:chOff x="4485545" y="2121762"/>
              <a:chExt cx="675397" cy="248332"/>
            </a:xfrm>
            <a:grpFill/>
          </p:grpSpPr>
          <p:grpSp>
            <p:nvGrpSpPr>
              <p:cNvPr id="125" name="Group 115">
                <a:extLst>
                  <a:ext uri="{FF2B5EF4-FFF2-40B4-BE49-F238E27FC236}">
                    <a16:creationId xmlns:a16="http://schemas.microsoft.com/office/drawing/2014/main" id="{F71579BB-B47F-4E90-BE88-5A5B389F98D2}"/>
                  </a:ext>
                </a:extLst>
              </p:cNvPr>
              <p:cNvGrpSpPr/>
              <p:nvPr/>
            </p:nvGrpSpPr>
            <p:grpSpPr>
              <a:xfrm>
                <a:off x="4485545" y="2121762"/>
                <a:ext cx="267497" cy="248332"/>
                <a:chOff x="4510310" y="2121762"/>
                <a:chExt cx="267497" cy="248332"/>
              </a:xfrm>
              <a:grpFill/>
            </p:grpSpPr>
            <p:sp>
              <p:nvSpPr>
                <p:cNvPr id="131" name="Oval 121">
                  <a:extLst>
                    <a:ext uri="{FF2B5EF4-FFF2-40B4-BE49-F238E27FC236}">
                      <a16:creationId xmlns:a16="http://schemas.microsoft.com/office/drawing/2014/main" id="{02BCBBE6-494B-48FB-8DF2-121B9B6B2161}"/>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Oval 122">
                  <a:extLst>
                    <a:ext uri="{FF2B5EF4-FFF2-40B4-BE49-F238E27FC236}">
                      <a16:creationId xmlns:a16="http://schemas.microsoft.com/office/drawing/2014/main" id="{A5F3F8D5-99B1-4447-A77C-BFA377A5F98E}"/>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Oval 123">
                  <a:extLst>
                    <a:ext uri="{FF2B5EF4-FFF2-40B4-BE49-F238E27FC236}">
                      <a16:creationId xmlns:a16="http://schemas.microsoft.com/office/drawing/2014/main" id="{FCBE1827-80A9-4834-9D0C-E721C1E7B131}"/>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Oval 124">
                  <a:extLst>
                    <a:ext uri="{FF2B5EF4-FFF2-40B4-BE49-F238E27FC236}">
                      <a16:creationId xmlns:a16="http://schemas.microsoft.com/office/drawing/2014/main" id="{94771767-6271-4A8D-BBE5-7EFC7C565C53}"/>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6" name="Group 116">
                <a:extLst>
                  <a:ext uri="{FF2B5EF4-FFF2-40B4-BE49-F238E27FC236}">
                    <a16:creationId xmlns:a16="http://schemas.microsoft.com/office/drawing/2014/main" id="{24D11266-92AD-4264-A901-983D3B63B1A1}"/>
                  </a:ext>
                </a:extLst>
              </p:cNvPr>
              <p:cNvGrpSpPr/>
              <p:nvPr/>
            </p:nvGrpSpPr>
            <p:grpSpPr>
              <a:xfrm>
                <a:off x="4893445" y="2121762"/>
                <a:ext cx="267497" cy="248332"/>
                <a:chOff x="4510310" y="2121762"/>
                <a:chExt cx="267497" cy="248332"/>
              </a:xfrm>
              <a:grpFill/>
            </p:grpSpPr>
            <p:sp>
              <p:nvSpPr>
                <p:cNvPr id="127" name="Oval 117">
                  <a:extLst>
                    <a:ext uri="{FF2B5EF4-FFF2-40B4-BE49-F238E27FC236}">
                      <a16:creationId xmlns:a16="http://schemas.microsoft.com/office/drawing/2014/main" id="{DC0A4F31-9F59-4BDB-8429-B2119B912A9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Oval 118">
                  <a:extLst>
                    <a:ext uri="{FF2B5EF4-FFF2-40B4-BE49-F238E27FC236}">
                      <a16:creationId xmlns:a16="http://schemas.microsoft.com/office/drawing/2014/main" id="{C4CF31DB-2E5C-4E18-8864-CDDF0455CE93}"/>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Oval 119">
                  <a:extLst>
                    <a:ext uri="{FF2B5EF4-FFF2-40B4-BE49-F238E27FC236}">
                      <a16:creationId xmlns:a16="http://schemas.microsoft.com/office/drawing/2014/main" id="{2F5F7C57-4498-4036-9B19-36534B2D583B}"/>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Oval 120">
                  <a:extLst>
                    <a:ext uri="{FF2B5EF4-FFF2-40B4-BE49-F238E27FC236}">
                      <a16:creationId xmlns:a16="http://schemas.microsoft.com/office/drawing/2014/main" id="{9E3174F4-68FC-4002-808A-F422640819F5}"/>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04" name="Group 94">
              <a:extLst>
                <a:ext uri="{FF2B5EF4-FFF2-40B4-BE49-F238E27FC236}">
                  <a16:creationId xmlns:a16="http://schemas.microsoft.com/office/drawing/2014/main" id="{4BE4E159-DA1D-4791-A5FB-DFEEEFCB6F6E}"/>
                </a:ext>
              </a:extLst>
            </p:cNvPr>
            <p:cNvGrpSpPr/>
            <p:nvPr/>
          </p:nvGrpSpPr>
          <p:grpSpPr>
            <a:xfrm>
              <a:off x="8562086" y="2119482"/>
              <a:ext cx="675397" cy="248332"/>
              <a:chOff x="4485545" y="2121762"/>
              <a:chExt cx="675397" cy="248332"/>
            </a:xfrm>
            <a:grpFill/>
          </p:grpSpPr>
          <p:grpSp>
            <p:nvGrpSpPr>
              <p:cNvPr id="115" name="Group 105">
                <a:extLst>
                  <a:ext uri="{FF2B5EF4-FFF2-40B4-BE49-F238E27FC236}">
                    <a16:creationId xmlns:a16="http://schemas.microsoft.com/office/drawing/2014/main" id="{E554C505-5D8A-4BF0-B447-BCFD78D297C4}"/>
                  </a:ext>
                </a:extLst>
              </p:cNvPr>
              <p:cNvGrpSpPr/>
              <p:nvPr/>
            </p:nvGrpSpPr>
            <p:grpSpPr>
              <a:xfrm>
                <a:off x="4485545" y="2121762"/>
                <a:ext cx="267497" cy="248332"/>
                <a:chOff x="4510310" y="2121762"/>
                <a:chExt cx="267497" cy="248332"/>
              </a:xfrm>
              <a:grpFill/>
            </p:grpSpPr>
            <p:sp>
              <p:nvSpPr>
                <p:cNvPr id="121" name="Oval 111">
                  <a:extLst>
                    <a:ext uri="{FF2B5EF4-FFF2-40B4-BE49-F238E27FC236}">
                      <a16:creationId xmlns:a16="http://schemas.microsoft.com/office/drawing/2014/main" id="{D9F957A9-965C-4292-8369-4FE97595D662}"/>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Oval 112">
                  <a:extLst>
                    <a:ext uri="{FF2B5EF4-FFF2-40B4-BE49-F238E27FC236}">
                      <a16:creationId xmlns:a16="http://schemas.microsoft.com/office/drawing/2014/main" id="{849446D5-2B1A-48A8-8034-5E8CB2DB16B7}"/>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Oval 113">
                  <a:extLst>
                    <a:ext uri="{FF2B5EF4-FFF2-40B4-BE49-F238E27FC236}">
                      <a16:creationId xmlns:a16="http://schemas.microsoft.com/office/drawing/2014/main" id="{3AAF8A7F-0D57-463E-91A7-86AA092900E1}"/>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Oval 114">
                  <a:extLst>
                    <a:ext uri="{FF2B5EF4-FFF2-40B4-BE49-F238E27FC236}">
                      <a16:creationId xmlns:a16="http://schemas.microsoft.com/office/drawing/2014/main" id="{9D16EC06-8521-47F5-8D35-B3A953FF77F8}"/>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16" name="Group 106">
                <a:extLst>
                  <a:ext uri="{FF2B5EF4-FFF2-40B4-BE49-F238E27FC236}">
                    <a16:creationId xmlns:a16="http://schemas.microsoft.com/office/drawing/2014/main" id="{C15A7271-B1E9-4290-9C7E-63D26BFA898B}"/>
                  </a:ext>
                </a:extLst>
              </p:cNvPr>
              <p:cNvGrpSpPr/>
              <p:nvPr/>
            </p:nvGrpSpPr>
            <p:grpSpPr>
              <a:xfrm>
                <a:off x="4893445" y="2121762"/>
                <a:ext cx="267497" cy="248332"/>
                <a:chOff x="4510310" y="2121762"/>
                <a:chExt cx="267497" cy="248332"/>
              </a:xfrm>
              <a:grpFill/>
            </p:grpSpPr>
            <p:sp>
              <p:nvSpPr>
                <p:cNvPr id="117" name="Oval 107">
                  <a:extLst>
                    <a:ext uri="{FF2B5EF4-FFF2-40B4-BE49-F238E27FC236}">
                      <a16:creationId xmlns:a16="http://schemas.microsoft.com/office/drawing/2014/main" id="{D11FE8B3-14B9-4B50-8D5F-E84098F61983}"/>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Oval 108">
                  <a:extLst>
                    <a:ext uri="{FF2B5EF4-FFF2-40B4-BE49-F238E27FC236}">
                      <a16:creationId xmlns:a16="http://schemas.microsoft.com/office/drawing/2014/main" id="{7FD999E8-373F-4AD9-8F5A-E41E7FF39188}"/>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Oval 109">
                  <a:extLst>
                    <a:ext uri="{FF2B5EF4-FFF2-40B4-BE49-F238E27FC236}">
                      <a16:creationId xmlns:a16="http://schemas.microsoft.com/office/drawing/2014/main" id="{DF3A9010-14DC-45E3-8F76-B1FFE28DE960}"/>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Oval 110">
                  <a:extLst>
                    <a:ext uri="{FF2B5EF4-FFF2-40B4-BE49-F238E27FC236}">
                      <a16:creationId xmlns:a16="http://schemas.microsoft.com/office/drawing/2014/main" id="{F785B1DC-ABF8-4675-988E-42B4E21C1B59}"/>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05" name="Oval 95">
              <a:extLst>
                <a:ext uri="{FF2B5EF4-FFF2-40B4-BE49-F238E27FC236}">
                  <a16:creationId xmlns:a16="http://schemas.microsoft.com/office/drawing/2014/main" id="{4E0099AA-0447-4702-8114-372B953B5739}"/>
                </a:ext>
              </a:extLst>
            </p:cNvPr>
            <p:cNvSpPr/>
            <p:nvPr/>
          </p:nvSpPr>
          <p:spPr>
            <a:xfrm>
              <a:off x="93778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Oval 96">
              <a:extLst>
                <a:ext uri="{FF2B5EF4-FFF2-40B4-BE49-F238E27FC236}">
                  <a16:creationId xmlns:a16="http://schemas.microsoft.com/office/drawing/2014/main" id="{13654D96-3CDC-4863-9E62-05E00C7206EC}"/>
                </a:ext>
              </a:extLst>
            </p:cNvPr>
            <p:cNvSpPr/>
            <p:nvPr/>
          </p:nvSpPr>
          <p:spPr>
            <a:xfrm>
              <a:off x="958183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Oval 97">
              <a:extLst>
                <a:ext uri="{FF2B5EF4-FFF2-40B4-BE49-F238E27FC236}">
                  <a16:creationId xmlns:a16="http://schemas.microsoft.com/office/drawing/2014/main" id="{34FE130A-A868-4AA8-93A0-A014D2DCC4CF}"/>
                </a:ext>
              </a:extLst>
            </p:cNvPr>
            <p:cNvSpPr/>
            <p:nvPr/>
          </p:nvSpPr>
          <p:spPr>
            <a:xfrm>
              <a:off x="93778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Oval 98">
              <a:extLst>
                <a:ext uri="{FF2B5EF4-FFF2-40B4-BE49-F238E27FC236}">
                  <a16:creationId xmlns:a16="http://schemas.microsoft.com/office/drawing/2014/main" id="{B10F1CC9-FFB4-4310-A9BF-9A2BF51B26E2}"/>
                </a:ext>
              </a:extLst>
            </p:cNvPr>
            <p:cNvSpPr/>
            <p:nvPr/>
          </p:nvSpPr>
          <p:spPr>
            <a:xfrm>
              <a:off x="958183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Oval 99">
              <a:extLst>
                <a:ext uri="{FF2B5EF4-FFF2-40B4-BE49-F238E27FC236}">
                  <a16:creationId xmlns:a16="http://schemas.microsoft.com/office/drawing/2014/main" id="{E82D2AB8-B321-4873-ADE9-820BD769683E}"/>
                </a:ext>
              </a:extLst>
            </p:cNvPr>
            <p:cNvSpPr/>
            <p:nvPr/>
          </p:nvSpPr>
          <p:spPr>
            <a:xfrm>
              <a:off x="97857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Oval 100">
              <a:extLst>
                <a:ext uri="{FF2B5EF4-FFF2-40B4-BE49-F238E27FC236}">
                  <a16:creationId xmlns:a16="http://schemas.microsoft.com/office/drawing/2014/main" id="{78E25B2F-79D9-4BFA-9479-B9D44AE3F389}"/>
                </a:ext>
              </a:extLst>
            </p:cNvPr>
            <p:cNvSpPr/>
            <p:nvPr/>
          </p:nvSpPr>
          <p:spPr>
            <a:xfrm>
              <a:off x="998973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Oval 101">
              <a:extLst>
                <a:ext uri="{FF2B5EF4-FFF2-40B4-BE49-F238E27FC236}">
                  <a16:creationId xmlns:a16="http://schemas.microsoft.com/office/drawing/2014/main" id="{5EC6A100-D4F2-47BC-BBAA-22076F3ADB55}"/>
                </a:ext>
              </a:extLst>
            </p:cNvPr>
            <p:cNvSpPr/>
            <p:nvPr/>
          </p:nvSpPr>
          <p:spPr>
            <a:xfrm>
              <a:off x="97857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Oval 102">
              <a:extLst>
                <a:ext uri="{FF2B5EF4-FFF2-40B4-BE49-F238E27FC236}">
                  <a16:creationId xmlns:a16="http://schemas.microsoft.com/office/drawing/2014/main" id="{E90B26A7-8456-4FBB-95FC-6A42E47258E9}"/>
                </a:ext>
              </a:extLst>
            </p:cNvPr>
            <p:cNvSpPr/>
            <p:nvPr/>
          </p:nvSpPr>
          <p:spPr>
            <a:xfrm>
              <a:off x="998973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Oval 103">
              <a:extLst>
                <a:ext uri="{FF2B5EF4-FFF2-40B4-BE49-F238E27FC236}">
                  <a16:creationId xmlns:a16="http://schemas.microsoft.com/office/drawing/2014/main" id="{D549753E-0C7F-44DC-8399-67F751D73B6D}"/>
                </a:ext>
              </a:extLst>
            </p:cNvPr>
            <p:cNvSpPr/>
            <p:nvPr/>
          </p:nvSpPr>
          <p:spPr>
            <a:xfrm>
              <a:off x="101936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Oval 104">
              <a:extLst>
                <a:ext uri="{FF2B5EF4-FFF2-40B4-BE49-F238E27FC236}">
                  <a16:creationId xmlns:a16="http://schemas.microsoft.com/office/drawing/2014/main" id="{949CDFBB-43E4-41B3-B583-E4C41CAAF13F}"/>
                </a:ext>
              </a:extLst>
            </p:cNvPr>
            <p:cNvSpPr/>
            <p:nvPr/>
          </p:nvSpPr>
          <p:spPr>
            <a:xfrm>
              <a:off x="101936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77" name="Rectangle 11">
            <a:extLst>
              <a:ext uri="{FF2B5EF4-FFF2-40B4-BE49-F238E27FC236}">
                <a16:creationId xmlns:a16="http://schemas.microsoft.com/office/drawing/2014/main" id="{0FEE3CFE-716A-41C8-A4B0-304EC803FF68}"/>
              </a:ext>
            </a:extLst>
          </p:cNvPr>
          <p:cNvSpPr/>
          <p:nvPr/>
        </p:nvSpPr>
        <p:spPr>
          <a:xfrm rot="5400000">
            <a:off x="4189295" y="3032895"/>
            <a:ext cx="2927577" cy="305435"/>
          </a:xfrm>
          <a:prstGeom prst="rect">
            <a:avLst/>
          </a:prstGeom>
          <a:solidFill>
            <a:srgbClr val="CC3399">
              <a:alpha val="29804"/>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8" name="Rectangle 12">
            <a:extLst>
              <a:ext uri="{FF2B5EF4-FFF2-40B4-BE49-F238E27FC236}">
                <a16:creationId xmlns:a16="http://schemas.microsoft.com/office/drawing/2014/main" id="{6AD8A9DF-529E-4FFD-BE14-4D0F6BC62FFB}"/>
              </a:ext>
            </a:extLst>
          </p:cNvPr>
          <p:cNvSpPr/>
          <p:nvPr/>
        </p:nvSpPr>
        <p:spPr>
          <a:xfrm rot="5400000">
            <a:off x="6308494" y="3021541"/>
            <a:ext cx="2927579" cy="305435"/>
          </a:xfrm>
          <a:prstGeom prst="rect">
            <a:avLst/>
          </a:prstGeom>
          <a:solidFill>
            <a:srgbClr val="CC3399">
              <a:alpha val="29804"/>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9" name="Rectangle 13">
            <a:extLst>
              <a:ext uri="{FF2B5EF4-FFF2-40B4-BE49-F238E27FC236}">
                <a16:creationId xmlns:a16="http://schemas.microsoft.com/office/drawing/2014/main" id="{C5F1E214-EFC3-4C26-8EA8-2BC80057138D}"/>
              </a:ext>
            </a:extLst>
          </p:cNvPr>
          <p:cNvSpPr/>
          <p:nvPr/>
        </p:nvSpPr>
        <p:spPr>
          <a:xfrm rot="5400000">
            <a:off x="8421164" y="3021541"/>
            <a:ext cx="2927579" cy="305435"/>
          </a:xfrm>
          <a:prstGeom prst="rect">
            <a:avLst/>
          </a:prstGeom>
          <a:solidFill>
            <a:srgbClr val="CC3399">
              <a:alpha val="29804"/>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0" name="Rectangle 169">
            <a:extLst>
              <a:ext uri="{FF2B5EF4-FFF2-40B4-BE49-F238E27FC236}">
                <a16:creationId xmlns:a16="http://schemas.microsoft.com/office/drawing/2014/main" id="{6873B227-EC33-47A5-AFA7-E956A09533B9}"/>
              </a:ext>
            </a:extLst>
          </p:cNvPr>
          <p:cNvSpPr/>
          <p:nvPr/>
        </p:nvSpPr>
        <p:spPr>
          <a:xfrm flipV="1">
            <a:off x="4758442" y="1578863"/>
            <a:ext cx="6108699" cy="53738"/>
          </a:xfrm>
          <a:prstGeom prst="rect">
            <a:avLst/>
          </a:prstGeom>
          <a:solidFill>
            <a:srgbClr val="D9D9D9">
              <a:alpha val="30196"/>
            </a:srgb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1" name="Rectangle 170">
            <a:extLst>
              <a:ext uri="{FF2B5EF4-FFF2-40B4-BE49-F238E27FC236}">
                <a16:creationId xmlns:a16="http://schemas.microsoft.com/office/drawing/2014/main" id="{A995F0ED-6880-4969-8750-68780E8FDC55}"/>
              </a:ext>
            </a:extLst>
          </p:cNvPr>
          <p:cNvSpPr/>
          <p:nvPr/>
        </p:nvSpPr>
        <p:spPr>
          <a:xfrm flipV="1">
            <a:off x="4758442" y="4737508"/>
            <a:ext cx="6108699" cy="53738"/>
          </a:xfrm>
          <a:prstGeom prst="rect">
            <a:avLst/>
          </a:prstGeom>
          <a:solidFill>
            <a:srgbClr val="D9D9D9">
              <a:alpha val="30196"/>
            </a:srgb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2" name="Rectangle 167">
            <a:extLst>
              <a:ext uri="{FF2B5EF4-FFF2-40B4-BE49-F238E27FC236}">
                <a16:creationId xmlns:a16="http://schemas.microsoft.com/office/drawing/2014/main" id="{C6B59FB6-DBD8-4E66-BE19-FCEF00E437BD}"/>
              </a:ext>
            </a:extLst>
          </p:cNvPr>
          <p:cNvSpPr/>
          <p:nvPr/>
        </p:nvSpPr>
        <p:spPr>
          <a:xfrm flipV="1">
            <a:off x="4960646" y="1624323"/>
            <a:ext cx="5722249" cy="53738"/>
          </a:xfrm>
          <a:prstGeom prst="rect">
            <a:avLst/>
          </a:prstGeom>
          <a:solidFill>
            <a:srgbClr val="D9D9D9">
              <a:alpha val="30196"/>
            </a:srgb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3" name="Rectangle 168">
            <a:extLst>
              <a:ext uri="{FF2B5EF4-FFF2-40B4-BE49-F238E27FC236}">
                <a16:creationId xmlns:a16="http://schemas.microsoft.com/office/drawing/2014/main" id="{CEA3A12E-B05E-4EA8-8645-D9B61BDD0E91}"/>
              </a:ext>
            </a:extLst>
          </p:cNvPr>
          <p:cNvSpPr/>
          <p:nvPr/>
        </p:nvSpPr>
        <p:spPr>
          <a:xfrm flipV="1">
            <a:off x="4962714" y="4685467"/>
            <a:ext cx="5722249" cy="53738"/>
          </a:xfrm>
          <a:prstGeom prst="rect">
            <a:avLst/>
          </a:prstGeom>
          <a:solidFill>
            <a:srgbClr val="D9D9D9">
              <a:alpha val="30196"/>
            </a:srgb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4" name="Rectangle 176">
            <a:extLst>
              <a:ext uri="{FF2B5EF4-FFF2-40B4-BE49-F238E27FC236}">
                <a16:creationId xmlns:a16="http://schemas.microsoft.com/office/drawing/2014/main" id="{89D2E175-C992-4417-9EDE-FE4FE059674B}"/>
              </a:ext>
            </a:extLst>
          </p:cNvPr>
          <p:cNvSpPr/>
          <p:nvPr/>
        </p:nvSpPr>
        <p:spPr>
          <a:xfrm flipV="1">
            <a:off x="2255831" y="1578863"/>
            <a:ext cx="1018117" cy="53738"/>
          </a:xfrm>
          <a:prstGeom prst="rect">
            <a:avLst/>
          </a:prstGeom>
          <a:solidFill>
            <a:srgbClr val="D9D9D9">
              <a:alpha val="30196"/>
            </a:srgb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5" name="Rectangle 177">
            <a:extLst>
              <a:ext uri="{FF2B5EF4-FFF2-40B4-BE49-F238E27FC236}">
                <a16:creationId xmlns:a16="http://schemas.microsoft.com/office/drawing/2014/main" id="{D58C0DD4-8A83-416F-9B1A-82D9D5C08639}"/>
              </a:ext>
            </a:extLst>
          </p:cNvPr>
          <p:cNvSpPr/>
          <p:nvPr/>
        </p:nvSpPr>
        <p:spPr>
          <a:xfrm flipV="1">
            <a:off x="2255831" y="4737508"/>
            <a:ext cx="1018117" cy="53738"/>
          </a:xfrm>
          <a:prstGeom prst="rect">
            <a:avLst/>
          </a:prstGeom>
          <a:solidFill>
            <a:srgbClr val="D9D9D9">
              <a:alpha val="30196"/>
            </a:srgb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86" name="Group 180">
            <a:extLst>
              <a:ext uri="{FF2B5EF4-FFF2-40B4-BE49-F238E27FC236}">
                <a16:creationId xmlns:a16="http://schemas.microsoft.com/office/drawing/2014/main" id="{02F30CC4-AD0C-4665-BDFB-89D0F7B30F50}"/>
              </a:ext>
            </a:extLst>
          </p:cNvPr>
          <p:cNvGrpSpPr/>
          <p:nvPr/>
        </p:nvGrpSpPr>
        <p:grpSpPr>
          <a:xfrm>
            <a:off x="2427906" y="1668619"/>
            <a:ext cx="647696" cy="336157"/>
            <a:chOff x="2348789" y="2050912"/>
            <a:chExt cx="687060" cy="356848"/>
          </a:xfrm>
          <a:solidFill>
            <a:schemeClr val="bg1">
              <a:lumMod val="65000"/>
            </a:schemeClr>
          </a:solidFill>
        </p:grpSpPr>
        <p:sp>
          <p:nvSpPr>
            <p:cNvPr id="187" name="L-Shape 178">
              <a:extLst>
                <a:ext uri="{FF2B5EF4-FFF2-40B4-BE49-F238E27FC236}">
                  <a16:creationId xmlns:a16="http://schemas.microsoft.com/office/drawing/2014/main" id="{522E36A6-2C42-4344-BF82-FAED8A6D5294}"/>
                </a:ext>
              </a:extLst>
            </p:cNvPr>
            <p:cNvSpPr/>
            <p:nvPr/>
          </p:nvSpPr>
          <p:spPr>
            <a:xfrm rot="5400000">
              <a:off x="2671466" y="2043376"/>
              <a:ext cx="356847" cy="371919"/>
            </a:xfrm>
            <a:prstGeom prst="corner">
              <a:avLst>
                <a:gd name="adj1" fmla="val 15263"/>
                <a:gd name="adj2" fmla="val 1322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8" name="L-Shape 179">
              <a:extLst>
                <a:ext uri="{FF2B5EF4-FFF2-40B4-BE49-F238E27FC236}">
                  <a16:creationId xmlns:a16="http://schemas.microsoft.com/office/drawing/2014/main" id="{5D498A63-E685-4B3B-A37E-C2679E1E83FB}"/>
                </a:ext>
              </a:extLst>
            </p:cNvPr>
            <p:cNvSpPr/>
            <p:nvPr/>
          </p:nvSpPr>
          <p:spPr>
            <a:xfrm rot="16200000" flipH="1">
              <a:off x="2356325" y="2043377"/>
              <a:ext cx="356847" cy="371919"/>
            </a:xfrm>
            <a:prstGeom prst="corner">
              <a:avLst>
                <a:gd name="adj1" fmla="val 15263"/>
                <a:gd name="adj2" fmla="val 1322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9" name="Rectangle 181">
            <a:extLst>
              <a:ext uri="{FF2B5EF4-FFF2-40B4-BE49-F238E27FC236}">
                <a16:creationId xmlns:a16="http://schemas.microsoft.com/office/drawing/2014/main" id="{5AF39325-C866-464B-9513-8D08ECBFA0F5}"/>
              </a:ext>
            </a:extLst>
          </p:cNvPr>
          <p:cNvSpPr/>
          <p:nvPr/>
        </p:nvSpPr>
        <p:spPr>
          <a:xfrm rot="5400000" flipV="1">
            <a:off x="1326585" y="3178600"/>
            <a:ext cx="2700000" cy="33937"/>
          </a:xfrm>
          <a:prstGeom prst="rect">
            <a:avLst/>
          </a:prstGeom>
          <a:solidFill>
            <a:srgbClr val="D9D9D9">
              <a:alpha val="30196"/>
            </a:srgb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mc:Choice xmlns:a14="http://schemas.microsoft.com/office/drawing/2010/main" Requires="a14">
          <p:sp>
            <p:nvSpPr>
              <p:cNvPr id="197" name="TextBox 189">
                <a:extLst>
                  <a:ext uri="{FF2B5EF4-FFF2-40B4-BE49-F238E27FC236}">
                    <a16:creationId xmlns:a16="http://schemas.microsoft.com/office/drawing/2014/main" id="{79308E78-0ECA-4EB8-81DF-7C1F26078F24}"/>
                  </a:ext>
                </a:extLst>
              </p:cNvPr>
              <p:cNvSpPr txBox="1"/>
              <p:nvPr/>
            </p:nvSpPr>
            <p:spPr>
              <a:xfrm>
                <a:off x="1307688" y="5733097"/>
                <a:ext cx="2771731" cy="611771"/>
              </a:xfrm>
              <a:prstGeom prst="rect">
                <a:avLst/>
              </a:prstGeom>
              <a:solidFill>
                <a:srgbClr val="CC3399"/>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1600" b="0" i="1" smtClean="0">
                              <a:solidFill>
                                <a:schemeClr val="bg1"/>
                              </a:solidFill>
                              <a:latin typeface="Cambria Math" panose="02040503050406030204" pitchFamily="18" charset="0"/>
                            </a:rPr>
                          </m:ctrlPr>
                        </m:sSubPr>
                        <m:e>
                          <m:r>
                            <a:rPr lang="es-ES" sz="1600" b="0" i="1" smtClean="0">
                              <a:solidFill>
                                <a:schemeClr val="bg1"/>
                              </a:solidFill>
                              <a:latin typeface="Cambria Math" panose="02040503050406030204" pitchFamily="18" charset="0"/>
                            </a:rPr>
                            <m:t>𝐼</m:t>
                          </m:r>
                        </m:e>
                        <m:sub>
                          <m:r>
                            <a:rPr lang="es-ES" sz="1600" b="0" i="1" smtClean="0">
                              <a:solidFill>
                                <a:schemeClr val="bg1"/>
                              </a:solidFill>
                              <a:latin typeface="Cambria Math" panose="02040503050406030204" pitchFamily="18" charset="0"/>
                            </a:rPr>
                            <m:t>𝑟𝑖𝑔𝑖𝑑</m:t>
                          </m:r>
                          <m:r>
                            <a:rPr lang="es-ES" sz="1600" b="0" i="1" smtClean="0">
                              <a:solidFill>
                                <a:schemeClr val="bg1"/>
                              </a:solidFill>
                              <a:latin typeface="Cambria Math" panose="02040503050406030204" pitchFamily="18" charset="0"/>
                            </a:rPr>
                            <m:t>.</m:t>
                          </m:r>
                        </m:sub>
                      </m:sSub>
                      <m:r>
                        <a:rPr lang="es-ES" sz="1600" b="0" i="1" smtClean="0">
                          <a:solidFill>
                            <a:schemeClr val="bg1"/>
                          </a:solidFill>
                          <a:latin typeface="Cambria Math" panose="02040503050406030204" pitchFamily="18" charset="0"/>
                        </a:rPr>
                        <m:t>≥2.29</m:t>
                      </m:r>
                      <m:f>
                        <m:fPr>
                          <m:ctrlPr>
                            <a:rPr lang="es-ES" sz="1600" b="0" i="1" smtClean="0">
                              <a:solidFill>
                                <a:schemeClr val="bg1"/>
                              </a:solidFill>
                              <a:latin typeface="Cambria Math" panose="02040503050406030204" pitchFamily="18" charset="0"/>
                            </a:rPr>
                          </m:ctrlPr>
                        </m:fPr>
                        <m:num>
                          <m:r>
                            <a:rPr lang="es-ES" sz="1600" b="0" i="1" smtClean="0">
                              <a:solidFill>
                                <a:schemeClr val="bg1"/>
                              </a:solidFill>
                              <a:latin typeface="Cambria Math" panose="02040503050406030204" pitchFamily="18" charset="0"/>
                            </a:rPr>
                            <m:t>𝑑</m:t>
                          </m:r>
                        </m:num>
                        <m:den>
                          <m:r>
                            <a:rPr lang="es-ES" sz="1600" b="0" i="1" smtClean="0">
                              <a:solidFill>
                                <a:schemeClr val="bg1"/>
                              </a:solidFill>
                              <a:latin typeface="Cambria Math" panose="02040503050406030204" pitchFamily="18" charset="0"/>
                            </a:rPr>
                            <m:t>𝑡</m:t>
                          </m:r>
                        </m:den>
                      </m:f>
                      <m:r>
                        <a:rPr lang="es-ES" sz="1600" b="0" i="1" smtClean="0">
                          <a:solidFill>
                            <a:schemeClr val="bg1"/>
                          </a:solidFill>
                          <a:latin typeface="Cambria Math" panose="02040503050406030204" pitchFamily="18" charset="0"/>
                        </a:rPr>
                        <m:t> </m:t>
                      </m:r>
                      <m:sSup>
                        <m:sSupPr>
                          <m:ctrlPr>
                            <a:rPr lang="es-ES" sz="1600" b="0" i="1" smtClean="0">
                              <a:solidFill>
                                <a:schemeClr val="bg1"/>
                              </a:solidFill>
                              <a:latin typeface="Cambria Math" panose="02040503050406030204" pitchFamily="18" charset="0"/>
                            </a:rPr>
                          </m:ctrlPr>
                        </m:sSupPr>
                        <m:e>
                          <m:d>
                            <m:dPr>
                              <m:ctrlPr>
                                <a:rPr lang="es-ES" sz="1600" b="0" i="1" smtClean="0">
                                  <a:solidFill>
                                    <a:schemeClr val="bg1"/>
                                  </a:solidFill>
                                  <a:latin typeface="Cambria Math" panose="02040503050406030204" pitchFamily="18" charset="0"/>
                                </a:rPr>
                              </m:ctrlPr>
                            </m:dPr>
                            <m:e>
                              <m:f>
                                <m:fPr>
                                  <m:ctrlPr>
                                    <a:rPr lang="es-ES" sz="1600" b="0" i="1" smtClean="0">
                                      <a:solidFill>
                                        <a:schemeClr val="bg1"/>
                                      </a:solidFill>
                                      <a:latin typeface="Cambria Math" panose="02040503050406030204" pitchFamily="18" charset="0"/>
                                    </a:rPr>
                                  </m:ctrlPr>
                                </m:fPr>
                                <m:num>
                                  <m:r>
                                    <a:rPr lang="es-ES" sz="1600" b="0" i="1" smtClean="0">
                                      <a:solidFill>
                                        <a:schemeClr val="bg1"/>
                                      </a:solidFill>
                                      <a:latin typeface="Cambria Math" panose="02040503050406030204" pitchFamily="18" charset="0"/>
                                    </a:rPr>
                                    <m:t>𝐹</m:t>
                                  </m:r>
                                  <m:sSub>
                                    <m:sSubPr>
                                      <m:ctrlPr>
                                        <a:rPr lang="es-ES" sz="1600" b="0" i="1" smtClean="0">
                                          <a:solidFill>
                                            <a:schemeClr val="bg1"/>
                                          </a:solidFill>
                                          <a:latin typeface="Cambria Math" panose="02040503050406030204" pitchFamily="18" charset="0"/>
                                        </a:rPr>
                                      </m:ctrlPr>
                                    </m:sSubPr>
                                    <m:e>
                                      <m:r>
                                        <a:rPr lang="es-ES" sz="1600" b="0" i="1" smtClean="0">
                                          <a:solidFill>
                                            <a:schemeClr val="bg1"/>
                                          </a:solidFill>
                                          <a:latin typeface="Cambria Math" panose="02040503050406030204" pitchFamily="18" charset="0"/>
                                        </a:rPr>
                                        <m:t>h</m:t>
                                      </m:r>
                                    </m:e>
                                    <m:sub>
                                      <m:r>
                                        <a:rPr lang="es-ES" sz="1600" b="0" i="1" smtClean="0">
                                          <a:solidFill>
                                            <a:schemeClr val="bg1"/>
                                          </a:solidFill>
                                          <a:latin typeface="Cambria Math" panose="02040503050406030204" pitchFamily="18" charset="0"/>
                                        </a:rPr>
                                        <m:t>𝑤</m:t>
                                      </m:r>
                                    </m:sub>
                                  </m:sSub>
                                </m:num>
                                <m:den>
                                  <m:r>
                                    <a:rPr lang="es-ES" sz="1600" b="0" i="1" smtClean="0">
                                      <a:solidFill>
                                        <a:schemeClr val="bg1"/>
                                      </a:solidFill>
                                      <a:latin typeface="Cambria Math" panose="02040503050406030204" pitchFamily="18" charset="0"/>
                                    </a:rPr>
                                    <m:t>33</m:t>
                                  </m:r>
                                  <m:r>
                                    <a:rPr lang="es-ES" sz="1600" b="0" i="1" smtClean="0">
                                      <a:solidFill>
                                        <a:schemeClr val="bg1"/>
                                      </a:solidFill>
                                      <a:latin typeface="Cambria Math" panose="02040503050406030204" pitchFamily="18" charset="0"/>
                                    </a:rPr>
                                    <m:t>𝐸</m:t>
                                  </m:r>
                                </m:den>
                              </m:f>
                            </m:e>
                          </m:d>
                        </m:e>
                        <m:sup>
                          <m:r>
                            <a:rPr lang="es-ES" sz="1600" b="0" i="1" smtClean="0">
                              <a:solidFill>
                                <a:schemeClr val="bg1"/>
                              </a:solidFill>
                              <a:latin typeface="Cambria Math" panose="02040503050406030204" pitchFamily="18" charset="0"/>
                            </a:rPr>
                            <m:t>4/3</m:t>
                          </m:r>
                        </m:sup>
                      </m:sSup>
                    </m:oMath>
                  </m:oMathPara>
                </a14:m>
                <a:endParaRPr lang="en-GB" sz="1600" dirty="0">
                  <a:solidFill>
                    <a:schemeClr val="bg1"/>
                  </a:solidFill>
                </a:endParaRPr>
              </a:p>
            </p:txBody>
          </p:sp>
        </mc:Choice>
        <mc:Fallback>
          <p:sp>
            <p:nvSpPr>
              <p:cNvPr id="197" name="TextBox 189">
                <a:extLst>
                  <a:ext uri="{FF2B5EF4-FFF2-40B4-BE49-F238E27FC236}">
                    <a16:creationId xmlns:a16="http://schemas.microsoft.com/office/drawing/2014/main" id="{79308E78-0ECA-4EB8-81DF-7C1F26078F24}"/>
                  </a:ext>
                </a:extLst>
              </p:cNvPr>
              <p:cNvSpPr txBox="1">
                <a:spLocks noRot="1" noChangeAspect="1" noMove="1" noResize="1" noEditPoints="1" noAdjustHandles="1" noChangeArrowheads="1" noChangeShapeType="1" noTextEdit="1"/>
              </p:cNvSpPr>
              <p:nvPr/>
            </p:nvSpPr>
            <p:spPr>
              <a:xfrm>
                <a:off x="1307688" y="5733097"/>
                <a:ext cx="2771731" cy="611771"/>
              </a:xfrm>
              <a:prstGeom prst="rect">
                <a:avLst/>
              </a:prstGeom>
              <a:blipFill>
                <a:blip r:embed="rId3"/>
                <a:stretch>
                  <a:fillRect/>
                </a:stretch>
              </a:blipFill>
            </p:spPr>
            <p:txBody>
              <a:bodyPr/>
              <a:lstStyle/>
              <a:p>
                <a:r>
                  <a:rPr lang="es-ES">
                    <a:noFill/>
                  </a:rPr>
                  <a:t> </a:t>
                </a:r>
              </a:p>
            </p:txBody>
          </p:sp>
        </mc:Fallback>
      </mc:AlternateContent>
      <p:cxnSp>
        <p:nvCxnSpPr>
          <p:cNvPr id="6" name="Conector recto de flecha 5">
            <a:extLst>
              <a:ext uri="{FF2B5EF4-FFF2-40B4-BE49-F238E27FC236}">
                <a16:creationId xmlns:a16="http://schemas.microsoft.com/office/drawing/2014/main" id="{E5C7AF5A-7103-4439-A944-930497E3FD0E}"/>
              </a:ext>
            </a:extLst>
          </p:cNvPr>
          <p:cNvCxnSpPr>
            <a:cxnSpLocks/>
          </p:cNvCxnSpPr>
          <p:nvPr/>
        </p:nvCxnSpPr>
        <p:spPr>
          <a:xfrm>
            <a:off x="951298" y="1669280"/>
            <a:ext cx="0" cy="305213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 name="Conector recto 9">
            <a:extLst>
              <a:ext uri="{FF2B5EF4-FFF2-40B4-BE49-F238E27FC236}">
                <a16:creationId xmlns:a16="http://schemas.microsoft.com/office/drawing/2014/main" id="{D9882145-61B9-434B-90D4-5287EAA4A8C3}"/>
              </a:ext>
            </a:extLst>
          </p:cNvPr>
          <p:cNvCxnSpPr/>
          <p:nvPr/>
        </p:nvCxnSpPr>
        <p:spPr>
          <a:xfrm>
            <a:off x="845858" y="1624323"/>
            <a:ext cx="1365774" cy="0"/>
          </a:xfrm>
          <a:prstGeom prst="line">
            <a:avLst/>
          </a:prstGeom>
        </p:spPr>
        <p:style>
          <a:lnRef idx="1">
            <a:schemeClr val="dk1"/>
          </a:lnRef>
          <a:fillRef idx="0">
            <a:schemeClr val="dk1"/>
          </a:fillRef>
          <a:effectRef idx="0">
            <a:schemeClr val="dk1"/>
          </a:effectRef>
          <a:fontRef idx="minor">
            <a:schemeClr val="tx1"/>
          </a:fontRef>
        </p:style>
      </p:cxnSp>
      <p:cxnSp>
        <p:nvCxnSpPr>
          <p:cNvPr id="199" name="Conector recto 198">
            <a:extLst>
              <a:ext uri="{FF2B5EF4-FFF2-40B4-BE49-F238E27FC236}">
                <a16:creationId xmlns:a16="http://schemas.microsoft.com/office/drawing/2014/main" id="{E8D98C4B-80E1-4EB8-8E2D-04A8978F0220}"/>
              </a:ext>
            </a:extLst>
          </p:cNvPr>
          <p:cNvCxnSpPr/>
          <p:nvPr/>
        </p:nvCxnSpPr>
        <p:spPr>
          <a:xfrm>
            <a:off x="845667" y="4747810"/>
            <a:ext cx="1365774"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1" name="CuadroTexto 200">
                <a:extLst>
                  <a:ext uri="{FF2B5EF4-FFF2-40B4-BE49-F238E27FC236}">
                    <a16:creationId xmlns:a16="http://schemas.microsoft.com/office/drawing/2014/main" id="{568D22F0-5912-4746-A245-E78166CE83E9}"/>
                  </a:ext>
                </a:extLst>
              </p:cNvPr>
              <p:cNvSpPr txBox="1"/>
              <p:nvPr/>
            </p:nvSpPr>
            <p:spPr>
              <a:xfrm>
                <a:off x="858740" y="3056847"/>
                <a:ext cx="185115" cy="276999"/>
              </a:xfrm>
              <a:prstGeom prst="rect">
                <a:avLst/>
              </a:prstGeom>
              <a:solidFill>
                <a:schemeClr val="bg1"/>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h</m:t>
                      </m:r>
                    </m:oMath>
                  </m:oMathPara>
                </a14:m>
                <a:endParaRPr lang="es-ES" dirty="0"/>
              </a:p>
            </p:txBody>
          </p:sp>
        </mc:Choice>
        <mc:Fallback>
          <p:sp>
            <p:nvSpPr>
              <p:cNvPr id="201" name="CuadroTexto 200">
                <a:extLst>
                  <a:ext uri="{FF2B5EF4-FFF2-40B4-BE49-F238E27FC236}">
                    <a16:creationId xmlns:a16="http://schemas.microsoft.com/office/drawing/2014/main" id="{568D22F0-5912-4746-A245-E78166CE83E9}"/>
                  </a:ext>
                </a:extLst>
              </p:cNvPr>
              <p:cNvSpPr txBox="1">
                <a:spLocks noRot="1" noChangeAspect="1" noMove="1" noResize="1" noEditPoints="1" noAdjustHandles="1" noChangeArrowheads="1" noChangeShapeType="1" noTextEdit="1"/>
              </p:cNvSpPr>
              <p:nvPr/>
            </p:nvSpPr>
            <p:spPr>
              <a:xfrm>
                <a:off x="858740" y="3056847"/>
                <a:ext cx="185115" cy="276999"/>
              </a:xfrm>
              <a:prstGeom prst="rect">
                <a:avLst/>
              </a:prstGeom>
              <a:blipFill>
                <a:blip r:embed="rId4"/>
                <a:stretch>
                  <a:fillRect l="-33333" r="-30000" b="-6522"/>
                </a:stretch>
              </a:blipFill>
            </p:spPr>
            <p:txBody>
              <a:bodyPr/>
              <a:lstStyle/>
              <a:p>
                <a:r>
                  <a:rPr lang="es-ES">
                    <a:noFill/>
                  </a:rPr>
                  <a:t> </a:t>
                </a:r>
              </a:p>
            </p:txBody>
          </p:sp>
        </mc:Fallback>
      </mc:AlternateContent>
      <p:cxnSp>
        <p:nvCxnSpPr>
          <p:cNvPr id="202" name="Conector recto de flecha 201">
            <a:extLst>
              <a:ext uri="{FF2B5EF4-FFF2-40B4-BE49-F238E27FC236}">
                <a16:creationId xmlns:a16="http://schemas.microsoft.com/office/drawing/2014/main" id="{41433836-978D-4DF8-83EF-33F0416635CB}"/>
              </a:ext>
            </a:extLst>
          </p:cNvPr>
          <p:cNvCxnSpPr>
            <a:cxnSpLocks/>
          </p:cNvCxnSpPr>
          <p:nvPr/>
        </p:nvCxnSpPr>
        <p:spPr>
          <a:xfrm>
            <a:off x="1385352" y="1755346"/>
            <a:ext cx="0" cy="288000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3" name="CuadroTexto 202">
                <a:extLst>
                  <a:ext uri="{FF2B5EF4-FFF2-40B4-BE49-F238E27FC236}">
                    <a16:creationId xmlns:a16="http://schemas.microsoft.com/office/drawing/2014/main" id="{F8AA4B6D-3A44-47F6-9DEC-339ACD4D118E}"/>
                  </a:ext>
                </a:extLst>
              </p:cNvPr>
              <p:cNvSpPr txBox="1"/>
              <p:nvPr/>
            </p:nvSpPr>
            <p:spPr>
              <a:xfrm>
                <a:off x="1257964" y="3038288"/>
                <a:ext cx="280974" cy="276999"/>
              </a:xfrm>
              <a:prstGeom prst="rect">
                <a:avLst/>
              </a:prstGeom>
              <a:solidFill>
                <a:schemeClr val="bg1"/>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h</m:t>
                          </m:r>
                        </m:e>
                        <m:sub>
                          <m:r>
                            <a:rPr lang="es-ES" b="0" i="1" smtClean="0">
                              <a:latin typeface="Cambria Math" panose="02040503050406030204" pitchFamily="18" charset="0"/>
                            </a:rPr>
                            <m:t>𝑐</m:t>
                          </m:r>
                        </m:sub>
                      </m:sSub>
                    </m:oMath>
                  </m:oMathPara>
                </a14:m>
                <a:endParaRPr lang="es-ES" dirty="0"/>
              </a:p>
            </p:txBody>
          </p:sp>
        </mc:Choice>
        <mc:Fallback>
          <p:sp>
            <p:nvSpPr>
              <p:cNvPr id="203" name="CuadroTexto 202">
                <a:extLst>
                  <a:ext uri="{FF2B5EF4-FFF2-40B4-BE49-F238E27FC236}">
                    <a16:creationId xmlns:a16="http://schemas.microsoft.com/office/drawing/2014/main" id="{F8AA4B6D-3A44-47F6-9DEC-339ACD4D118E}"/>
                  </a:ext>
                </a:extLst>
              </p:cNvPr>
              <p:cNvSpPr txBox="1">
                <a:spLocks noRot="1" noChangeAspect="1" noMove="1" noResize="1" noEditPoints="1" noAdjustHandles="1" noChangeArrowheads="1" noChangeShapeType="1" noTextEdit="1"/>
              </p:cNvSpPr>
              <p:nvPr/>
            </p:nvSpPr>
            <p:spPr>
              <a:xfrm>
                <a:off x="1257964" y="3038288"/>
                <a:ext cx="280974" cy="276999"/>
              </a:xfrm>
              <a:prstGeom prst="rect">
                <a:avLst/>
              </a:prstGeom>
              <a:blipFill>
                <a:blip r:embed="rId5"/>
                <a:stretch>
                  <a:fillRect l="-21739" r="-2174" b="-10870"/>
                </a:stretch>
              </a:blipFill>
            </p:spPr>
            <p:txBody>
              <a:bodyPr/>
              <a:lstStyle/>
              <a:p>
                <a:r>
                  <a:rPr lang="es-ES">
                    <a:noFill/>
                  </a:rPr>
                  <a:t> </a:t>
                </a:r>
              </a:p>
            </p:txBody>
          </p:sp>
        </mc:Fallback>
      </mc:AlternateContent>
      <p:cxnSp>
        <p:nvCxnSpPr>
          <p:cNvPr id="204" name="Conector recto de flecha 203">
            <a:extLst>
              <a:ext uri="{FF2B5EF4-FFF2-40B4-BE49-F238E27FC236}">
                <a16:creationId xmlns:a16="http://schemas.microsoft.com/office/drawing/2014/main" id="{4BCDBEB7-7DC0-48E1-BCCE-71EDD7183DD5}"/>
              </a:ext>
            </a:extLst>
          </p:cNvPr>
          <p:cNvCxnSpPr>
            <a:cxnSpLocks/>
          </p:cNvCxnSpPr>
          <p:nvPr/>
        </p:nvCxnSpPr>
        <p:spPr>
          <a:xfrm>
            <a:off x="2342834" y="1866233"/>
            <a:ext cx="0" cy="270000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5" name="CuadroTexto 204">
                <a:extLst>
                  <a:ext uri="{FF2B5EF4-FFF2-40B4-BE49-F238E27FC236}">
                    <a16:creationId xmlns:a16="http://schemas.microsoft.com/office/drawing/2014/main" id="{BBEE8D7F-91AF-483A-944B-9FA9523CAB9C}"/>
                  </a:ext>
                </a:extLst>
              </p:cNvPr>
              <p:cNvSpPr txBox="1"/>
              <p:nvPr/>
            </p:nvSpPr>
            <p:spPr>
              <a:xfrm>
                <a:off x="2200195" y="3056847"/>
                <a:ext cx="332847" cy="276999"/>
              </a:xfrm>
              <a:prstGeom prst="rect">
                <a:avLst/>
              </a:prstGeom>
              <a:solidFill>
                <a:schemeClr val="bg1"/>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h</m:t>
                          </m:r>
                        </m:e>
                        <m:sub>
                          <m:r>
                            <a:rPr lang="es-ES" b="0" i="1" smtClean="0">
                              <a:latin typeface="Cambria Math" panose="02040503050406030204" pitchFamily="18" charset="0"/>
                            </a:rPr>
                            <m:t>𝑤</m:t>
                          </m:r>
                        </m:sub>
                      </m:sSub>
                    </m:oMath>
                  </m:oMathPara>
                </a14:m>
                <a:endParaRPr lang="es-ES" dirty="0"/>
              </a:p>
            </p:txBody>
          </p:sp>
        </mc:Choice>
        <mc:Fallback>
          <p:sp>
            <p:nvSpPr>
              <p:cNvPr id="205" name="CuadroTexto 204">
                <a:extLst>
                  <a:ext uri="{FF2B5EF4-FFF2-40B4-BE49-F238E27FC236}">
                    <a16:creationId xmlns:a16="http://schemas.microsoft.com/office/drawing/2014/main" id="{BBEE8D7F-91AF-483A-944B-9FA9523CAB9C}"/>
                  </a:ext>
                </a:extLst>
              </p:cNvPr>
              <p:cNvSpPr txBox="1">
                <a:spLocks noRot="1" noChangeAspect="1" noMove="1" noResize="1" noEditPoints="1" noAdjustHandles="1" noChangeArrowheads="1" noChangeShapeType="1" noTextEdit="1"/>
              </p:cNvSpPr>
              <p:nvPr/>
            </p:nvSpPr>
            <p:spPr>
              <a:xfrm>
                <a:off x="2200195" y="3056847"/>
                <a:ext cx="332847" cy="276999"/>
              </a:xfrm>
              <a:prstGeom prst="rect">
                <a:avLst/>
              </a:prstGeom>
              <a:blipFill>
                <a:blip r:embed="rId6"/>
                <a:stretch>
                  <a:fillRect l="-18182" b="-10870"/>
                </a:stretch>
              </a:blipFill>
            </p:spPr>
            <p:txBody>
              <a:bodyPr/>
              <a:lstStyle/>
              <a:p>
                <a:r>
                  <a:rPr lang="es-ES">
                    <a:noFill/>
                  </a:rPr>
                  <a:t> </a:t>
                </a:r>
              </a:p>
            </p:txBody>
          </p:sp>
        </mc:Fallback>
      </mc:AlternateContent>
      <p:cxnSp>
        <p:nvCxnSpPr>
          <p:cNvPr id="206" name="Conector recto de flecha 205">
            <a:extLst>
              <a:ext uri="{FF2B5EF4-FFF2-40B4-BE49-F238E27FC236}">
                <a16:creationId xmlns:a16="http://schemas.microsoft.com/office/drawing/2014/main" id="{EE57CE37-5154-4259-BF3F-67ADEE8CF30C}"/>
              </a:ext>
            </a:extLst>
          </p:cNvPr>
          <p:cNvCxnSpPr>
            <a:cxnSpLocks/>
          </p:cNvCxnSpPr>
          <p:nvPr/>
        </p:nvCxnSpPr>
        <p:spPr>
          <a:xfrm>
            <a:off x="11411837" y="1861766"/>
            <a:ext cx="0" cy="2609477"/>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7" name="CuadroTexto 206">
                <a:extLst>
                  <a:ext uri="{FF2B5EF4-FFF2-40B4-BE49-F238E27FC236}">
                    <a16:creationId xmlns:a16="http://schemas.microsoft.com/office/drawing/2014/main" id="{E69CBAD6-0971-4465-84AE-AB14C0E54E02}"/>
                  </a:ext>
                </a:extLst>
              </p:cNvPr>
              <p:cNvSpPr txBox="1"/>
              <p:nvPr/>
            </p:nvSpPr>
            <p:spPr>
              <a:xfrm>
                <a:off x="11266509" y="3056847"/>
                <a:ext cx="306366" cy="276999"/>
              </a:xfrm>
              <a:prstGeom prst="rect">
                <a:avLst/>
              </a:prstGeom>
              <a:solidFill>
                <a:schemeClr val="bg1"/>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h</m:t>
                          </m:r>
                        </m:e>
                        <m:sub>
                          <m:r>
                            <a:rPr lang="es-ES" b="0" i="1" smtClean="0">
                              <a:latin typeface="Cambria Math" panose="02040503050406030204" pitchFamily="18" charset="0"/>
                            </a:rPr>
                            <m:t>𝑅</m:t>
                          </m:r>
                        </m:sub>
                      </m:sSub>
                    </m:oMath>
                  </m:oMathPara>
                </a14:m>
                <a:endParaRPr lang="es-ES" dirty="0"/>
              </a:p>
            </p:txBody>
          </p:sp>
        </mc:Choice>
        <mc:Fallback>
          <p:sp>
            <p:nvSpPr>
              <p:cNvPr id="207" name="CuadroTexto 206">
                <a:extLst>
                  <a:ext uri="{FF2B5EF4-FFF2-40B4-BE49-F238E27FC236}">
                    <a16:creationId xmlns:a16="http://schemas.microsoft.com/office/drawing/2014/main" id="{E69CBAD6-0971-4465-84AE-AB14C0E54E02}"/>
                  </a:ext>
                </a:extLst>
              </p:cNvPr>
              <p:cNvSpPr txBox="1">
                <a:spLocks noRot="1" noChangeAspect="1" noMove="1" noResize="1" noEditPoints="1" noAdjustHandles="1" noChangeArrowheads="1" noChangeShapeType="1" noTextEdit="1"/>
              </p:cNvSpPr>
              <p:nvPr/>
            </p:nvSpPr>
            <p:spPr>
              <a:xfrm>
                <a:off x="11266509" y="3056847"/>
                <a:ext cx="306366" cy="276999"/>
              </a:xfrm>
              <a:prstGeom prst="rect">
                <a:avLst/>
              </a:prstGeom>
              <a:blipFill>
                <a:blip r:embed="rId7"/>
                <a:stretch>
                  <a:fillRect l="-20000" r="-6000" b="-15217"/>
                </a:stretch>
              </a:blipFill>
            </p:spPr>
            <p:txBody>
              <a:bodyPr/>
              <a:lstStyle/>
              <a:p>
                <a:r>
                  <a:rPr lang="es-ES">
                    <a:noFill/>
                  </a:rPr>
                  <a:t> </a:t>
                </a:r>
              </a:p>
            </p:txBody>
          </p:sp>
        </mc:Fallback>
      </mc:AlternateContent>
      <p:cxnSp>
        <p:nvCxnSpPr>
          <p:cNvPr id="210" name="Conector recto 209">
            <a:extLst>
              <a:ext uri="{FF2B5EF4-FFF2-40B4-BE49-F238E27FC236}">
                <a16:creationId xmlns:a16="http://schemas.microsoft.com/office/drawing/2014/main" id="{65BEC2A2-1C5C-4B0D-B11A-88176D58A55A}"/>
              </a:ext>
            </a:extLst>
          </p:cNvPr>
          <p:cNvCxnSpPr/>
          <p:nvPr/>
        </p:nvCxnSpPr>
        <p:spPr>
          <a:xfrm>
            <a:off x="10173645" y="1854077"/>
            <a:ext cx="1365774" cy="0"/>
          </a:xfrm>
          <a:prstGeom prst="line">
            <a:avLst/>
          </a:prstGeom>
        </p:spPr>
        <p:style>
          <a:lnRef idx="1">
            <a:schemeClr val="dk1"/>
          </a:lnRef>
          <a:fillRef idx="0">
            <a:schemeClr val="dk1"/>
          </a:fillRef>
          <a:effectRef idx="0">
            <a:schemeClr val="dk1"/>
          </a:effectRef>
          <a:fontRef idx="minor">
            <a:schemeClr val="tx1"/>
          </a:fontRef>
        </p:style>
      </p:cxnSp>
      <p:cxnSp>
        <p:nvCxnSpPr>
          <p:cNvPr id="211" name="Conector recto 210">
            <a:extLst>
              <a:ext uri="{FF2B5EF4-FFF2-40B4-BE49-F238E27FC236}">
                <a16:creationId xmlns:a16="http://schemas.microsoft.com/office/drawing/2014/main" id="{E925C959-565A-458D-AE29-521E605E8E14}"/>
              </a:ext>
            </a:extLst>
          </p:cNvPr>
          <p:cNvCxnSpPr/>
          <p:nvPr/>
        </p:nvCxnSpPr>
        <p:spPr>
          <a:xfrm>
            <a:off x="10207101" y="4489122"/>
            <a:ext cx="1365774" cy="0"/>
          </a:xfrm>
          <a:prstGeom prst="line">
            <a:avLst/>
          </a:prstGeom>
        </p:spPr>
        <p:style>
          <a:lnRef idx="1">
            <a:schemeClr val="dk1"/>
          </a:lnRef>
          <a:fillRef idx="0">
            <a:schemeClr val="dk1"/>
          </a:fillRef>
          <a:effectRef idx="0">
            <a:schemeClr val="dk1"/>
          </a:effectRef>
          <a:fontRef idx="minor">
            <a:schemeClr val="tx1"/>
          </a:fontRef>
        </p:style>
      </p:cxnSp>
      <p:grpSp>
        <p:nvGrpSpPr>
          <p:cNvPr id="212" name="Group 180">
            <a:extLst>
              <a:ext uri="{FF2B5EF4-FFF2-40B4-BE49-F238E27FC236}">
                <a16:creationId xmlns:a16="http://schemas.microsoft.com/office/drawing/2014/main" id="{0F7FB0AE-4D6C-4F0A-AA48-3A9AE4D843AD}"/>
              </a:ext>
            </a:extLst>
          </p:cNvPr>
          <p:cNvGrpSpPr/>
          <p:nvPr/>
        </p:nvGrpSpPr>
        <p:grpSpPr>
          <a:xfrm rot="10800000">
            <a:off x="2424821" y="4377361"/>
            <a:ext cx="647696" cy="336157"/>
            <a:chOff x="2348789" y="2050912"/>
            <a:chExt cx="687060" cy="356848"/>
          </a:xfrm>
          <a:solidFill>
            <a:schemeClr val="bg1">
              <a:lumMod val="65000"/>
            </a:schemeClr>
          </a:solidFill>
        </p:grpSpPr>
        <p:sp>
          <p:nvSpPr>
            <p:cNvPr id="213" name="L-Shape 178">
              <a:extLst>
                <a:ext uri="{FF2B5EF4-FFF2-40B4-BE49-F238E27FC236}">
                  <a16:creationId xmlns:a16="http://schemas.microsoft.com/office/drawing/2014/main" id="{00BEA1B0-F485-41D5-9FF6-C506E5ECF0D6}"/>
                </a:ext>
              </a:extLst>
            </p:cNvPr>
            <p:cNvSpPr/>
            <p:nvPr/>
          </p:nvSpPr>
          <p:spPr>
            <a:xfrm rot="5400000">
              <a:off x="2671466" y="2043376"/>
              <a:ext cx="356847" cy="371919"/>
            </a:xfrm>
            <a:prstGeom prst="corner">
              <a:avLst>
                <a:gd name="adj1" fmla="val 15263"/>
                <a:gd name="adj2" fmla="val 1322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L-Shape 179">
              <a:extLst>
                <a:ext uri="{FF2B5EF4-FFF2-40B4-BE49-F238E27FC236}">
                  <a16:creationId xmlns:a16="http://schemas.microsoft.com/office/drawing/2014/main" id="{3317BD15-4FA1-4EDC-BAB1-596853CA6E41}"/>
                </a:ext>
              </a:extLst>
            </p:cNvPr>
            <p:cNvSpPr/>
            <p:nvPr/>
          </p:nvSpPr>
          <p:spPr>
            <a:xfrm rot="16200000" flipH="1">
              <a:off x="2356325" y="2043377"/>
              <a:ext cx="356847" cy="371919"/>
            </a:xfrm>
            <a:prstGeom prst="corner">
              <a:avLst>
                <a:gd name="adj1" fmla="val 15263"/>
                <a:gd name="adj2" fmla="val 1322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216" name="Conector recto 215">
            <a:extLst>
              <a:ext uri="{FF2B5EF4-FFF2-40B4-BE49-F238E27FC236}">
                <a16:creationId xmlns:a16="http://schemas.microsoft.com/office/drawing/2014/main" id="{A3E8EBCF-9324-45D8-8FF0-28827F981D09}"/>
              </a:ext>
            </a:extLst>
          </p:cNvPr>
          <p:cNvCxnSpPr>
            <a:cxnSpLocks/>
          </p:cNvCxnSpPr>
          <p:nvPr/>
        </p:nvCxnSpPr>
        <p:spPr>
          <a:xfrm>
            <a:off x="1234352" y="1753492"/>
            <a:ext cx="1530537" cy="0"/>
          </a:xfrm>
          <a:prstGeom prst="line">
            <a:avLst/>
          </a:prstGeom>
        </p:spPr>
        <p:style>
          <a:lnRef idx="1">
            <a:schemeClr val="dk1"/>
          </a:lnRef>
          <a:fillRef idx="0">
            <a:schemeClr val="dk1"/>
          </a:fillRef>
          <a:effectRef idx="0">
            <a:schemeClr val="dk1"/>
          </a:effectRef>
          <a:fontRef idx="minor">
            <a:schemeClr val="tx1"/>
          </a:fontRef>
        </p:style>
      </p:cxnSp>
      <p:cxnSp>
        <p:nvCxnSpPr>
          <p:cNvPr id="218" name="Conector recto 217">
            <a:extLst>
              <a:ext uri="{FF2B5EF4-FFF2-40B4-BE49-F238E27FC236}">
                <a16:creationId xmlns:a16="http://schemas.microsoft.com/office/drawing/2014/main" id="{30E9C47A-8F04-48C4-A305-734D2BCDE18B}"/>
              </a:ext>
            </a:extLst>
          </p:cNvPr>
          <p:cNvCxnSpPr>
            <a:cxnSpLocks/>
          </p:cNvCxnSpPr>
          <p:nvPr/>
        </p:nvCxnSpPr>
        <p:spPr>
          <a:xfrm>
            <a:off x="1222958" y="4635346"/>
            <a:ext cx="1530537" cy="0"/>
          </a:xfrm>
          <a:prstGeom prst="line">
            <a:avLst/>
          </a:prstGeom>
        </p:spPr>
        <p:style>
          <a:lnRef idx="1">
            <a:schemeClr val="dk1"/>
          </a:lnRef>
          <a:fillRef idx="0">
            <a:schemeClr val="dk1"/>
          </a:fillRef>
          <a:effectRef idx="0">
            <a:schemeClr val="dk1"/>
          </a:effectRef>
          <a:fontRef idx="minor">
            <a:schemeClr val="tx1"/>
          </a:fontRef>
        </p:style>
      </p:cxnSp>
      <p:sp>
        <p:nvSpPr>
          <p:cNvPr id="220" name="CuadroTexto 219">
            <a:extLst>
              <a:ext uri="{FF2B5EF4-FFF2-40B4-BE49-F238E27FC236}">
                <a16:creationId xmlns:a16="http://schemas.microsoft.com/office/drawing/2014/main" id="{C5DFDAD7-C7E7-4AC7-8748-FC4467FE7702}"/>
              </a:ext>
            </a:extLst>
          </p:cNvPr>
          <p:cNvSpPr txBox="1"/>
          <p:nvPr/>
        </p:nvSpPr>
        <p:spPr>
          <a:xfrm>
            <a:off x="4851491" y="5547643"/>
            <a:ext cx="5831403" cy="923330"/>
          </a:xfrm>
          <a:prstGeom prst="rect">
            <a:avLst/>
          </a:prstGeom>
          <a:noFill/>
        </p:spPr>
        <p:txBody>
          <a:bodyPr wrap="square">
            <a:spAutoFit/>
          </a:bodyPr>
          <a:lstStyle/>
          <a:p>
            <a:r>
              <a:rPr lang="es-ES" sz="1800" dirty="0">
                <a:effectLst/>
                <a:latin typeface="+mj-lt"/>
                <a:ea typeface="Calibri" panose="020F0502020204030204" pitchFamily="34" charset="0"/>
                <a:cs typeface="Times New Roman" panose="02020603050405020304" pitchFamily="18" charset="0"/>
              </a:rPr>
              <a:t>Para poder considerar la hipótesis de que el alma es estable los rigidizadores deben tener suficiente momento de inercia para proporcionar apoyo al alma de la viga. </a:t>
            </a:r>
            <a:endParaRPr lang="es-ES" dirty="0">
              <a:latin typeface="+mj-lt"/>
            </a:endParaRPr>
          </a:p>
        </p:txBody>
      </p:sp>
      <p:cxnSp>
        <p:nvCxnSpPr>
          <p:cNvPr id="221" name="Conector recto de flecha 220">
            <a:extLst>
              <a:ext uri="{FF2B5EF4-FFF2-40B4-BE49-F238E27FC236}">
                <a16:creationId xmlns:a16="http://schemas.microsoft.com/office/drawing/2014/main" id="{A8658978-9F36-4928-A42E-1E744FC67B10}"/>
              </a:ext>
            </a:extLst>
          </p:cNvPr>
          <p:cNvCxnSpPr>
            <a:cxnSpLocks/>
          </p:cNvCxnSpPr>
          <p:nvPr/>
        </p:nvCxnSpPr>
        <p:spPr>
          <a:xfrm>
            <a:off x="10682895" y="4843171"/>
            <a:ext cx="0" cy="84439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22" name="CuadroTexto 221">
            <a:extLst>
              <a:ext uri="{FF2B5EF4-FFF2-40B4-BE49-F238E27FC236}">
                <a16:creationId xmlns:a16="http://schemas.microsoft.com/office/drawing/2014/main" id="{62389D0C-7A3D-43ED-B186-337A5F388C26}"/>
              </a:ext>
            </a:extLst>
          </p:cNvPr>
          <p:cNvSpPr txBox="1"/>
          <p:nvPr/>
        </p:nvSpPr>
        <p:spPr>
          <a:xfrm>
            <a:off x="10752384" y="5318233"/>
            <a:ext cx="275207" cy="369332"/>
          </a:xfrm>
          <a:prstGeom prst="rect">
            <a:avLst/>
          </a:prstGeom>
          <a:noFill/>
        </p:spPr>
        <p:txBody>
          <a:bodyPr wrap="square" rtlCol="0">
            <a:spAutoFit/>
          </a:bodyPr>
          <a:lstStyle/>
          <a:p>
            <a:r>
              <a:rPr lang="es-ES" dirty="0">
                <a:solidFill>
                  <a:srgbClr val="0000FF"/>
                </a:solidFill>
              </a:rPr>
              <a:t>F</a:t>
            </a:r>
          </a:p>
        </p:txBody>
      </p:sp>
    </p:spTree>
    <p:extLst>
      <p:ext uri="{BB962C8B-B14F-4D97-AF65-F5344CB8AC3E}">
        <p14:creationId xmlns:p14="http://schemas.microsoft.com/office/powerpoint/2010/main" val="359026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a:extLst>
              <a:ext uri="{FF2B5EF4-FFF2-40B4-BE49-F238E27FC236}">
                <a16:creationId xmlns:a16="http://schemas.microsoft.com/office/drawing/2014/main" id="{52B14AA2-AEEA-4690-80DB-3A4431DA95D2}"/>
              </a:ext>
            </a:extLst>
          </p:cNvPr>
          <p:cNvSpPr>
            <a:spLocks noGrp="1"/>
          </p:cNvSpPr>
          <p:nvPr>
            <p:ph type="title" idx="4294967295"/>
          </p:nvPr>
        </p:nvSpPr>
        <p:spPr>
          <a:xfrm>
            <a:off x="492737" y="83461"/>
            <a:ext cx="10515600" cy="1325563"/>
          </a:xfrm>
        </p:spPr>
        <p:txBody>
          <a:bodyPr>
            <a:normAutofit/>
          </a:bodyPr>
          <a:lstStyle/>
          <a:p>
            <a:r>
              <a:rPr lang="es-ES" sz="2800" dirty="0"/>
              <a:t>MODELO 2: Vigas en </a:t>
            </a:r>
            <a:r>
              <a:rPr lang="es-ES" sz="2800" u="sng" dirty="0"/>
              <a:t>tensión diagonal pura/completa (TDP)</a:t>
            </a:r>
          </a:p>
        </p:txBody>
      </p:sp>
      <p:sp>
        <p:nvSpPr>
          <p:cNvPr id="4" name="AutoShape 2" descr="Diagonal Tension - an overview | ScienceDirect Topics">
            <a:extLst>
              <a:ext uri="{FF2B5EF4-FFF2-40B4-BE49-F238E27FC236}">
                <a16:creationId xmlns:a16="http://schemas.microsoft.com/office/drawing/2014/main" id="{69610E40-3148-489C-BE34-6AACB2CFCD4A}"/>
              </a:ext>
            </a:extLst>
          </p:cNvPr>
          <p:cNvSpPr>
            <a:spLocks noChangeAspect="1" noChangeArrowheads="1"/>
          </p:cNvSpPr>
          <p:nvPr/>
        </p:nvSpPr>
        <p:spPr bwMode="auto">
          <a:xfrm>
            <a:off x="6494376" y="2990747"/>
            <a:ext cx="287335" cy="28712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16" name="Rectangle 5">
            <a:extLst>
              <a:ext uri="{FF2B5EF4-FFF2-40B4-BE49-F238E27FC236}">
                <a16:creationId xmlns:a16="http://schemas.microsoft.com/office/drawing/2014/main" id="{B24CAB08-9E02-4497-A5F3-5D2A6F9272D4}"/>
              </a:ext>
            </a:extLst>
          </p:cNvPr>
          <p:cNvSpPr/>
          <p:nvPr/>
        </p:nvSpPr>
        <p:spPr>
          <a:xfrm>
            <a:off x="4962714" y="1680021"/>
            <a:ext cx="5722249" cy="2999830"/>
          </a:xfrm>
          <a:prstGeom prst="rect">
            <a:avLst/>
          </a:prstGeom>
          <a:solidFill>
            <a:srgbClr val="D9D9D9">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6">
            <a:extLst>
              <a:ext uri="{FF2B5EF4-FFF2-40B4-BE49-F238E27FC236}">
                <a16:creationId xmlns:a16="http://schemas.microsoft.com/office/drawing/2014/main" id="{64B3FB4B-7424-4F94-A51E-E17FE645EB45}"/>
              </a:ext>
            </a:extLst>
          </p:cNvPr>
          <p:cNvSpPr/>
          <p:nvPr/>
        </p:nvSpPr>
        <p:spPr>
          <a:xfrm>
            <a:off x="4962714" y="1680021"/>
            <a:ext cx="5722249" cy="363490"/>
          </a:xfrm>
          <a:prstGeom prst="rect">
            <a:avLst/>
          </a:prstGeom>
          <a:solidFill>
            <a:srgbClr val="D9D9D9">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Rectangle 7">
            <a:extLst>
              <a:ext uri="{FF2B5EF4-FFF2-40B4-BE49-F238E27FC236}">
                <a16:creationId xmlns:a16="http://schemas.microsoft.com/office/drawing/2014/main" id="{FDFCB27B-E687-4132-AE65-6E0F1C1295D4}"/>
              </a:ext>
            </a:extLst>
          </p:cNvPr>
          <p:cNvSpPr/>
          <p:nvPr/>
        </p:nvSpPr>
        <p:spPr>
          <a:xfrm>
            <a:off x="4962714" y="4262636"/>
            <a:ext cx="5722249" cy="417215"/>
          </a:xfrm>
          <a:prstGeom prst="rect">
            <a:avLst/>
          </a:prstGeom>
          <a:solidFill>
            <a:srgbClr val="D9D9D9">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1" name="Group 8">
            <a:extLst>
              <a:ext uri="{FF2B5EF4-FFF2-40B4-BE49-F238E27FC236}">
                <a16:creationId xmlns:a16="http://schemas.microsoft.com/office/drawing/2014/main" id="{410FAE03-7F72-4AAF-A7BF-D78822246EC3}"/>
              </a:ext>
            </a:extLst>
          </p:cNvPr>
          <p:cNvGrpSpPr/>
          <p:nvPr/>
        </p:nvGrpSpPr>
        <p:grpSpPr>
          <a:xfrm>
            <a:off x="5147152" y="1744614"/>
            <a:ext cx="5440973" cy="236081"/>
            <a:chOff x="4485545" y="2119482"/>
            <a:chExt cx="5771688" cy="250612"/>
          </a:xfrm>
          <a:solidFill>
            <a:schemeClr val="bg1">
              <a:lumMod val="65000"/>
            </a:schemeClr>
          </a:solidFill>
        </p:grpSpPr>
        <p:grpSp>
          <p:nvGrpSpPr>
            <p:cNvPr id="22" name="Group 9">
              <a:extLst>
                <a:ext uri="{FF2B5EF4-FFF2-40B4-BE49-F238E27FC236}">
                  <a16:creationId xmlns:a16="http://schemas.microsoft.com/office/drawing/2014/main" id="{7DD08BB4-61C1-49B9-BF36-130F9C899CD8}"/>
                </a:ext>
              </a:extLst>
            </p:cNvPr>
            <p:cNvGrpSpPr/>
            <p:nvPr/>
          </p:nvGrpSpPr>
          <p:grpSpPr>
            <a:xfrm>
              <a:off x="4485545" y="2121762"/>
              <a:ext cx="675397" cy="248332"/>
              <a:chOff x="4485545" y="2121762"/>
              <a:chExt cx="675397" cy="248332"/>
            </a:xfrm>
            <a:grpFill/>
          </p:grpSpPr>
          <p:grpSp>
            <p:nvGrpSpPr>
              <p:cNvPr id="89" name="Group 79">
                <a:extLst>
                  <a:ext uri="{FF2B5EF4-FFF2-40B4-BE49-F238E27FC236}">
                    <a16:creationId xmlns:a16="http://schemas.microsoft.com/office/drawing/2014/main" id="{7EA4BD6F-F905-46B6-8096-09E38AF4442A}"/>
                  </a:ext>
                </a:extLst>
              </p:cNvPr>
              <p:cNvGrpSpPr/>
              <p:nvPr/>
            </p:nvGrpSpPr>
            <p:grpSpPr>
              <a:xfrm>
                <a:off x="4485545" y="2121762"/>
                <a:ext cx="267497" cy="248332"/>
                <a:chOff x="4510310" y="2121762"/>
                <a:chExt cx="267497" cy="248332"/>
              </a:xfrm>
              <a:grpFill/>
            </p:grpSpPr>
            <p:sp>
              <p:nvSpPr>
                <p:cNvPr id="95" name="Oval 85">
                  <a:extLst>
                    <a:ext uri="{FF2B5EF4-FFF2-40B4-BE49-F238E27FC236}">
                      <a16:creationId xmlns:a16="http://schemas.microsoft.com/office/drawing/2014/main" id="{23C0D5A6-D8DC-43F6-8C3E-3940E7FFC439}"/>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Oval 86">
                  <a:extLst>
                    <a:ext uri="{FF2B5EF4-FFF2-40B4-BE49-F238E27FC236}">
                      <a16:creationId xmlns:a16="http://schemas.microsoft.com/office/drawing/2014/main" id="{168592BA-58C8-44F3-8EFF-7352D6C93327}"/>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Oval 87">
                  <a:extLst>
                    <a:ext uri="{FF2B5EF4-FFF2-40B4-BE49-F238E27FC236}">
                      <a16:creationId xmlns:a16="http://schemas.microsoft.com/office/drawing/2014/main" id="{6520106A-0C0D-4D6E-8BE5-8B815A42B76F}"/>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88">
                  <a:extLst>
                    <a:ext uri="{FF2B5EF4-FFF2-40B4-BE49-F238E27FC236}">
                      <a16:creationId xmlns:a16="http://schemas.microsoft.com/office/drawing/2014/main" id="{B16C5686-2AB5-44ED-9322-1965A4DDA9B1}"/>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0" name="Group 80">
                <a:extLst>
                  <a:ext uri="{FF2B5EF4-FFF2-40B4-BE49-F238E27FC236}">
                    <a16:creationId xmlns:a16="http://schemas.microsoft.com/office/drawing/2014/main" id="{8ECAE41E-FC5C-4C9B-BA11-23DC3F506054}"/>
                  </a:ext>
                </a:extLst>
              </p:cNvPr>
              <p:cNvGrpSpPr/>
              <p:nvPr/>
            </p:nvGrpSpPr>
            <p:grpSpPr>
              <a:xfrm>
                <a:off x="4893445" y="2121762"/>
                <a:ext cx="267497" cy="248332"/>
                <a:chOff x="4510310" y="2121762"/>
                <a:chExt cx="267497" cy="248332"/>
              </a:xfrm>
              <a:grpFill/>
            </p:grpSpPr>
            <p:sp>
              <p:nvSpPr>
                <p:cNvPr id="91" name="Oval 81">
                  <a:extLst>
                    <a:ext uri="{FF2B5EF4-FFF2-40B4-BE49-F238E27FC236}">
                      <a16:creationId xmlns:a16="http://schemas.microsoft.com/office/drawing/2014/main" id="{D3699F06-FF74-4D58-9C63-664C1D488939}"/>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82">
                  <a:extLst>
                    <a:ext uri="{FF2B5EF4-FFF2-40B4-BE49-F238E27FC236}">
                      <a16:creationId xmlns:a16="http://schemas.microsoft.com/office/drawing/2014/main" id="{A5186158-488E-466A-A396-A5671ED227BF}"/>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Oval 83">
                  <a:extLst>
                    <a:ext uri="{FF2B5EF4-FFF2-40B4-BE49-F238E27FC236}">
                      <a16:creationId xmlns:a16="http://schemas.microsoft.com/office/drawing/2014/main" id="{44E207F1-E7B8-432D-A291-A337D1E1C243}"/>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Oval 84">
                  <a:extLst>
                    <a:ext uri="{FF2B5EF4-FFF2-40B4-BE49-F238E27FC236}">
                      <a16:creationId xmlns:a16="http://schemas.microsoft.com/office/drawing/2014/main" id="{C7537591-0436-46B9-9F5D-B8A1684BB4D7}"/>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3" name="Group 10">
              <a:extLst>
                <a:ext uri="{FF2B5EF4-FFF2-40B4-BE49-F238E27FC236}">
                  <a16:creationId xmlns:a16="http://schemas.microsoft.com/office/drawing/2014/main" id="{995BE1CF-1E22-4762-B9F8-8A609E58A86C}"/>
                </a:ext>
              </a:extLst>
            </p:cNvPr>
            <p:cNvGrpSpPr/>
            <p:nvPr/>
          </p:nvGrpSpPr>
          <p:grpSpPr>
            <a:xfrm>
              <a:off x="5301345" y="2121762"/>
              <a:ext cx="675397" cy="248332"/>
              <a:chOff x="4485545" y="2121762"/>
              <a:chExt cx="675397" cy="248332"/>
            </a:xfrm>
            <a:grpFill/>
          </p:grpSpPr>
          <p:grpSp>
            <p:nvGrpSpPr>
              <p:cNvPr id="79" name="Group 69">
                <a:extLst>
                  <a:ext uri="{FF2B5EF4-FFF2-40B4-BE49-F238E27FC236}">
                    <a16:creationId xmlns:a16="http://schemas.microsoft.com/office/drawing/2014/main" id="{482E2798-1BAA-4D73-9B7D-4754673C52B2}"/>
                  </a:ext>
                </a:extLst>
              </p:cNvPr>
              <p:cNvGrpSpPr/>
              <p:nvPr/>
            </p:nvGrpSpPr>
            <p:grpSpPr>
              <a:xfrm>
                <a:off x="4485545" y="2121762"/>
                <a:ext cx="267497" cy="248332"/>
                <a:chOff x="4510310" y="2121762"/>
                <a:chExt cx="267497" cy="248332"/>
              </a:xfrm>
              <a:grpFill/>
            </p:grpSpPr>
            <p:sp>
              <p:nvSpPr>
                <p:cNvPr id="85" name="Oval 75">
                  <a:extLst>
                    <a:ext uri="{FF2B5EF4-FFF2-40B4-BE49-F238E27FC236}">
                      <a16:creationId xmlns:a16="http://schemas.microsoft.com/office/drawing/2014/main" id="{24E09870-E0F0-4367-93EA-34421469A127}"/>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76">
                  <a:extLst>
                    <a:ext uri="{FF2B5EF4-FFF2-40B4-BE49-F238E27FC236}">
                      <a16:creationId xmlns:a16="http://schemas.microsoft.com/office/drawing/2014/main" id="{3C2C0EAF-1488-45E4-B103-A56792D5D5F2}"/>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Oval 77">
                  <a:extLst>
                    <a:ext uri="{FF2B5EF4-FFF2-40B4-BE49-F238E27FC236}">
                      <a16:creationId xmlns:a16="http://schemas.microsoft.com/office/drawing/2014/main" id="{20C377FE-5572-4B66-8AE8-05585DBD8FF2}"/>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78">
                  <a:extLst>
                    <a:ext uri="{FF2B5EF4-FFF2-40B4-BE49-F238E27FC236}">
                      <a16:creationId xmlns:a16="http://schemas.microsoft.com/office/drawing/2014/main" id="{1DC435A3-175A-423F-B6D0-C6B44129C480}"/>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80" name="Group 70">
                <a:extLst>
                  <a:ext uri="{FF2B5EF4-FFF2-40B4-BE49-F238E27FC236}">
                    <a16:creationId xmlns:a16="http://schemas.microsoft.com/office/drawing/2014/main" id="{1D270B9B-F6FF-4CED-934E-F9848F3D9F9A}"/>
                  </a:ext>
                </a:extLst>
              </p:cNvPr>
              <p:cNvGrpSpPr/>
              <p:nvPr/>
            </p:nvGrpSpPr>
            <p:grpSpPr>
              <a:xfrm>
                <a:off x="4893445" y="2121762"/>
                <a:ext cx="267497" cy="248332"/>
                <a:chOff x="4510310" y="2121762"/>
                <a:chExt cx="267497" cy="248332"/>
              </a:xfrm>
              <a:grpFill/>
            </p:grpSpPr>
            <p:sp>
              <p:nvSpPr>
                <p:cNvPr id="81" name="Oval 71">
                  <a:extLst>
                    <a:ext uri="{FF2B5EF4-FFF2-40B4-BE49-F238E27FC236}">
                      <a16:creationId xmlns:a16="http://schemas.microsoft.com/office/drawing/2014/main" id="{AEF818AB-F1A9-4F33-90CC-602630692FD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Oval 72">
                  <a:extLst>
                    <a:ext uri="{FF2B5EF4-FFF2-40B4-BE49-F238E27FC236}">
                      <a16:creationId xmlns:a16="http://schemas.microsoft.com/office/drawing/2014/main" id="{37111132-1BCC-4341-8AFA-1A59D6D32B20}"/>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73">
                  <a:extLst>
                    <a:ext uri="{FF2B5EF4-FFF2-40B4-BE49-F238E27FC236}">
                      <a16:creationId xmlns:a16="http://schemas.microsoft.com/office/drawing/2014/main" id="{A31F3991-850D-4B9C-838C-C719552C18F4}"/>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74">
                  <a:extLst>
                    <a:ext uri="{FF2B5EF4-FFF2-40B4-BE49-F238E27FC236}">
                      <a16:creationId xmlns:a16="http://schemas.microsoft.com/office/drawing/2014/main" id="{E1EE7EF6-DF0F-49FE-A7C1-6F18C3CC0CD2}"/>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4" name="Group 14">
              <a:extLst>
                <a:ext uri="{FF2B5EF4-FFF2-40B4-BE49-F238E27FC236}">
                  <a16:creationId xmlns:a16="http://schemas.microsoft.com/office/drawing/2014/main" id="{0F172631-3D20-4B5F-8C70-273560B2BA9A}"/>
                </a:ext>
              </a:extLst>
            </p:cNvPr>
            <p:cNvGrpSpPr/>
            <p:nvPr/>
          </p:nvGrpSpPr>
          <p:grpSpPr>
            <a:xfrm>
              <a:off x="6117145" y="2121762"/>
              <a:ext cx="1491197" cy="248332"/>
              <a:chOff x="4485545" y="2121762"/>
              <a:chExt cx="1491197" cy="248332"/>
            </a:xfrm>
            <a:grpFill/>
          </p:grpSpPr>
          <p:grpSp>
            <p:nvGrpSpPr>
              <p:cNvPr id="57" name="Group 47">
                <a:extLst>
                  <a:ext uri="{FF2B5EF4-FFF2-40B4-BE49-F238E27FC236}">
                    <a16:creationId xmlns:a16="http://schemas.microsoft.com/office/drawing/2014/main" id="{BC12F23C-BDD4-4D20-96B8-F785FBEF61CF}"/>
                  </a:ext>
                </a:extLst>
              </p:cNvPr>
              <p:cNvGrpSpPr/>
              <p:nvPr/>
            </p:nvGrpSpPr>
            <p:grpSpPr>
              <a:xfrm>
                <a:off x="4485545" y="2121762"/>
                <a:ext cx="675397" cy="248332"/>
                <a:chOff x="4485545" y="2121762"/>
                <a:chExt cx="675397" cy="248332"/>
              </a:xfrm>
              <a:grpFill/>
            </p:grpSpPr>
            <p:grpSp>
              <p:nvGrpSpPr>
                <p:cNvPr id="69" name="Group 59">
                  <a:extLst>
                    <a:ext uri="{FF2B5EF4-FFF2-40B4-BE49-F238E27FC236}">
                      <a16:creationId xmlns:a16="http://schemas.microsoft.com/office/drawing/2014/main" id="{E91DCBF9-FF75-45F8-8656-C93F8138BFDA}"/>
                    </a:ext>
                  </a:extLst>
                </p:cNvPr>
                <p:cNvGrpSpPr/>
                <p:nvPr/>
              </p:nvGrpSpPr>
              <p:grpSpPr>
                <a:xfrm>
                  <a:off x="4485545" y="2121762"/>
                  <a:ext cx="267497" cy="248332"/>
                  <a:chOff x="4510310" y="2121762"/>
                  <a:chExt cx="267497" cy="248332"/>
                </a:xfrm>
                <a:grpFill/>
              </p:grpSpPr>
              <p:sp>
                <p:nvSpPr>
                  <p:cNvPr id="75" name="Oval 65">
                    <a:extLst>
                      <a:ext uri="{FF2B5EF4-FFF2-40B4-BE49-F238E27FC236}">
                        <a16:creationId xmlns:a16="http://schemas.microsoft.com/office/drawing/2014/main" id="{B7F7CC7E-5905-4C74-85C2-2DF68D0FD29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Oval 66">
                    <a:extLst>
                      <a:ext uri="{FF2B5EF4-FFF2-40B4-BE49-F238E27FC236}">
                        <a16:creationId xmlns:a16="http://schemas.microsoft.com/office/drawing/2014/main" id="{12C56DFE-9B6C-4960-BD91-B5B80E7E3E99}"/>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Oval 67">
                    <a:extLst>
                      <a:ext uri="{FF2B5EF4-FFF2-40B4-BE49-F238E27FC236}">
                        <a16:creationId xmlns:a16="http://schemas.microsoft.com/office/drawing/2014/main" id="{776621C6-513C-4455-A8BD-BD71F2A75B09}"/>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Oval 68">
                    <a:extLst>
                      <a:ext uri="{FF2B5EF4-FFF2-40B4-BE49-F238E27FC236}">
                        <a16:creationId xmlns:a16="http://schemas.microsoft.com/office/drawing/2014/main" id="{6051FC26-E99F-44DD-A5EE-BD203B774A3F}"/>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 name="Group 60">
                  <a:extLst>
                    <a:ext uri="{FF2B5EF4-FFF2-40B4-BE49-F238E27FC236}">
                      <a16:creationId xmlns:a16="http://schemas.microsoft.com/office/drawing/2014/main" id="{604D13E7-CE93-454F-B75C-700194EB4F8E}"/>
                    </a:ext>
                  </a:extLst>
                </p:cNvPr>
                <p:cNvGrpSpPr/>
                <p:nvPr/>
              </p:nvGrpSpPr>
              <p:grpSpPr>
                <a:xfrm>
                  <a:off x="4893445" y="2121762"/>
                  <a:ext cx="267497" cy="248332"/>
                  <a:chOff x="4510310" y="2121762"/>
                  <a:chExt cx="267497" cy="248332"/>
                </a:xfrm>
                <a:grpFill/>
              </p:grpSpPr>
              <p:sp>
                <p:nvSpPr>
                  <p:cNvPr id="71" name="Oval 61">
                    <a:extLst>
                      <a:ext uri="{FF2B5EF4-FFF2-40B4-BE49-F238E27FC236}">
                        <a16:creationId xmlns:a16="http://schemas.microsoft.com/office/drawing/2014/main" id="{67AF84AF-39B1-4117-9480-B9124BA637B4}"/>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Oval 62">
                    <a:extLst>
                      <a:ext uri="{FF2B5EF4-FFF2-40B4-BE49-F238E27FC236}">
                        <a16:creationId xmlns:a16="http://schemas.microsoft.com/office/drawing/2014/main" id="{8E8A4E93-08C4-4001-9E81-7291106A7443}"/>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Oval 63">
                    <a:extLst>
                      <a:ext uri="{FF2B5EF4-FFF2-40B4-BE49-F238E27FC236}">
                        <a16:creationId xmlns:a16="http://schemas.microsoft.com/office/drawing/2014/main" id="{F2C96868-3322-40B2-93CF-938808DD4374}"/>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Oval 64">
                    <a:extLst>
                      <a:ext uri="{FF2B5EF4-FFF2-40B4-BE49-F238E27FC236}">
                        <a16:creationId xmlns:a16="http://schemas.microsoft.com/office/drawing/2014/main" id="{20605897-47EE-407D-AE98-C00DA8DFDD8E}"/>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8" name="Group 48">
                <a:extLst>
                  <a:ext uri="{FF2B5EF4-FFF2-40B4-BE49-F238E27FC236}">
                    <a16:creationId xmlns:a16="http://schemas.microsoft.com/office/drawing/2014/main" id="{C6A61DC1-E56B-45EE-941E-813296E96D87}"/>
                  </a:ext>
                </a:extLst>
              </p:cNvPr>
              <p:cNvGrpSpPr/>
              <p:nvPr/>
            </p:nvGrpSpPr>
            <p:grpSpPr>
              <a:xfrm>
                <a:off x="5301345" y="2121762"/>
                <a:ext cx="675397" cy="248332"/>
                <a:chOff x="4485545" y="2121762"/>
                <a:chExt cx="675397" cy="248332"/>
              </a:xfrm>
              <a:grpFill/>
            </p:grpSpPr>
            <p:grpSp>
              <p:nvGrpSpPr>
                <p:cNvPr id="59" name="Group 49">
                  <a:extLst>
                    <a:ext uri="{FF2B5EF4-FFF2-40B4-BE49-F238E27FC236}">
                      <a16:creationId xmlns:a16="http://schemas.microsoft.com/office/drawing/2014/main" id="{5738F1EC-C861-4F5D-854A-C7140FE4B952}"/>
                    </a:ext>
                  </a:extLst>
                </p:cNvPr>
                <p:cNvGrpSpPr/>
                <p:nvPr/>
              </p:nvGrpSpPr>
              <p:grpSpPr>
                <a:xfrm>
                  <a:off x="4485545" y="2121762"/>
                  <a:ext cx="267497" cy="248332"/>
                  <a:chOff x="4510310" y="2121762"/>
                  <a:chExt cx="267497" cy="248332"/>
                </a:xfrm>
                <a:grpFill/>
              </p:grpSpPr>
              <p:sp>
                <p:nvSpPr>
                  <p:cNvPr id="65" name="Oval 55">
                    <a:extLst>
                      <a:ext uri="{FF2B5EF4-FFF2-40B4-BE49-F238E27FC236}">
                        <a16:creationId xmlns:a16="http://schemas.microsoft.com/office/drawing/2014/main" id="{FB53F462-E3E3-4EC4-8CAA-9CCEA77A5D00}"/>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Oval 56">
                    <a:extLst>
                      <a:ext uri="{FF2B5EF4-FFF2-40B4-BE49-F238E27FC236}">
                        <a16:creationId xmlns:a16="http://schemas.microsoft.com/office/drawing/2014/main" id="{F9071763-CA14-462A-BBCA-8D20BF0E9D5F}"/>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Oval 57">
                    <a:extLst>
                      <a:ext uri="{FF2B5EF4-FFF2-40B4-BE49-F238E27FC236}">
                        <a16:creationId xmlns:a16="http://schemas.microsoft.com/office/drawing/2014/main" id="{C710DE1B-B0BF-4F9D-BA24-08F4EAF34104}"/>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Oval 58">
                    <a:extLst>
                      <a:ext uri="{FF2B5EF4-FFF2-40B4-BE49-F238E27FC236}">
                        <a16:creationId xmlns:a16="http://schemas.microsoft.com/office/drawing/2014/main" id="{8C7FD914-F7C8-4B3C-9D68-580263B9BC7E}"/>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0" name="Group 50">
                  <a:extLst>
                    <a:ext uri="{FF2B5EF4-FFF2-40B4-BE49-F238E27FC236}">
                      <a16:creationId xmlns:a16="http://schemas.microsoft.com/office/drawing/2014/main" id="{B5982308-2902-4103-9D02-04A36A337AA2}"/>
                    </a:ext>
                  </a:extLst>
                </p:cNvPr>
                <p:cNvGrpSpPr/>
                <p:nvPr/>
              </p:nvGrpSpPr>
              <p:grpSpPr>
                <a:xfrm>
                  <a:off x="4893445" y="2121762"/>
                  <a:ext cx="267497" cy="248332"/>
                  <a:chOff x="4510310" y="2121762"/>
                  <a:chExt cx="267497" cy="248332"/>
                </a:xfrm>
                <a:grpFill/>
              </p:grpSpPr>
              <p:sp>
                <p:nvSpPr>
                  <p:cNvPr id="61" name="Oval 51">
                    <a:extLst>
                      <a:ext uri="{FF2B5EF4-FFF2-40B4-BE49-F238E27FC236}">
                        <a16:creationId xmlns:a16="http://schemas.microsoft.com/office/drawing/2014/main" id="{A477C10E-BA8E-4246-B0FF-A3023AB8531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Oval 52">
                    <a:extLst>
                      <a:ext uri="{FF2B5EF4-FFF2-40B4-BE49-F238E27FC236}">
                        <a16:creationId xmlns:a16="http://schemas.microsoft.com/office/drawing/2014/main" id="{56F3E693-3702-40EB-8C6F-EFC6ED91369F}"/>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Oval 53">
                    <a:extLst>
                      <a:ext uri="{FF2B5EF4-FFF2-40B4-BE49-F238E27FC236}">
                        <a16:creationId xmlns:a16="http://schemas.microsoft.com/office/drawing/2014/main" id="{1A36107E-46A6-4343-8A2A-B0976C2ECC39}"/>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Oval 54">
                    <a:extLst>
                      <a:ext uri="{FF2B5EF4-FFF2-40B4-BE49-F238E27FC236}">
                        <a16:creationId xmlns:a16="http://schemas.microsoft.com/office/drawing/2014/main" id="{B9F51EDB-474A-485A-A6C9-FB9EB4650F8D}"/>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grpSp>
          <p:nvGrpSpPr>
            <p:cNvPr id="25" name="Group 15">
              <a:extLst>
                <a:ext uri="{FF2B5EF4-FFF2-40B4-BE49-F238E27FC236}">
                  <a16:creationId xmlns:a16="http://schemas.microsoft.com/office/drawing/2014/main" id="{81D05970-D294-4C64-8588-6D1107686A34}"/>
                </a:ext>
              </a:extLst>
            </p:cNvPr>
            <p:cNvGrpSpPr/>
            <p:nvPr/>
          </p:nvGrpSpPr>
          <p:grpSpPr>
            <a:xfrm>
              <a:off x="7746286" y="2119482"/>
              <a:ext cx="675397" cy="248332"/>
              <a:chOff x="4485545" y="2121762"/>
              <a:chExt cx="675397" cy="248332"/>
            </a:xfrm>
            <a:grpFill/>
          </p:grpSpPr>
          <p:grpSp>
            <p:nvGrpSpPr>
              <p:cNvPr id="47" name="Group 37">
                <a:extLst>
                  <a:ext uri="{FF2B5EF4-FFF2-40B4-BE49-F238E27FC236}">
                    <a16:creationId xmlns:a16="http://schemas.microsoft.com/office/drawing/2014/main" id="{58F42F70-0D99-4FC9-8BBB-FE1E613B4828}"/>
                  </a:ext>
                </a:extLst>
              </p:cNvPr>
              <p:cNvGrpSpPr/>
              <p:nvPr/>
            </p:nvGrpSpPr>
            <p:grpSpPr>
              <a:xfrm>
                <a:off x="4485545" y="2121762"/>
                <a:ext cx="267497" cy="248332"/>
                <a:chOff x="4510310" y="2121762"/>
                <a:chExt cx="267497" cy="248332"/>
              </a:xfrm>
              <a:grpFill/>
            </p:grpSpPr>
            <p:sp>
              <p:nvSpPr>
                <p:cNvPr id="53" name="Oval 43">
                  <a:extLst>
                    <a:ext uri="{FF2B5EF4-FFF2-40B4-BE49-F238E27FC236}">
                      <a16:creationId xmlns:a16="http://schemas.microsoft.com/office/drawing/2014/main" id="{A3271135-333F-4C6E-8527-9113139BF99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Oval 44">
                  <a:extLst>
                    <a:ext uri="{FF2B5EF4-FFF2-40B4-BE49-F238E27FC236}">
                      <a16:creationId xmlns:a16="http://schemas.microsoft.com/office/drawing/2014/main" id="{C554A103-14C7-4FCF-BB85-344DD2292BAC}"/>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Oval 45">
                  <a:extLst>
                    <a:ext uri="{FF2B5EF4-FFF2-40B4-BE49-F238E27FC236}">
                      <a16:creationId xmlns:a16="http://schemas.microsoft.com/office/drawing/2014/main" id="{5AE2B6EE-6253-4992-87E1-F9E035F5D9D5}"/>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Oval 46">
                  <a:extLst>
                    <a:ext uri="{FF2B5EF4-FFF2-40B4-BE49-F238E27FC236}">
                      <a16:creationId xmlns:a16="http://schemas.microsoft.com/office/drawing/2014/main" id="{39CB43BE-ECBD-43F7-8FAE-0CE3DA348888}"/>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 name="Group 38">
                <a:extLst>
                  <a:ext uri="{FF2B5EF4-FFF2-40B4-BE49-F238E27FC236}">
                    <a16:creationId xmlns:a16="http://schemas.microsoft.com/office/drawing/2014/main" id="{9435535E-1555-4490-93F1-12D2A3C30409}"/>
                  </a:ext>
                </a:extLst>
              </p:cNvPr>
              <p:cNvGrpSpPr/>
              <p:nvPr/>
            </p:nvGrpSpPr>
            <p:grpSpPr>
              <a:xfrm>
                <a:off x="4893445" y="2121762"/>
                <a:ext cx="267497" cy="248332"/>
                <a:chOff x="4510310" y="2121762"/>
                <a:chExt cx="267497" cy="248332"/>
              </a:xfrm>
              <a:grpFill/>
            </p:grpSpPr>
            <p:sp>
              <p:nvSpPr>
                <p:cNvPr id="49" name="Oval 39">
                  <a:extLst>
                    <a:ext uri="{FF2B5EF4-FFF2-40B4-BE49-F238E27FC236}">
                      <a16:creationId xmlns:a16="http://schemas.microsoft.com/office/drawing/2014/main" id="{93CCD2F4-44E0-4EA8-B735-1408FC228C91}"/>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Oval 40">
                  <a:extLst>
                    <a:ext uri="{FF2B5EF4-FFF2-40B4-BE49-F238E27FC236}">
                      <a16:creationId xmlns:a16="http://schemas.microsoft.com/office/drawing/2014/main" id="{77A89CB5-60D9-47D5-8073-440F16F89221}"/>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41">
                  <a:extLst>
                    <a:ext uri="{FF2B5EF4-FFF2-40B4-BE49-F238E27FC236}">
                      <a16:creationId xmlns:a16="http://schemas.microsoft.com/office/drawing/2014/main" id="{49CC0B1A-90F6-445A-B2E1-D60B1ACA2CCC}"/>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Oval 42">
                  <a:extLst>
                    <a:ext uri="{FF2B5EF4-FFF2-40B4-BE49-F238E27FC236}">
                      <a16:creationId xmlns:a16="http://schemas.microsoft.com/office/drawing/2014/main" id="{0795DA30-003D-488E-9559-A020F2296F10}"/>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6" name="Group 16">
              <a:extLst>
                <a:ext uri="{FF2B5EF4-FFF2-40B4-BE49-F238E27FC236}">
                  <a16:creationId xmlns:a16="http://schemas.microsoft.com/office/drawing/2014/main" id="{E8BF4D03-AE7C-4821-94D3-248CE5D2C2E8}"/>
                </a:ext>
              </a:extLst>
            </p:cNvPr>
            <p:cNvGrpSpPr/>
            <p:nvPr/>
          </p:nvGrpSpPr>
          <p:grpSpPr>
            <a:xfrm>
              <a:off x="8562086" y="2119482"/>
              <a:ext cx="675397" cy="248332"/>
              <a:chOff x="4485545" y="2121762"/>
              <a:chExt cx="675397" cy="248332"/>
            </a:xfrm>
            <a:grpFill/>
          </p:grpSpPr>
          <p:grpSp>
            <p:nvGrpSpPr>
              <p:cNvPr id="37" name="Group 27">
                <a:extLst>
                  <a:ext uri="{FF2B5EF4-FFF2-40B4-BE49-F238E27FC236}">
                    <a16:creationId xmlns:a16="http://schemas.microsoft.com/office/drawing/2014/main" id="{9E27B070-B0F9-40E9-A261-961FFF914558}"/>
                  </a:ext>
                </a:extLst>
              </p:cNvPr>
              <p:cNvGrpSpPr/>
              <p:nvPr/>
            </p:nvGrpSpPr>
            <p:grpSpPr>
              <a:xfrm>
                <a:off x="4485545" y="2121762"/>
                <a:ext cx="267497" cy="248332"/>
                <a:chOff x="4510310" y="2121762"/>
                <a:chExt cx="267497" cy="248332"/>
              </a:xfrm>
              <a:grpFill/>
            </p:grpSpPr>
            <p:sp>
              <p:nvSpPr>
                <p:cNvPr id="43" name="Oval 33">
                  <a:extLst>
                    <a:ext uri="{FF2B5EF4-FFF2-40B4-BE49-F238E27FC236}">
                      <a16:creationId xmlns:a16="http://schemas.microsoft.com/office/drawing/2014/main" id="{21FE4D70-4FDB-4316-A7A4-B2E46760D817}"/>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 34">
                  <a:extLst>
                    <a:ext uri="{FF2B5EF4-FFF2-40B4-BE49-F238E27FC236}">
                      <a16:creationId xmlns:a16="http://schemas.microsoft.com/office/drawing/2014/main" id="{3AAC56A7-F99F-4BC8-8CEC-5CA4286C07B3}"/>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35">
                  <a:extLst>
                    <a:ext uri="{FF2B5EF4-FFF2-40B4-BE49-F238E27FC236}">
                      <a16:creationId xmlns:a16="http://schemas.microsoft.com/office/drawing/2014/main" id="{58A66D9A-E2C4-4343-88C6-59E3E6E09D62}"/>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Oval 36">
                  <a:extLst>
                    <a:ext uri="{FF2B5EF4-FFF2-40B4-BE49-F238E27FC236}">
                      <a16:creationId xmlns:a16="http://schemas.microsoft.com/office/drawing/2014/main" id="{20FD38EB-E5C0-468F-8D24-BE20E435DD29}"/>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8" name="Group 28">
                <a:extLst>
                  <a:ext uri="{FF2B5EF4-FFF2-40B4-BE49-F238E27FC236}">
                    <a16:creationId xmlns:a16="http://schemas.microsoft.com/office/drawing/2014/main" id="{5B5DD043-490B-4D30-98FC-C324FE5CB4FE}"/>
                  </a:ext>
                </a:extLst>
              </p:cNvPr>
              <p:cNvGrpSpPr/>
              <p:nvPr/>
            </p:nvGrpSpPr>
            <p:grpSpPr>
              <a:xfrm>
                <a:off x="4893445" y="2121762"/>
                <a:ext cx="267497" cy="248332"/>
                <a:chOff x="4510310" y="2121762"/>
                <a:chExt cx="267497" cy="248332"/>
              </a:xfrm>
              <a:grpFill/>
            </p:grpSpPr>
            <p:sp>
              <p:nvSpPr>
                <p:cNvPr id="39" name="Oval 29">
                  <a:extLst>
                    <a:ext uri="{FF2B5EF4-FFF2-40B4-BE49-F238E27FC236}">
                      <a16:creationId xmlns:a16="http://schemas.microsoft.com/office/drawing/2014/main" id="{1727A67B-7249-46BE-8917-00C54BE8FE3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0">
                  <a:extLst>
                    <a:ext uri="{FF2B5EF4-FFF2-40B4-BE49-F238E27FC236}">
                      <a16:creationId xmlns:a16="http://schemas.microsoft.com/office/drawing/2014/main" id="{7E5F7F27-C6A0-48ED-B5D7-CC9B560BFDBD}"/>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31">
                  <a:extLst>
                    <a:ext uri="{FF2B5EF4-FFF2-40B4-BE49-F238E27FC236}">
                      <a16:creationId xmlns:a16="http://schemas.microsoft.com/office/drawing/2014/main" id="{521DB050-B13F-406D-8699-D381D68D6043}"/>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32">
                  <a:extLst>
                    <a:ext uri="{FF2B5EF4-FFF2-40B4-BE49-F238E27FC236}">
                      <a16:creationId xmlns:a16="http://schemas.microsoft.com/office/drawing/2014/main" id="{AF6A24FA-0853-40E2-B2E0-291AD005A526}"/>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27" name="Oval 17">
              <a:extLst>
                <a:ext uri="{FF2B5EF4-FFF2-40B4-BE49-F238E27FC236}">
                  <a16:creationId xmlns:a16="http://schemas.microsoft.com/office/drawing/2014/main" id="{C9B6B883-EF59-4F36-8ECF-2451FE5C0AD9}"/>
                </a:ext>
              </a:extLst>
            </p:cNvPr>
            <p:cNvSpPr/>
            <p:nvPr/>
          </p:nvSpPr>
          <p:spPr>
            <a:xfrm>
              <a:off x="93778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18">
              <a:extLst>
                <a:ext uri="{FF2B5EF4-FFF2-40B4-BE49-F238E27FC236}">
                  <a16:creationId xmlns:a16="http://schemas.microsoft.com/office/drawing/2014/main" id="{BA19F8AA-25AC-4924-8F2E-2C27CB5E0F2F}"/>
                </a:ext>
              </a:extLst>
            </p:cNvPr>
            <p:cNvSpPr/>
            <p:nvPr/>
          </p:nvSpPr>
          <p:spPr>
            <a:xfrm>
              <a:off x="958183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19">
              <a:extLst>
                <a:ext uri="{FF2B5EF4-FFF2-40B4-BE49-F238E27FC236}">
                  <a16:creationId xmlns:a16="http://schemas.microsoft.com/office/drawing/2014/main" id="{77B41762-2419-44C6-A602-B8CEEB7C45EC}"/>
                </a:ext>
              </a:extLst>
            </p:cNvPr>
            <p:cNvSpPr/>
            <p:nvPr/>
          </p:nvSpPr>
          <p:spPr>
            <a:xfrm>
              <a:off x="93778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0">
              <a:extLst>
                <a:ext uri="{FF2B5EF4-FFF2-40B4-BE49-F238E27FC236}">
                  <a16:creationId xmlns:a16="http://schemas.microsoft.com/office/drawing/2014/main" id="{99846094-D1DA-42BE-9E8E-6225279AE77E}"/>
                </a:ext>
              </a:extLst>
            </p:cNvPr>
            <p:cNvSpPr/>
            <p:nvPr/>
          </p:nvSpPr>
          <p:spPr>
            <a:xfrm>
              <a:off x="958183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21">
              <a:extLst>
                <a:ext uri="{FF2B5EF4-FFF2-40B4-BE49-F238E27FC236}">
                  <a16:creationId xmlns:a16="http://schemas.microsoft.com/office/drawing/2014/main" id="{818C67A9-9957-4FEB-ADFD-94CC95E8F96D}"/>
                </a:ext>
              </a:extLst>
            </p:cNvPr>
            <p:cNvSpPr/>
            <p:nvPr/>
          </p:nvSpPr>
          <p:spPr>
            <a:xfrm>
              <a:off x="97857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22">
              <a:extLst>
                <a:ext uri="{FF2B5EF4-FFF2-40B4-BE49-F238E27FC236}">
                  <a16:creationId xmlns:a16="http://schemas.microsoft.com/office/drawing/2014/main" id="{EEBCA178-10C7-492E-ADF3-A4E9958B0C39}"/>
                </a:ext>
              </a:extLst>
            </p:cNvPr>
            <p:cNvSpPr/>
            <p:nvPr/>
          </p:nvSpPr>
          <p:spPr>
            <a:xfrm>
              <a:off x="998973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23">
              <a:extLst>
                <a:ext uri="{FF2B5EF4-FFF2-40B4-BE49-F238E27FC236}">
                  <a16:creationId xmlns:a16="http://schemas.microsoft.com/office/drawing/2014/main" id="{4D798ECF-8814-4DDB-936A-BB898BF86C0A}"/>
                </a:ext>
              </a:extLst>
            </p:cNvPr>
            <p:cNvSpPr/>
            <p:nvPr/>
          </p:nvSpPr>
          <p:spPr>
            <a:xfrm>
              <a:off x="97857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24">
              <a:extLst>
                <a:ext uri="{FF2B5EF4-FFF2-40B4-BE49-F238E27FC236}">
                  <a16:creationId xmlns:a16="http://schemas.microsoft.com/office/drawing/2014/main" id="{2E30AF38-84CA-4230-9D37-9B777EB23346}"/>
                </a:ext>
              </a:extLst>
            </p:cNvPr>
            <p:cNvSpPr/>
            <p:nvPr/>
          </p:nvSpPr>
          <p:spPr>
            <a:xfrm>
              <a:off x="998973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25">
              <a:extLst>
                <a:ext uri="{FF2B5EF4-FFF2-40B4-BE49-F238E27FC236}">
                  <a16:creationId xmlns:a16="http://schemas.microsoft.com/office/drawing/2014/main" id="{F34E286C-7E3F-4D1A-84FD-854F272D0018}"/>
                </a:ext>
              </a:extLst>
            </p:cNvPr>
            <p:cNvSpPr/>
            <p:nvPr/>
          </p:nvSpPr>
          <p:spPr>
            <a:xfrm>
              <a:off x="101936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 26">
              <a:extLst>
                <a:ext uri="{FF2B5EF4-FFF2-40B4-BE49-F238E27FC236}">
                  <a16:creationId xmlns:a16="http://schemas.microsoft.com/office/drawing/2014/main" id="{4410D1F2-5749-449A-B7F9-D4E1CF646541}"/>
                </a:ext>
              </a:extLst>
            </p:cNvPr>
            <p:cNvSpPr/>
            <p:nvPr/>
          </p:nvSpPr>
          <p:spPr>
            <a:xfrm>
              <a:off x="101936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9" name="Group 89">
            <a:extLst>
              <a:ext uri="{FF2B5EF4-FFF2-40B4-BE49-F238E27FC236}">
                <a16:creationId xmlns:a16="http://schemas.microsoft.com/office/drawing/2014/main" id="{48076AAC-0D59-486B-A00C-EF17F30645A6}"/>
              </a:ext>
            </a:extLst>
          </p:cNvPr>
          <p:cNvGrpSpPr/>
          <p:nvPr/>
        </p:nvGrpSpPr>
        <p:grpSpPr>
          <a:xfrm>
            <a:off x="5148310" y="4362231"/>
            <a:ext cx="5440973" cy="236081"/>
            <a:chOff x="4485545" y="2119482"/>
            <a:chExt cx="5771688" cy="250612"/>
          </a:xfrm>
          <a:solidFill>
            <a:schemeClr val="bg1">
              <a:lumMod val="65000"/>
            </a:schemeClr>
          </a:solidFill>
        </p:grpSpPr>
        <p:grpSp>
          <p:nvGrpSpPr>
            <p:cNvPr id="100" name="Group 90">
              <a:extLst>
                <a:ext uri="{FF2B5EF4-FFF2-40B4-BE49-F238E27FC236}">
                  <a16:creationId xmlns:a16="http://schemas.microsoft.com/office/drawing/2014/main" id="{B9D5BA53-765D-4693-B7E1-860ECF6BF0D3}"/>
                </a:ext>
              </a:extLst>
            </p:cNvPr>
            <p:cNvGrpSpPr/>
            <p:nvPr/>
          </p:nvGrpSpPr>
          <p:grpSpPr>
            <a:xfrm>
              <a:off x="4485545" y="2121762"/>
              <a:ext cx="675397" cy="248332"/>
              <a:chOff x="4485545" y="2121762"/>
              <a:chExt cx="675397" cy="248332"/>
            </a:xfrm>
            <a:grpFill/>
          </p:grpSpPr>
          <p:grpSp>
            <p:nvGrpSpPr>
              <p:cNvPr id="167" name="Group 157">
                <a:extLst>
                  <a:ext uri="{FF2B5EF4-FFF2-40B4-BE49-F238E27FC236}">
                    <a16:creationId xmlns:a16="http://schemas.microsoft.com/office/drawing/2014/main" id="{EB79D8A1-275E-45FD-83D0-2EE63915A0AE}"/>
                  </a:ext>
                </a:extLst>
              </p:cNvPr>
              <p:cNvGrpSpPr/>
              <p:nvPr/>
            </p:nvGrpSpPr>
            <p:grpSpPr>
              <a:xfrm>
                <a:off x="4485545" y="2121762"/>
                <a:ext cx="267497" cy="248332"/>
                <a:chOff x="4510310" y="2121762"/>
                <a:chExt cx="267497" cy="248332"/>
              </a:xfrm>
              <a:grpFill/>
            </p:grpSpPr>
            <p:sp>
              <p:nvSpPr>
                <p:cNvPr id="173" name="Oval 163">
                  <a:extLst>
                    <a:ext uri="{FF2B5EF4-FFF2-40B4-BE49-F238E27FC236}">
                      <a16:creationId xmlns:a16="http://schemas.microsoft.com/office/drawing/2014/main" id="{10BFE497-9D6D-4B0D-A125-B6329561EFB8}"/>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4" name="Oval 164">
                  <a:extLst>
                    <a:ext uri="{FF2B5EF4-FFF2-40B4-BE49-F238E27FC236}">
                      <a16:creationId xmlns:a16="http://schemas.microsoft.com/office/drawing/2014/main" id="{72B680B4-0FFD-4B54-9E18-7E0F57709C25}"/>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5" name="Oval 165">
                  <a:extLst>
                    <a:ext uri="{FF2B5EF4-FFF2-40B4-BE49-F238E27FC236}">
                      <a16:creationId xmlns:a16="http://schemas.microsoft.com/office/drawing/2014/main" id="{1BE215C3-E7CD-4719-9ACE-6F8E481F0D9C}"/>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6" name="Oval 166">
                  <a:extLst>
                    <a:ext uri="{FF2B5EF4-FFF2-40B4-BE49-F238E27FC236}">
                      <a16:creationId xmlns:a16="http://schemas.microsoft.com/office/drawing/2014/main" id="{67D747AF-0C0F-4684-872B-15344ED7D8E5}"/>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8" name="Group 158">
                <a:extLst>
                  <a:ext uri="{FF2B5EF4-FFF2-40B4-BE49-F238E27FC236}">
                    <a16:creationId xmlns:a16="http://schemas.microsoft.com/office/drawing/2014/main" id="{9D28DC57-D4A7-4E9E-A33E-A4E2AF864888}"/>
                  </a:ext>
                </a:extLst>
              </p:cNvPr>
              <p:cNvGrpSpPr/>
              <p:nvPr/>
            </p:nvGrpSpPr>
            <p:grpSpPr>
              <a:xfrm>
                <a:off x="4893445" y="2121762"/>
                <a:ext cx="267497" cy="248332"/>
                <a:chOff x="4510310" y="2121762"/>
                <a:chExt cx="267497" cy="248332"/>
              </a:xfrm>
              <a:grpFill/>
            </p:grpSpPr>
            <p:sp>
              <p:nvSpPr>
                <p:cNvPr id="169" name="Oval 159">
                  <a:extLst>
                    <a:ext uri="{FF2B5EF4-FFF2-40B4-BE49-F238E27FC236}">
                      <a16:creationId xmlns:a16="http://schemas.microsoft.com/office/drawing/2014/main" id="{37FA95B8-B503-4588-95AA-D4F55C5F18A6}"/>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Oval 160">
                  <a:extLst>
                    <a:ext uri="{FF2B5EF4-FFF2-40B4-BE49-F238E27FC236}">
                      <a16:creationId xmlns:a16="http://schemas.microsoft.com/office/drawing/2014/main" id="{3B597550-6AEB-4EF6-9B78-9A8F95332E9F}"/>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Oval 161">
                  <a:extLst>
                    <a:ext uri="{FF2B5EF4-FFF2-40B4-BE49-F238E27FC236}">
                      <a16:creationId xmlns:a16="http://schemas.microsoft.com/office/drawing/2014/main" id="{DF47276E-206B-40DD-B4A1-7A749E530959}"/>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Oval 162">
                  <a:extLst>
                    <a:ext uri="{FF2B5EF4-FFF2-40B4-BE49-F238E27FC236}">
                      <a16:creationId xmlns:a16="http://schemas.microsoft.com/office/drawing/2014/main" id="{99F09E16-667E-42AC-A420-EB3A51DFFB9A}"/>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01" name="Group 91">
              <a:extLst>
                <a:ext uri="{FF2B5EF4-FFF2-40B4-BE49-F238E27FC236}">
                  <a16:creationId xmlns:a16="http://schemas.microsoft.com/office/drawing/2014/main" id="{03769A76-6CC6-4CBA-BD2A-0BDF3732B85B}"/>
                </a:ext>
              </a:extLst>
            </p:cNvPr>
            <p:cNvGrpSpPr/>
            <p:nvPr/>
          </p:nvGrpSpPr>
          <p:grpSpPr>
            <a:xfrm>
              <a:off x="5301345" y="2121762"/>
              <a:ext cx="675397" cy="248332"/>
              <a:chOff x="4485545" y="2121762"/>
              <a:chExt cx="675397" cy="248332"/>
            </a:xfrm>
            <a:grpFill/>
          </p:grpSpPr>
          <p:grpSp>
            <p:nvGrpSpPr>
              <p:cNvPr id="157" name="Group 147">
                <a:extLst>
                  <a:ext uri="{FF2B5EF4-FFF2-40B4-BE49-F238E27FC236}">
                    <a16:creationId xmlns:a16="http://schemas.microsoft.com/office/drawing/2014/main" id="{360237C3-44DD-4BE5-B7D4-9292E21202C4}"/>
                  </a:ext>
                </a:extLst>
              </p:cNvPr>
              <p:cNvGrpSpPr/>
              <p:nvPr/>
            </p:nvGrpSpPr>
            <p:grpSpPr>
              <a:xfrm>
                <a:off x="4485545" y="2121762"/>
                <a:ext cx="267497" cy="248332"/>
                <a:chOff x="4510310" y="2121762"/>
                <a:chExt cx="267497" cy="248332"/>
              </a:xfrm>
              <a:grpFill/>
            </p:grpSpPr>
            <p:sp>
              <p:nvSpPr>
                <p:cNvPr id="163" name="Oval 153">
                  <a:extLst>
                    <a:ext uri="{FF2B5EF4-FFF2-40B4-BE49-F238E27FC236}">
                      <a16:creationId xmlns:a16="http://schemas.microsoft.com/office/drawing/2014/main" id="{3CC7D313-6CD4-4B95-A51D-6553B21DFC94}"/>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Oval 154">
                  <a:extLst>
                    <a:ext uri="{FF2B5EF4-FFF2-40B4-BE49-F238E27FC236}">
                      <a16:creationId xmlns:a16="http://schemas.microsoft.com/office/drawing/2014/main" id="{9ABCDACB-4C8C-4E0C-9702-8A4DB21F8429}"/>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Oval 155">
                  <a:extLst>
                    <a:ext uri="{FF2B5EF4-FFF2-40B4-BE49-F238E27FC236}">
                      <a16:creationId xmlns:a16="http://schemas.microsoft.com/office/drawing/2014/main" id="{8749186D-396F-4E2E-865E-14379CB86153}"/>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Oval 156">
                  <a:extLst>
                    <a:ext uri="{FF2B5EF4-FFF2-40B4-BE49-F238E27FC236}">
                      <a16:creationId xmlns:a16="http://schemas.microsoft.com/office/drawing/2014/main" id="{ABE9C6D7-8ABE-432D-862D-2F73785FF9A5}"/>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8" name="Group 148">
                <a:extLst>
                  <a:ext uri="{FF2B5EF4-FFF2-40B4-BE49-F238E27FC236}">
                    <a16:creationId xmlns:a16="http://schemas.microsoft.com/office/drawing/2014/main" id="{7F8D159D-DAEA-4271-BE3C-2D2CD02579DD}"/>
                  </a:ext>
                </a:extLst>
              </p:cNvPr>
              <p:cNvGrpSpPr/>
              <p:nvPr/>
            </p:nvGrpSpPr>
            <p:grpSpPr>
              <a:xfrm>
                <a:off x="4893445" y="2121762"/>
                <a:ext cx="267497" cy="248332"/>
                <a:chOff x="4510310" y="2121762"/>
                <a:chExt cx="267497" cy="248332"/>
              </a:xfrm>
              <a:grpFill/>
            </p:grpSpPr>
            <p:sp>
              <p:nvSpPr>
                <p:cNvPr id="159" name="Oval 149">
                  <a:extLst>
                    <a:ext uri="{FF2B5EF4-FFF2-40B4-BE49-F238E27FC236}">
                      <a16:creationId xmlns:a16="http://schemas.microsoft.com/office/drawing/2014/main" id="{6C26BBBF-E15E-438D-9035-00EA2C013BD6}"/>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Oval 150">
                  <a:extLst>
                    <a:ext uri="{FF2B5EF4-FFF2-40B4-BE49-F238E27FC236}">
                      <a16:creationId xmlns:a16="http://schemas.microsoft.com/office/drawing/2014/main" id="{D71F3D46-F0CC-4C00-87A3-9C88BA5AC2DC}"/>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Oval 151">
                  <a:extLst>
                    <a:ext uri="{FF2B5EF4-FFF2-40B4-BE49-F238E27FC236}">
                      <a16:creationId xmlns:a16="http://schemas.microsoft.com/office/drawing/2014/main" id="{15506303-24CD-429F-9F19-0C31F544DFD0}"/>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Oval 152">
                  <a:extLst>
                    <a:ext uri="{FF2B5EF4-FFF2-40B4-BE49-F238E27FC236}">
                      <a16:creationId xmlns:a16="http://schemas.microsoft.com/office/drawing/2014/main" id="{37D67EC6-0CE5-4462-A281-0E27F05FAD89}"/>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02" name="Group 92">
              <a:extLst>
                <a:ext uri="{FF2B5EF4-FFF2-40B4-BE49-F238E27FC236}">
                  <a16:creationId xmlns:a16="http://schemas.microsoft.com/office/drawing/2014/main" id="{AF2F68EC-0503-4080-92C2-0DB2743681AB}"/>
                </a:ext>
              </a:extLst>
            </p:cNvPr>
            <p:cNvGrpSpPr/>
            <p:nvPr/>
          </p:nvGrpSpPr>
          <p:grpSpPr>
            <a:xfrm>
              <a:off x="6117145" y="2121762"/>
              <a:ext cx="1491197" cy="248332"/>
              <a:chOff x="4485545" y="2121762"/>
              <a:chExt cx="1491197" cy="248332"/>
            </a:xfrm>
            <a:grpFill/>
          </p:grpSpPr>
          <p:grpSp>
            <p:nvGrpSpPr>
              <p:cNvPr id="135" name="Group 125">
                <a:extLst>
                  <a:ext uri="{FF2B5EF4-FFF2-40B4-BE49-F238E27FC236}">
                    <a16:creationId xmlns:a16="http://schemas.microsoft.com/office/drawing/2014/main" id="{9E4E853C-BFBF-49DC-BD64-F4400A060207}"/>
                  </a:ext>
                </a:extLst>
              </p:cNvPr>
              <p:cNvGrpSpPr/>
              <p:nvPr/>
            </p:nvGrpSpPr>
            <p:grpSpPr>
              <a:xfrm>
                <a:off x="4485545" y="2121762"/>
                <a:ext cx="675397" cy="248332"/>
                <a:chOff x="4485545" y="2121762"/>
                <a:chExt cx="675397" cy="248332"/>
              </a:xfrm>
              <a:grpFill/>
            </p:grpSpPr>
            <p:grpSp>
              <p:nvGrpSpPr>
                <p:cNvPr id="147" name="Group 137">
                  <a:extLst>
                    <a:ext uri="{FF2B5EF4-FFF2-40B4-BE49-F238E27FC236}">
                      <a16:creationId xmlns:a16="http://schemas.microsoft.com/office/drawing/2014/main" id="{7CBFCCBA-3CA7-475E-A3DA-A0C6A5D7A6D2}"/>
                    </a:ext>
                  </a:extLst>
                </p:cNvPr>
                <p:cNvGrpSpPr/>
                <p:nvPr/>
              </p:nvGrpSpPr>
              <p:grpSpPr>
                <a:xfrm>
                  <a:off x="4485545" y="2121762"/>
                  <a:ext cx="267497" cy="248332"/>
                  <a:chOff x="4510310" y="2121762"/>
                  <a:chExt cx="267497" cy="248332"/>
                </a:xfrm>
                <a:grpFill/>
              </p:grpSpPr>
              <p:sp>
                <p:nvSpPr>
                  <p:cNvPr id="153" name="Oval 143">
                    <a:extLst>
                      <a:ext uri="{FF2B5EF4-FFF2-40B4-BE49-F238E27FC236}">
                        <a16:creationId xmlns:a16="http://schemas.microsoft.com/office/drawing/2014/main" id="{968D436C-5A10-4A3B-ACEF-1F7C04853550}"/>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Oval 144">
                    <a:extLst>
                      <a:ext uri="{FF2B5EF4-FFF2-40B4-BE49-F238E27FC236}">
                        <a16:creationId xmlns:a16="http://schemas.microsoft.com/office/drawing/2014/main" id="{E91B6E3F-5751-4000-84FF-4BFF59F64CE4}"/>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Oval 145">
                    <a:extLst>
                      <a:ext uri="{FF2B5EF4-FFF2-40B4-BE49-F238E27FC236}">
                        <a16:creationId xmlns:a16="http://schemas.microsoft.com/office/drawing/2014/main" id="{58B7AAED-0667-4913-851D-E03B479F35BB}"/>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Oval 146">
                    <a:extLst>
                      <a:ext uri="{FF2B5EF4-FFF2-40B4-BE49-F238E27FC236}">
                        <a16:creationId xmlns:a16="http://schemas.microsoft.com/office/drawing/2014/main" id="{C42F1D8A-971E-4179-91AB-A353D6F1D310}"/>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8" name="Group 138">
                  <a:extLst>
                    <a:ext uri="{FF2B5EF4-FFF2-40B4-BE49-F238E27FC236}">
                      <a16:creationId xmlns:a16="http://schemas.microsoft.com/office/drawing/2014/main" id="{A370CB14-69EA-4ACA-BC27-53130DB7FEAC}"/>
                    </a:ext>
                  </a:extLst>
                </p:cNvPr>
                <p:cNvGrpSpPr/>
                <p:nvPr/>
              </p:nvGrpSpPr>
              <p:grpSpPr>
                <a:xfrm>
                  <a:off x="4893445" y="2121762"/>
                  <a:ext cx="267497" cy="248332"/>
                  <a:chOff x="4510310" y="2121762"/>
                  <a:chExt cx="267497" cy="248332"/>
                </a:xfrm>
                <a:grpFill/>
              </p:grpSpPr>
              <p:sp>
                <p:nvSpPr>
                  <p:cNvPr id="149" name="Oval 139">
                    <a:extLst>
                      <a:ext uri="{FF2B5EF4-FFF2-40B4-BE49-F238E27FC236}">
                        <a16:creationId xmlns:a16="http://schemas.microsoft.com/office/drawing/2014/main" id="{D91514E7-66AB-4C83-ADDA-5433225D3FF2}"/>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Oval 140">
                    <a:extLst>
                      <a:ext uri="{FF2B5EF4-FFF2-40B4-BE49-F238E27FC236}">
                        <a16:creationId xmlns:a16="http://schemas.microsoft.com/office/drawing/2014/main" id="{E3C766A0-5CDC-446D-846F-EE348A812325}"/>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Oval 141">
                    <a:extLst>
                      <a:ext uri="{FF2B5EF4-FFF2-40B4-BE49-F238E27FC236}">
                        <a16:creationId xmlns:a16="http://schemas.microsoft.com/office/drawing/2014/main" id="{0D96B65A-971B-4C93-B89E-9424A207BC10}"/>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Oval 142">
                    <a:extLst>
                      <a:ext uri="{FF2B5EF4-FFF2-40B4-BE49-F238E27FC236}">
                        <a16:creationId xmlns:a16="http://schemas.microsoft.com/office/drawing/2014/main" id="{00D2705F-D13F-49E0-A769-13ECD34382F1}"/>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36" name="Group 126">
                <a:extLst>
                  <a:ext uri="{FF2B5EF4-FFF2-40B4-BE49-F238E27FC236}">
                    <a16:creationId xmlns:a16="http://schemas.microsoft.com/office/drawing/2014/main" id="{2403BDCF-920D-418F-91B0-262E0D40B7C1}"/>
                  </a:ext>
                </a:extLst>
              </p:cNvPr>
              <p:cNvGrpSpPr/>
              <p:nvPr/>
            </p:nvGrpSpPr>
            <p:grpSpPr>
              <a:xfrm>
                <a:off x="5301345" y="2121762"/>
                <a:ext cx="675397" cy="248332"/>
                <a:chOff x="4485545" y="2121762"/>
                <a:chExt cx="675397" cy="248332"/>
              </a:xfrm>
              <a:grpFill/>
            </p:grpSpPr>
            <p:grpSp>
              <p:nvGrpSpPr>
                <p:cNvPr id="137" name="Group 127">
                  <a:extLst>
                    <a:ext uri="{FF2B5EF4-FFF2-40B4-BE49-F238E27FC236}">
                      <a16:creationId xmlns:a16="http://schemas.microsoft.com/office/drawing/2014/main" id="{6A72FA7B-54F5-4663-AA00-42B412D89503}"/>
                    </a:ext>
                  </a:extLst>
                </p:cNvPr>
                <p:cNvGrpSpPr/>
                <p:nvPr/>
              </p:nvGrpSpPr>
              <p:grpSpPr>
                <a:xfrm>
                  <a:off x="4485545" y="2121762"/>
                  <a:ext cx="267497" cy="248332"/>
                  <a:chOff x="4510310" y="2121762"/>
                  <a:chExt cx="267497" cy="248332"/>
                </a:xfrm>
                <a:grpFill/>
              </p:grpSpPr>
              <p:sp>
                <p:nvSpPr>
                  <p:cNvPr id="143" name="Oval 133">
                    <a:extLst>
                      <a:ext uri="{FF2B5EF4-FFF2-40B4-BE49-F238E27FC236}">
                        <a16:creationId xmlns:a16="http://schemas.microsoft.com/office/drawing/2014/main" id="{9D6D2F8F-3A8B-4BEA-8C5F-06103803F719}"/>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Oval 134">
                    <a:extLst>
                      <a:ext uri="{FF2B5EF4-FFF2-40B4-BE49-F238E27FC236}">
                        <a16:creationId xmlns:a16="http://schemas.microsoft.com/office/drawing/2014/main" id="{DFD2E102-42BF-4D13-8C4F-B4155AE95D0B}"/>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Oval 135">
                    <a:extLst>
                      <a:ext uri="{FF2B5EF4-FFF2-40B4-BE49-F238E27FC236}">
                        <a16:creationId xmlns:a16="http://schemas.microsoft.com/office/drawing/2014/main" id="{9509A6DB-7819-4F0D-99C8-C59D651B0282}"/>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Oval 136">
                    <a:extLst>
                      <a:ext uri="{FF2B5EF4-FFF2-40B4-BE49-F238E27FC236}">
                        <a16:creationId xmlns:a16="http://schemas.microsoft.com/office/drawing/2014/main" id="{F80A02FA-3961-4D6D-8445-26EDFA747537}"/>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8" name="Group 128">
                  <a:extLst>
                    <a:ext uri="{FF2B5EF4-FFF2-40B4-BE49-F238E27FC236}">
                      <a16:creationId xmlns:a16="http://schemas.microsoft.com/office/drawing/2014/main" id="{9A43CBE2-4D76-4903-8B83-64D9C0B4243F}"/>
                    </a:ext>
                  </a:extLst>
                </p:cNvPr>
                <p:cNvGrpSpPr/>
                <p:nvPr/>
              </p:nvGrpSpPr>
              <p:grpSpPr>
                <a:xfrm>
                  <a:off x="4893445" y="2121762"/>
                  <a:ext cx="267497" cy="248332"/>
                  <a:chOff x="4510310" y="2121762"/>
                  <a:chExt cx="267497" cy="248332"/>
                </a:xfrm>
                <a:grpFill/>
              </p:grpSpPr>
              <p:sp>
                <p:nvSpPr>
                  <p:cNvPr id="139" name="Oval 129">
                    <a:extLst>
                      <a:ext uri="{FF2B5EF4-FFF2-40B4-BE49-F238E27FC236}">
                        <a16:creationId xmlns:a16="http://schemas.microsoft.com/office/drawing/2014/main" id="{3FCE1A03-D816-4665-B8B2-04EC2DE932E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Oval 130">
                    <a:extLst>
                      <a:ext uri="{FF2B5EF4-FFF2-40B4-BE49-F238E27FC236}">
                        <a16:creationId xmlns:a16="http://schemas.microsoft.com/office/drawing/2014/main" id="{9411DCEE-DBA1-4890-A174-2AB71D52C300}"/>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Oval 131">
                    <a:extLst>
                      <a:ext uri="{FF2B5EF4-FFF2-40B4-BE49-F238E27FC236}">
                        <a16:creationId xmlns:a16="http://schemas.microsoft.com/office/drawing/2014/main" id="{AE1402F3-A379-4D5A-8A64-E85C40FFECB6}"/>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Oval 132">
                    <a:extLst>
                      <a:ext uri="{FF2B5EF4-FFF2-40B4-BE49-F238E27FC236}">
                        <a16:creationId xmlns:a16="http://schemas.microsoft.com/office/drawing/2014/main" id="{52F75384-CE7E-483B-93B6-B60D8782912B}"/>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grpSp>
          <p:nvGrpSpPr>
            <p:cNvPr id="103" name="Group 93">
              <a:extLst>
                <a:ext uri="{FF2B5EF4-FFF2-40B4-BE49-F238E27FC236}">
                  <a16:creationId xmlns:a16="http://schemas.microsoft.com/office/drawing/2014/main" id="{B6A80D18-371C-4082-BE24-5EA788E99AEB}"/>
                </a:ext>
              </a:extLst>
            </p:cNvPr>
            <p:cNvGrpSpPr/>
            <p:nvPr/>
          </p:nvGrpSpPr>
          <p:grpSpPr>
            <a:xfrm>
              <a:off x="7746286" y="2119482"/>
              <a:ext cx="675397" cy="248332"/>
              <a:chOff x="4485545" y="2121762"/>
              <a:chExt cx="675397" cy="248332"/>
            </a:xfrm>
            <a:grpFill/>
          </p:grpSpPr>
          <p:grpSp>
            <p:nvGrpSpPr>
              <p:cNvPr id="125" name="Group 115">
                <a:extLst>
                  <a:ext uri="{FF2B5EF4-FFF2-40B4-BE49-F238E27FC236}">
                    <a16:creationId xmlns:a16="http://schemas.microsoft.com/office/drawing/2014/main" id="{F71579BB-B47F-4E90-BE88-5A5B389F98D2}"/>
                  </a:ext>
                </a:extLst>
              </p:cNvPr>
              <p:cNvGrpSpPr/>
              <p:nvPr/>
            </p:nvGrpSpPr>
            <p:grpSpPr>
              <a:xfrm>
                <a:off x="4485545" y="2121762"/>
                <a:ext cx="267497" cy="248332"/>
                <a:chOff x="4510310" y="2121762"/>
                <a:chExt cx="267497" cy="248332"/>
              </a:xfrm>
              <a:grpFill/>
            </p:grpSpPr>
            <p:sp>
              <p:nvSpPr>
                <p:cNvPr id="131" name="Oval 121">
                  <a:extLst>
                    <a:ext uri="{FF2B5EF4-FFF2-40B4-BE49-F238E27FC236}">
                      <a16:creationId xmlns:a16="http://schemas.microsoft.com/office/drawing/2014/main" id="{02BCBBE6-494B-48FB-8DF2-121B9B6B2161}"/>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Oval 122">
                  <a:extLst>
                    <a:ext uri="{FF2B5EF4-FFF2-40B4-BE49-F238E27FC236}">
                      <a16:creationId xmlns:a16="http://schemas.microsoft.com/office/drawing/2014/main" id="{A5F3F8D5-99B1-4447-A77C-BFA377A5F98E}"/>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Oval 123">
                  <a:extLst>
                    <a:ext uri="{FF2B5EF4-FFF2-40B4-BE49-F238E27FC236}">
                      <a16:creationId xmlns:a16="http://schemas.microsoft.com/office/drawing/2014/main" id="{FCBE1827-80A9-4834-9D0C-E721C1E7B131}"/>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Oval 124">
                  <a:extLst>
                    <a:ext uri="{FF2B5EF4-FFF2-40B4-BE49-F238E27FC236}">
                      <a16:creationId xmlns:a16="http://schemas.microsoft.com/office/drawing/2014/main" id="{94771767-6271-4A8D-BBE5-7EFC7C565C53}"/>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6" name="Group 116">
                <a:extLst>
                  <a:ext uri="{FF2B5EF4-FFF2-40B4-BE49-F238E27FC236}">
                    <a16:creationId xmlns:a16="http://schemas.microsoft.com/office/drawing/2014/main" id="{24D11266-92AD-4264-A901-983D3B63B1A1}"/>
                  </a:ext>
                </a:extLst>
              </p:cNvPr>
              <p:cNvGrpSpPr/>
              <p:nvPr/>
            </p:nvGrpSpPr>
            <p:grpSpPr>
              <a:xfrm>
                <a:off x="4893445" y="2121762"/>
                <a:ext cx="267497" cy="248332"/>
                <a:chOff x="4510310" y="2121762"/>
                <a:chExt cx="267497" cy="248332"/>
              </a:xfrm>
              <a:grpFill/>
            </p:grpSpPr>
            <p:sp>
              <p:nvSpPr>
                <p:cNvPr id="127" name="Oval 117">
                  <a:extLst>
                    <a:ext uri="{FF2B5EF4-FFF2-40B4-BE49-F238E27FC236}">
                      <a16:creationId xmlns:a16="http://schemas.microsoft.com/office/drawing/2014/main" id="{DC0A4F31-9F59-4BDB-8429-B2119B912A9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Oval 118">
                  <a:extLst>
                    <a:ext uri="{FF2B5EF4-FFF2-40B4-BE49-F238E27FC236}">
                      <a16:creationId xmlns:a16="http://schemas.microsoft.com/office/drawing/2014/main" id="{C4CF31DB-2E5C-4E18-8864-CDDF0455CE93}"/>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Oval 119">
                  <a:extLst>
                    <a:ext uri="{FF2B5EF4-FFF2-40B4-BE49-F238E27FC236}">
                      <a16:creationId xmlns:a16="http://schemas.microsoft.com/office/drawing/2014/main" id="{2F5F7C57-4498-4036-9B19-36534B2D583B}"/>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Oval 120">
                  <a:extLst>
                    <a:ext uri="{FF2B5EF4-FFF2-40B4-BE49-F238E27FC236}">
                      <a16:creationId xmlns:a16="http://schemas.microsoft.com/office/drawing/2014/main" id="{9E3174F4-68FC-4002-808A-F422640819F5}"/>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04" name="Group 94">
              <a:extLst>
                <a:ext uri="{FF2B5EF4-FFF2-40B4-BE49-F238E27FC236}">
                  <a16:creationId xmlns:a16="http://schemas.microsoft.com/office/drawing/2014/main" id="{4BE4E159-DA1D-4791-A5FB-DFEEEFCB6F6E}"/>
                </a:ext>
              </a:extLst>
            </p:cNvPr>
            <p:cNvGrpSpPr/>
            <p:nvPr/>
          </p:nvGrpSpPr>
          <p:grpSpPr>
            <a:xfrm>
              <a:off x="8562086" y="2119482"/>
              <a:ext cx="675397" cy="248332"/>
              <a:chOff x="4485545" y="2121762"/>
              <a:chExt cx="675397" cy="248332"/>
            </a:xfrm>
            <a:grpFill/>
          </p:grpSpPr>
          <p:grpSp>
            <p:nvGrpSpPr>
              <p:cNvPr id="115" name="Group 105">
                <a:extLst>
                  <a:ext uri="{FF2B5EF4-FFF2-40B4-BE49-F238E27FC236}">
                    <a16:creationId xmlns:a16="http://schemas.microsoft.com/office/drawing/2014/main" id="{E554C505-5D8A-4BF0-B447-BCFD78D297C4}"/>
                  </a:ext>
                </a:extLst>
              </p:cNvPr>
              <p:cNvGrpSpPr/>
              <p:nvPr/>
            </p:nvGrpSpPr>
            <p:grpSpPr>
              <a:xfrm>
                <a:off x="4485545" y="2121762"/>
                <a:ext cx="267497" cy="248332"/>
                <a:chOff x="4510310" y="2121762"/>
                <a:chExt cx="267497" cy="248332"/>
              </a:xfrm>
              <a:grpFill/>
            </p:grpSpPr>
            <p:sp>
              <p:nvSpPr>
                <p:cNvPr id="121" name="Oval 111">
                  <a:extLst>
                    <a:ext uri="{FF2B5EF4-FFF2-40B4-BE49-F238E27FC236}">
                      <a16:creationId xmlns:a16="http://schemas.microsoft.com/office/drawing/2014/main" id="{D9F957A9-965C-4292-8369-4FE97595D662}"/>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Oval 112">
                  <a:extLst>
                    <a:ext uri="{FF2B5EF4-FFF2-40B4-BE49-F238E27FC236}">
                      <a16:creationId xmlns:a16="http://schemas.microsoft.com/office/drawing/2014/main" id="{849446D5-2B1A-48A8-8034-5E8CB2DB16B7}"/>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Oval 113">
                  <a:extLst>
                    <a:ext uri="{FF2B5EF4-FFF2-40B4-BE49-F238E27FC236}">
                      <a16:creationId xmlns:a16="http://schemas.microsoft.com/office/drawing/2014/main" id="{3AAF8A7F-0D57-463E-91A7-86AA092900E1}"/>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Oval 114">
                  <a:extLst>
                    <a:ext uri="{FF2B5EF4-FFF2-40B4-BE49-F238E27FC236}">
                      <a16:creationId xmlns:a16="http://schemas.microsoft.com/office/drawing/2014/main" id="{9D16EC06-8521-47F5-8D35-B3A953FF77F8}"/>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16" name="Group 106">
                <a:extLst>
                  <a:ext uri="{FF2B5EF4-FFF2-40B4-BE49-F238E27FC236}">
                    <a16:creationId xmlns:a16="http://schemas.microsoft.com/office/drawing/2014/main" id="{C15A7271-B1E9-4290-9C7E-63D26BFA898B}"/>
                  </a:ext>
                </a:extLst>
              </p:cNvPr>
              <p:cNvGrpSpPr/>
              <p:nvPr/>
            </p:nvGrpSpPr>
            <p:grpSpPr>
              <a:xfrm>
                <a:off x="4893445" y="2121762"/>
                <a:ext cx="267497" cy="248332"/>
                <a:chOff x="4510310" y="2121762"/>
                <a:chExt cx="267497" cy="248332"/>
              </a:xfrm>
              <a:grpFill/>
            </p:grpSpPr>
            <p:sp>
              <p:nvSpPr>
                <p:cNvPr id="117" name="Oval 107">
                  <a:extLst>
                    <a:ext uri="{FF2B5EF4-FFF2-40B4-BE49-F238E27FC236}">
                      <a16:creationId xmlns:a16="http://schemas.microsoft.com/office/drawing/2014/main" id="{D11FE8B3-14B9-4B50-8D5F-E84098F61983}"/>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Oval 108">
                  <a:extLst>
                    <a:ext uri="{FF2B5EF4-FFF2-40B4-BE49-F238E27FC236}">
                      <a16:creationId xmlns:a16="http://schemas.microsoft.com/office/drawing/2014/main" id="{7FD999E8-373F-4AD9-8F5A-E41E7FF39188}"/>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Oval 109">
                  <a:extLst>
                    <a:ext uri="{FF2B5EF4-FFF2-40B4-BE49-F238E27FC236}">
                      <a16:creationId xmlns:a16="http://schemas.microsoft.com/office/drawing/2014/main" id="{DF3A9010-14DC-45E3-8F76-B1FFE28DE960}"/>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Oval 110">
                  <a:extLst>
                    <a:ext uri="{FF2B5EF4-FFF2-40B4-BE49-F238E27FC236}">
                      <a16:creationId xmlns:a16="http://schemas.microsoft.com/office/drawing/2014/main" id="{F785B1DC-ABF8-4675-988E-42B4E21C1B59}"/>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05" name="Oval 95">
              <a:extLst>
                <a:ext uri="{FF2B5EF4-FFF2-40B4-BE49-F238E27FC236}">
                  <a16:creationId xmlns:a16="http://schemas.microsoft.com/office/drawing/2014/main" id="{4E0099AA-0447-4702-8114-372B953B5739}"/>
                </a:ext>
              </a:extLst>
            </p:cNvPr>
            <p:cNvSpPr/>
            <p:nvPr/>
          </p:nvSpPr>
          <p:spPr>
            <a:xfrm>
              <a:off x="93778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Oval 96">
              <a:extLst>
                <a:ext uri="{FF2B5EF4-FFF2-40B4-BE49-F238E27FC236}">
                  <a16:creationId xmlns:a16="http://schemas.microsoft.com/office/drawing/2014/main" id="{13654D96-3CDC-4863-9E62-05E00C7206EC}"/>
                </a:ext>
              </a:extLst>
            </p:cNvPr>
            <p:cNvSpPr/>
            <p:nvPr/>
          </p:nvSpPr>
          <p:spPr>
            <a:xfrm>
              <a:off x="958183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Oval 97">
              <a:extLst>
                <a:ext uri="{FF2B5EF4-FFF2-40B4-BE49-F238E27FC236}">
                  <a16:creationId xmlns:a16="http://schemas.microsoft.com/office/drawing/2014/main" id="{34FE130A-A868-4AA8-93A0-A014D2DCC4CF}"/>
                </a:ext>
              </a:extLst>
            </p:cNvPr>
            <p:cNvSpPr/>
            <p:nvPr/>
          </p:nvSpPr>
          <p:spPr>
            <a:xfrm>
              <a:off x="93778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Oval 98">
              <a:extLst>
                <a:ext uri="{FF2B5EF4-FFF2-40B4-BE49-F238E27FC236}">
                  <a16:creationId xmlns:a16="http://schemas.microsoft.com/office/drawing/2014/main" id="{B10F1CC9-FFB4-4310-A9BF-9A2BF51B26E2}"/>
                </a:ext>
              </a:extLst>
            </p:cNvPr>
            <p:cNvSpPr/>
            <p:nvPr/>
          </p:nvSpPr>
          <p:spPr>
            <a:xfrm>
              <a:off x="958183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Oval 99">
              <a:extLst>
                <a:ext uri="{FF2B5EF4-FFF2-40B4-BE49-F238E27FC236}">
                  <a16:creationId xmlns:a16="http://schemas.microsoft.com/office/drawing/2014/main" id="{E82D2AB8-B321-4873-ADE9-820BD769683E}"/>
                </a:ext>
              </a:extLst>
            </p:cNvPr>
            <p:cNvSpPr/>
            <p:nvPr/>
          </p:nvSpPr>
          <p:spPr>
            <a:xfrm>
              <a:off x="97857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Oval 100">
              <a:extLst>
                <a:ext uri="{FF2B5EF4-FFF2-40B4-BE49-F238E27FC236}">
                  <a16:creationId xmlns:a16="http://schemas.microsoft.com/office/drawing/2014/main" id="{78E25B2F-79D9-4BFA-9479-B9D44AE3F389}"/>
                </a:ext>
              </a:extLst>
            </p:cNvPr>
            <p:cNvSpPr/>
            <p:nvPr/>
          </p:nvSpPr>
          <p:spPr>
            <a:xfrm>
              <a:off x="998973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Oval 101">
              <a:extLst>
                <a:ext uri="{FF2B5EF4-FFF2-40B4-BE49-F238E27FC236}">
                  <a16:creationId xmlns:a16="http://schemas.microsoft.com/office/drawing/2014/main" id="{5EC6A100-D4F2-47BC-BBAA-22076F3ADB55}"/>
                </a:ext>
              </a:extLst>
            </p:cNvPr>
            <p:cNvSpPr/>
            <p:nvPr/>
          </p:nvSpPr>
          <p:spPr>
            <a:xfrm>
              <a:off x="97857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Oval 102">
              <a:extLst>
                <a:ext uri="{FF2B5EF4-FFF2-40B4-BE49-F238E27FC236}">
                  <a16:creationId xmlns:a16="http://schemas.microsoft.com/office/drawing/2014/main" id="{E90B26A7-8456-4FBB-95FC-6A42E47258E9}"/>
                </a:ext>
              </a:extLst>
            </p:cNvPr>
            <p:cNvSpPr/>
            <p:nvPr/>
          </p:nvSpPr>
          <p:spPr>
            <a:xfrm>
              <a:off x="998973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Oval 103">
              <a:extLst>
                <a:ext uri="{FF2B5EF4-FFF2-40B4-BE49-F238E27FC236}">
                  <a16:creationId xmlns:a16="http://schemas.microsoft.com/office/drawing/2014/main" id="{D549753E-0C7F-44DC-8399-67F751D73B6D}"/>
                </a:ext>
              </a:extLst>
            </p:cNvPr>
            <p:cNvSpPr/>
            <p:nvPr/>
          </p:nvSpPr>
          <p:spPr>
            <a:xfrm>
              <a:off x="101936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Oval 104">
              <a:extLst>
                <a:ext uri="{FF2B5EF4-FFF2-40B4-BE49-F238E27FC236}">
                  <a16:creationId xmlns:a16="http://schemas.microsoft.com/office/drawing/2014/main" id="{949CDFBB-43E4-41B3-B583-E4C41CAAF13F}"/>
                </a:ext>
              </a:extLst>
            </p:cNvPr>
            <p:cNvSpPr/>
            <p:nvPr/>
          </p:nvSpPr>
          <p:spPr>
            <a:xfrm>
              <a:off x="101936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77" name="Rectangle 11">
            <a:extLst>
              <a:ext uri="{FF2B5EF4-FFF2-40B4-BE49-F238E27FC236}">
                <a16:creationId xmlns:a16="http://schemas.microsoft.com/office/drawing/2014/main" id="{0FEE3CFE-716A-41C8-A4B0-304EC803FF68}"/>
              </a:ext>
            </a:extLst>
          </p:cNvPr>
          <p:cNvSpPr/>
          <p:nvPr/>
        </p:nvSpPr>
        <p:spPr>
          <a:xfrm rot="5400000">
            <a:off x="4189295" y="3032895"/>
            <a:ext cx="2927577" cy="305435"/>
          </a:xfrm>
          <a:prstGeom prst="rect">
            <a:avLst/>
          </a:prstGeom>
          <a:solidFill>
            <a:srgbClr val="CC3399">
              <a:alpha val="29804"/>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8" name="Rectangle 12">
            <a:extLst>
              <a:ext uri="{FF2B5EF4-FFF2-40B4-BE49-F238E27FC236}">
                <a16:creationId xmlns:a16="http://schemas.microsoft.com/office/drawing/2014/main" id="{6AD8A9DF-529E-4FFD-BE14-4D0F6BC62FFB}"/>
              </a:ext>
            </a:extLst>
          </p:cNvPr>
          <p:cNvSpPr/>
          <p:nvPr/>
        </p:nvSpPr>
        <p:spPr>
          <a:xfrm rot="5400000">
            <a:off x="6308494" y="3021541"/>
            <a:ext cx="2927579" cy="305435"/>
          </a:xfrm>
          <a:prstGeom prst="rect">
            <a:avLst/>
          </a:prstGeom>
          <a:solidFill>
            <a:srgbClr val="CC3399">
              <a:alpha val="29804"/>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9" name="Rectangle 13">
            <a:extLst>
              <a:ext uri="{FF2B5EF4-FFF2-40B4-BE49-F238E27FC236}">
                <a16:creationId xmlns:a16="http://schemas.microsoft.com/office/drawing/2014/main" id="{C5F1E214-EFC3-4C26-8EA8-2BC80057138D}"/>
              </a:ext>
            </a:extLst>
          </p:cNvPr>
          <p:cNvSpPr/>
          <p:nvPr/>
        </p:nvSpPr>
        <p:spPr>
          <a:xfrm rot="5400000">
            <a:off x="8421164" y="3021541"/>
            <a:ext cx="2927579" cy="305435"/>
          </a:xfrm>
          <a:prstGeom prst="rect">
            <a:avLst/>
          </a:prstGeom>
          <a:solidFill>
            <a:srgbClr val="CC3399">
              <a:alpha val="29804"/>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0" name="Rectangle 169">
            <a:extLst>
              <a:ext uri="{FF2B5EF4-FFF2-40B4-BE49-F238E27FC236}">
                <a16:creationId xmlns:a16="http://schemas.microsoft.com/office/drawing/2014/main" id="{6873B227-EC33-47A5-AFA7-E956A09533B9}"/>
              </a:ext>
            </a:extLst>
          </p:cNvPr>
          <p:cNvSpPr/>
          <p:nvPr/>
        </p:nvSpPr>
        <p:spPr>
          <a:xfrm flipV="1">
            <a:off x="4758442" y="1578863"/>
            <a:ext cx="6108699" cy="53738"/>
          </a:xfrm>
          <a:prstGeom prst="rect">
            <a:avLst/>
          </a:prstGeom>
          <a:solidFill>
            <a:srgbClr val="D9D9D9">
              <a:alpha val="30196"/>
            </a:srgb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1" name="Rectangle 170">
            <a:extLst>
              <a:ext uri="{FF2B5EF4-FFF2-40B4-BE49-F238E27FC236}">
                <a16:creationId xmlns:a16="http://schemas.microsoft.com/office/drawing/2014/main" id="{A995F0ED-6880-4969-8750-68780E8FDC55}"/>
              </a:ext>
            </a:extLst>
          </p:cNvPr>
          <p:cNvSpPr/>
          <p:nvPr/>
        </p:nvSpPr>
        <p:spPr>
          <a:xfrm flipV="1">
            <a:off x="4758442" y="4737508"/>
            <a:ext cx="6108699" cy="53738"/>
          </a:xfrm>
          <a:prstGeom prst="rect">
            <a:avLst/>
          </a:prstGeom>
          <a:solidFill>
            <a:srgbClr val="D9D9D9">
              <a:alpha val="30196"/>
            </a:srgb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2" name="Rectangle 167">
            <a:extLst>
              <a:ext uri="{FF2B5EF4-FFF2-40B4-BE49-F238E27FC236}">
                <a16:creationId xmlns:a16="http://schemas.microsoft.com/office/drawing/2014/main" id="{C6B59FB6-DBD8-4E66-BE19-FCEF00E437BD}"/>
              </a:ext>
            </a:extLst>
          </p:cNvPr>
          <p:cNvSpPr/>
          <p:nvPr/>
        </p:nvSpPr>
        <p:spPr>
          <a:xfrm flipV="1">
            <a:off x="4960646" y="1624323"/>
            <a:ext cx="5722249" cy="53738"/>
          </a:xfrm>
          <a:prstGeom prst="rect">
            <a:avLst/>
          </a:prstGeom>
          <a:solidFill>
            <a:srgbClr val="D9D9D9">
              <a:alpha val="30196"/>
            </a:srgb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3" name="Rectangle 168">
            <a:extLst>
              <a:ext uri="{FF2B5EF4-FFF2-40B4-BE49-F238E27FC236}">
                <a16:creationId xmlns:a16="http://schemas.microsoft.com/office/drawing/2014/main" id="{CEA3A12E-B05E-4EA8-8645-D9B61BDD0E91}"/>
              </a:ext>
            </a:extLst>
          </p:cNvPr>
          <p:cNvSpPr/>
          <p:nvPr/>
        </p:nvSpPr>
        <p:spPr>
          <a:xfrm flipV="1">
            <a:off x="4962714" y="4685467"/>
            <a:ext cx="5722249" cy="53738"/>
          </a:xfrm>
          <a:prstGeom prst="rect">
            <a:avLst/>
          </a:prstGeom>
          <a:solidFill>
            <a:srgbClr val="D9D9D9">
              <a:alpha val="30196"/>
            </a:srgb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4" name="Rectangle 176">
            <a:extLst>
              <a:ext uri="{FF2B5EF4-FFF2-40B4-BE49-F238E27FC236}">
                <a16:creationId xmlns:a16="http://schemas.microsoft.com/office/drawing/2014/main" id="{89D2E175-C992-4417-9EDE-FE4FE059674B}"/>
              </a:ext>
            </a:extLst>
          </p:cNvPr>
          <p:cNvSpPr/>
          <p:nvPr/>
        </p:nvSpPr>
        <p:spPr>
          <a:xfrm flipV="1">
            <a:off x="2255831" y="1578863"/>
            <a:ext cx="1018117" cy="53738"/>
          </a:xfrm>
          <a:prstGeom prst="rect">
            <a:avLst/>
          </a:prstGeom>
          <a:solidFill>
            <a:srgbClr val="D9D9D9">
              <a:alpha val="30196"/>
            </a:srgb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5" name="Rectangle 177">
            <a:extLst>
              <a:ext uri="{FF2B5EF4-FFF2-40B4-BE49-F238E27FC236}">
                <a16:creationId xmlns:a16="http://schemas.microsoft.com/office/drawing/2014/main" id="{D58C0DD4-8A83-416F-9B1A-82D9D5C08639}"/>
              </a:ext>
            </a:extLst>
          </p:cNvPr>
          <p:cNvSpPr/>
          <p:nvPr/>
        </p:nvSpPr>
        <p:spPr>
          <a:xfrm flipV="1">
            <a:off x="2255831" y="4737508"/>
            <a:ext cx="1018117" cy="53738"/>
          </a:xfrm>
          <a:prstGeom prst="rect">
            <a:avLst/>
          </a:prstGeom>
          <a:solidFill>
            <a:srgbClr val="D9D9D9">
              <a:alpha val="30196"/>
            </a:srgb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86" name="Group 180">
            <a:extLst>
              <a:ext uri="{FF2B5EF4-FFF2-40B4-BE49-F238E27FC236}">
                <a16:creationId xmlns:a16="http://schemas.microsoft.com/office/drawing/2014/main" id="{02F30CC4-AD0C-4665-BDFB-89D0F7B30F50}"/>
              </a:ext>
            </a:extLst>
          </p:cNvPr>
          <p:cNvGrpSpPr/>
          <p:nvPr/>
        </p:nvGrpSpPr>
        <p:grpSpPr>
          <a:xfrm>
            <a:off x="2427906" y="1668619"/>
            <a:ext cx="647696" cy="336157"/>
            <a:chOff x="2348789" y="2050912"/>
            <a:chExt cx="687060" cy="356848"/>
          </a:xfrm>
          <a:solidFill>
            <a:schemeClr val="bg1">
              <a:lumMod val="65000"/>
            </a:schemeClr>
          </a:solidFill>
        </p:grpSpPr>
        <p:sp>
          <p:nvSpPr>
            <p:cNvPr id="187" name="L-Shape 178">
              <a:extLst>
                <a:ext uri="{FF2B5EF4-FFF2-40B4-BE49-F238E27FC236}">
                  <a16:creationId xmlns:a16="http://schemas.microsoft.com/office/drawing/2014/main" id="{522E36A6-2C42-4344-BF82-FAED8A6D5294}"/>
                </a:ext>
              </a:extLst>
            </p:cNvPr>
            <p:cNvSpPr/>
            <p:nvPr/>
          </p:nvSpPr>
          <p:spPr>
            <a:xfrm rot="5400000">
              <a:off x="2671466" y="2043376"/>
              <a:ext cx="356847" cy="371919"/>
            </a:xfrm>
            <a:prstGeom prst="corner">
              <a:avLst>
                <a:gd name="adj1" fmla="val 15263"/>
                <a:gd name="adj2" fmla="val 1322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8" name="L-Shape 179">
              <a:extLst>
                <a:ext uri="{FF2B5EF4-FFF2-40B4-BE49-F238E27FC236}">
                  <a16:creationId xmlns:a16="http://schemas.microsoft.com/office/drawing/2014/main" id="{5D498A63-E685-4B3B-A37E-C2679E1E83FB}"/>
                </a:ext>
              </a:extLst>
            </p:cNvPr>
            <p:cNvSpPr/>
            <p:nvPr/>
          </p:nvSpPr>
          <p:spPr>
            <a:xfrm rot="16200000" flipH="1">
              <a:off x="2356325" y="2043377"/>
              <a:ext cx="356847" cy="371919"/>
            </a:xfrm>
            <a:prstGeom prst="corner">
              <a:avLst>
                <a:gd name="adj1" fmla="val 15263"/>
                <a:gd name="adj2" fmla="val 1322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9" name="Rectangle 181">
            <a:extLst>
              <a:ext uri="{FF2B5EF4-FFF2-40B4-BE49-F238E27FC236}">
                <a16:creationId xmlns:a16="http://schemas.microsoft.com/office/drawing/2014/main" id="{5AF39325-C866-464B-9513-8D08ECBFA0F5}"/>
              </a:ext>
            </a:extLst>
          </p:cNvPr>
          <p:cNvSpPr/>
          <p:nvPr/>
        </p:nvSpPr>
        <p:spPr>
          <a:xfrm rot="5400000" flipV="1">
            <a:off x="1326585" y="3178600"/>
            <a:ext cx="2700000" cy="33937"/>
          </a:xfrm>
          <a:prstGeom prst="rect">
            <a:avLst/>
          </a:prstGeom>
          <a:solidFill>
            <a:srgbClr val="D9D9D9">
              <a:alpha val="30196"/>
            </a:srgb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6" name="Conector recto de flecha 5">
            <a:extLst>
              <a:ext uri="{FF2B5EF4-FFF2-40B4-BE49-F238E27FC236}">
                <a16:creationId xmlns:a16="http://schemas.microsoft.com/office/drawing/2014/main" id="{E5C7AF5A-7103-4439-A944-930497E3FD0E}"/>
              </a:ext>
            </a:extLst>
          </p:cNvPr>
          <p:cNvCxnSpPr>
            <a:cxnSpLocks/>
          </p:cNvCxnSpPr>
          <p:nvPr/>
        </p:nvCxnSpPr>
        <p:spPr>
          <a:xfrm>
            <a:off x="951298" y="1669280"/>
            <a:ext cx="0" cy="305213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 name="Conector recto 9">
            <a:extLst>
              <a:ext uri="{FF2B5EF4-FFF2-40B4-BE49-F238E27FC236}">
                <a16:creationId xmlns:a16="http://schemas.microsoft.com/office/drawing/2014/main" id="{D9882145-61B9-434B-90D4-5287EAA4A8C3}"/>
              </a:ext>
            </a:extLst>
          </p:cNvPr>
          <p:cNvCxnSpPr/>
          <p:nvPr/>
        </p:nvCxnSpPr>
        <p:spPr>
          <a:xfrm>
            <a:off x="845858" y="1624323"/>
            <a:ext cx="1365774" cy="0"/>
          </a:xfrm>
          <a:prstGeom prst="line">
            <a:avLst/>
          </a:prstGeom>
        </p:spPr>
        <p:style>
          <a:lnRef idx="1">
            <a:schemeClr val="dk1"/>
          </a:lnRef>
          <a:fillRef idx="0">
            <a:schemeClr val="dk1"/>
          </a:fillRef>
          <a:effectRef idx="0">
            <a:schemeClr val="dk1"/>
          </a:effectRef>
          <a:fontRef idx="minor">
            <a:schemeClr val="tx1"/>
          </a:fontRef>
        </p:style>
      </p:cxnSp>
      <p:cxnSp>
        <p:nvCxnSpPr>
          <p:cNvPr id="199" name="Conector recto 198">
            <a:extLst>
              <a:ext uri="{FF2B5EF4-FFF2-40B4-BE49-F238E27FC236}">
                <a16:creationId xmlns:a16="http://schemas.microsoft.com/office/drawing/2014/main" id="{E8D98C4B-80E1-4EB8-8E2D-04A8978F0220}"/>
              </a:ext>
            </a:extLst>
          </p:cNvPr>
          <p:cNvCxnSpPr/>
          <p:nvPr/>
        </p:nvCxnSpPr>
        <p:spPr>
          <a:xfrm>
            <a:off x="845667" y="4747810"/>
            <a:ext cx="1365774"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1" name="CuadroTexto 200">
                <a:extLst>
                  <a:ext uri="{FF2B5EF4-FFF2-40B4-BE49-F238E27FC236}">
                    <a16:creationId xmlns:a16="http://schemas.microsoft.com/office/drawing/2014/main" id="{568D22F0-5912-4746-A245-E78166CE83E9}"/>
                  </a:ext>
                </a:extLst>
              </p:cNvPr>
              <p:cNvSpPr txBox="1"/>
              <p:nvPr/>
            </p:nvSpPr>
            <p:spPr>
              <a:xfrm>
                <a:off x="858740" y="3056847"/>
                <a:ext cx="185115"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h</m:t>
                      </m:r>
                    </m:oMath>
                  </m:oMathPara>
                </a14:m>
                <a:endParaRPr lang="es-ES" dirty="0"/>
              </a:p>
            </p:txBody>
          </p:sp>
        </mc:Choice>
        <mc:Fallback>
          <p:sp>
            <p:nvSpPr>
              <p:cNvPr id="201" name="CuadroTexto 200">
                <a:extLst>
                  <a:ext uri="{FF2B5EF4-FFF2-40B4-BE49-F238E27FC236}">
                    <a16:creationId xmlns:a16="http://schemas.microsoft.com/office/drawing/2014/main" id="{568D22F0-5912-4746-A245-E78166CE83E9}"/>
                  </a:ext>
                </a:extLst>
              </p:cNvPr>
              <p:cNvSpPr txBox="1">
                <a:spLocks noRot="1" noChangeAspect="1" noMove="1" noResize="1" noEditPoints="1" noAdjustHandles="1" noChangeArrowheads="1" noChangeShapeType="1" noTextEdit="1"/>
              </p:cNvSpPr>
              <p:nvPr/>
            </p:nvSpPr>
            <p:spPr>
              <a:xfrm>
                <a:off x="858740" y="3056847"/>
                <a:ext cx="185115" cy="276999"/>
              </a:xfrm>
              <a:prstGeom prst="rect">
                <a:avLst/>
              </a:prstGeom>
              <a:blipFill>
                <a:blip r:embed="rId3"/>
                <a:stretch>
                  <a:fillRect l="-33333" r="-30000" b="-6522"/>
                </a:stretch>
              </a:blipFill>
            </p:spPr>
            <p:txBody>
              <a:bodyPr/>
              <a:lstStyle/>
              <a:p>
                <a:r>
                  <a:rPr lang="es-ES">
                    <a:noFill/>
                  </a:rPr>
                  <a:t> </a:t>
                </a:r>
              </a:p>
            </p:txBody>
          </p:sp>
        </mc:Fallback>
      </mc:AlternateContent>
      <p:cxnSp>
        <p:nvCxnSpPr>
          <p:cNvPr id="202" name="Conector recto de flecha 201">
            <a:extLst>
              <a:ext uri="{FF2B5EF4-FFF2-40B4-BE49-F238E27FC236}">
                <a16:creationId xmlns:a16="http://schemas.microsoft.com/office/drawing/2014/main" id="{41433836-978D-4DF8-83EF-33F0416635CB}"/>
              </a:ext>
            </a:extLst>
          </p:cNvPr>
          <p:cNvCxnSpPr>
            <a:cxnSpLocks/>
          </p:cNvCxnSpPr>
          <p:nvPr/>
        </p:nvCxnSpPr>
        <p:spPr>
          <a:xfrm>
            <a:off x="1385352" y="1755346"/>
            <a:ext cx="0" cy="288000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3" name="CuadroTexto 202">
                <a:extLst>
                  <a:ext uri="{FF2B5EF4-FFF2-40B4-BE49-F238E27FC236}">
                    <a16:creationId xmlns:a16="http://schemas.microsoft.com/office/drawing/2014/main" id="{F8AA4B6D-3A44-47F6-9DEC-339ACD4D118E}"/>
                  </a:ext>
                </a:extLst>
              </p:cNvPr>
              <p:cNvSpPr txBox="1"/>
              <p:nvPr/>
            </p:nvSpPr>
            <p:spPr>
              <a:xfrm>
                <a:off x="1257964" y="3038288"/>
                <a:ext cx="280974"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h</m:t>
                          </m:r>
                        </m:e>
                        <m:sub>
                          <m:r>
                            <a:rPr lang="es-ES" b="0" i="1" smtClean="0">
                              <a:latin typeface="Cambria Math" panose="02040503050406030204" pitchFamily="18" charset="0"/>
                            </a:rPr>
                            <m:t>𝑐</m:t>
                          </m:r>
                        </m:sub>
                      </m:sSub>
                    </m:oMath>
                  </m:oMathPara>
                </a14:m>
                <a:endParaRPr lang="es-ES" dirty="0"/>
              </a:p>
            </p:txBody>
          </p:sp>
        </mc:Choice>
        <mc:Fallback>
          <p:sp>
            <p:nvSpPr>
              <p:cNvPr id="203" name="CuadroTexto 202">
                <a:extLst>
                  <a:ext uri="{FF2B5EF4-FFF2-40B4-BE49-F238E27FC236}">
                    <a16:creationId xmlns:a16="http://schemas.microsoft.com/office/drawing/2014/main" id="{F8AA4B6D-3A44-47F6-9DEC-339ACD4D118E}"/>
                  </a:ext>
                </a:extLst>
              </p:cNvPr>
              <p:cNvSpPr txBox="1">
                <a:spLocks noRot="1" noChangeAspect="1" noMove="1" noResize="1" noEditPoints="1" noAdjustHandles="1" noChangeArrowheads="1" noChangeShapeType="1" noTextEdit="1"/>
              </p:cNvSpPr>
              <p:nvPr/>
            </p:nvSpPr>
            <p:spPr>
              <a:xfrm>
                <a:off x="1257964" y="3038288"/>
                <a:ext cx="280974" cy="276999"/>
              </a:xfrm>
              <a:prstGeom prst="rect">
                <a:avLst/>
              </a:prstGeom>
              <a:blipFill>
                <a:blip r:embed="rId4"/>
                <a:stretch>
                  <a:fillRect l="-21739" r="-2174" b="-10870"/>
                </a:stretch>
              </a:blipFill>
            </p:spPr>
            <p:txBody>
              <a:bodyPr/>
              <a:lstStyle/>
              <a:p>
                <a:r>
                  <a:rPr lang="es-ES">
                    <a:noFill/>
                  </a:rPr>
                  <a:t> </a:t>
                </a:r>
              </a:p>
            </p:txBody>
          </p:sp>
        </mc:Fallback>
      </mc:AlternateContent>
      <p:cxnSp>
        <p:nvCxnSpPr>
          <p:cNvPr id="204" name="Conector recto de flecha 203">
            <a:extLst>
              <a:ext uri="{FF2B5EF4-FFF2-40B4-BE49-F238E27FC236}">
                <a16:creationId xmlns:a16="http://schemas.microsoft.com/office/drawing/2014/main" id="{4BCDBEB7-7DC0-48E1-BCCE-71EDD7183DD5}"/>
              </a:ext>
            </a:extLst>
          </p:cNvPr>
          <p:cNvCxnSpPr>
            <a:cxnSpLocks/>
          </p:cNvCxnSpPr>
          <p:nvPr/>
        </p:nvCxnSpPr>
        <p:spPr>
          <a:xfrm>
            <a:off x="2342834" y="1866233"/>
            <a:ext cx="0" cy="270000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5" name="CuadroTexto 204">
                <a:extLst>
                  <a:ext uri="{FF2B5EF4-FFF2-40B4-BE49-F238E27FC236}">
                    <a16:creationId xmlns:a16="http://schemas.microsoft.com/office/drawing/2014/main" id="{BBEE8D7F-91AF-483A-944B-9FA9523CAB9C}"/>
                  </a:ext>
                </a:extLst>
              </p:cNvPr>
              <p:cNvSpPr txBox="1"/>
              <p:nvPr/>
            </p:nvSpPr>
            <p:spPr>
              <a:xfrm>
                <a:off x="2200195" y="3056847"/>
                <a:ext cx="332847"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h</m:t>
                          </m:r>
                        </m:e>
                        <m:sub>
                          <m:r>
                            <a:rPr lang="es-ES" b="0" i="1" smtClean="0">
                              <a:latin typeface="Cambria Math" panose="02040503050406030204" pitchFamily="18" charset="0"/>
                            </a:rPr>
                            <m:t>𝑤</m:t>
                          </m:r>
                        </m:sub>
                      </m:sSub>
                    </m:oMath>
                  </m:oMathPara>
                </a14:m>
                <a:endParaRPr lang="es-ES" dirty="0"/>
              </a:p>
            </p:txBody>
          </p:sp>
        </mc:Choice>
        <mc:Fallback>
          <p:sp>
            <p:nvSpPr>
              <p:cNvPr id="205" name="CuadroTexto 204">
                <a:extLst>
                  <a:ext uri="{FF2B5EF4-FFF2-40B4-BE49-F238E27FC236}">
                    <a16:creationId xmlns:a16="http://schemas.microsoft.com/office/drawing/2014/main" id="{BBEE8D7F-91AF-483A-944B-9FA9523CAB9C}"/>
                  </a:ext>
                </a:extLst>
              </p:cNvPr>
              <p:cNvSpPr txBox="1">
                <a:spLocks noRot="1" noChangeAspect="1" noMove="1" noResize="1" noEditPoints="1" noAdjustHandles="1" noChangeArrowheads="1" noChangeShapeType="1" noTextEdit="1"/>
              </p:cNvSpPr>
              <p:nvPr/>
            </p:nvSpPr>
            <p:spPr>
              <a:xfrm>
                <a:off x="2200195" y="3056847"/>
                <a:ext cx="332847" cy="276999"/>
              </a:xfrm>
              <a:prstGeom prst="rect">
                <a:avLst/>
              </a:prstGeom>
              <a:blipFill>
                <a:blip r:embed="rId5"/>
                <a:stretch>
                  <a:fillRect l="-18182" b="-10870"/>
                </a:stretch>
              </a:blipFill>
            </p:spPr>
            <p:txBody>
              <a:bodyPr/>
              <a:lstStyle/>
              <a:p>
                <a:r>
                  <a:rPr lang="es-ES">
                    <a:noFill/>
                  </a:rPr>
                  <a:t> </a:t>
                </a:r>
              </a:p>
            </p:txBody>
          </p:sp>
        </mc:Fallback>
      </mc:AlternateContent>
      <p:cxnSp>
        <p:nvCxnSpPr>
          <p:cNvPr id="206" name="Conector recto de flecha 205">
            <a:extLst>
              <a:ext uri="{FF2B5EF4-FFF2-40B4-BE49-F238E27FC236}">
                <a16:creationId xmlns:a16="http://schemas.microsoft.com/office/drawing/2014/main" id="{EE57CE37-5154-4259-BF3F-67ADEE8CF30C}"/>
              </a:ext>
            </a:extLst>
          </p:cNvPr>
          <p:cNvCxnSpPr>
            <a:cxnSpLocks/>
          </p:cNvCxnSpPr>
          <p:nvPr/>
        </p:nvCxnSpPr>
        <p:spPr>
          <a:xfrm>
            <a:off x="11411837" y="1861766"/>
            <a:ext cx="0" cy="2609477"/>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7" name="CuadroTexto 206">
                <a:extLst>
                  <a:ext uri="{FF2B5EF4-FFF2-40B4-BE49-F238E27FC236}">
                    <a16:creationId xmlns:a16="http://schemas.microsoft.com/office/drawing/2014/main" id="{E69CBAD6-0971-4465-84AE-AB14C0E54E02}"/>
                  </a:ext>
                </a:extLst>
              </p:cNvPr>
              <p:cNvSpPr txBox="1"/>
              <p:nvPr/>
            </p:nvSpPr>
            <p:spPr>
              <a:xfrm>
                <a:off x="11266509" y="3056847"/>
                <a:ext cx="306366"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h</m:t>
                          </m:r>
                        </m:e>
                        <m:sub>
                          <m:r>
                            <a:rPr lang="es-ES" b="0" i="1" smtClean="0">
                              <a:latin typeface="Cambria Math" panose="02040503050406030204" pitchFamily="18" charset="0"/>
                            </a:rPr>
                            <m:t>𝑅</m:t>
                          </m:r>
                        </m:sub>
                      </m:sSub>
                    </m:oMath>
                  </m:oMathPara>
                </a14:m>
                <a:endParaRPr lang="es-ES" dirty="0"/>
              </a:p>
            </p:txBody>
          </p:sp>
        </mc:Choice>
        <mc:Fallback>
          <p:sp>
            <p:nvSpPr>
              <p:cNvPr id="207" name="CuadroTexto 206">
                <a:extLst>
                  <a:ext uri="{FF2B5EF4-FFF2-40B4-BE49-F238E27FC236}">
                    <a16:creationId xmlns:a16="http://schemas.microsoft.com/office/drawing/2014/main" id="{E69CBAD6-0971-4465-84AE-AB14C0E54E02}"/>
                  </a:ext>
                </a:extLst>
              </p:cNvPr>
              <p:cNvSpPr txBox="1">
                <a:spLocks noRot="1" noChangeAspect="1" noMove="1" noResize="1" noEditPoints="1" noAdjustHandles="1" noChangeArrowheads="1" noChangeShapeType="1" noTextEdit="1"/>
              </p:cNvSpPr>
              <p:nvPr/>
            </p:nvSpPr>
            <p:spPr>
              <a:xfrm>
                <a:off x="11266509" y="3056847"/>
                <a:ext cx="306366" cy="276999"/>
              </a:xfrm>
              <a:prstGeom prst="rect">
                <a:avLst/>
              </a:prstGeom>
              <a:blipFill>
                <a:blip r:embed="rId6"/>
                <a:stretch>
                  <a:fillRect l="-20000" r="-6000" b="-15217"/>
                </a:stretch>
              </a:blipFill>
            </p:spPr>
            <p:txBody>
              <a:bodyPr/>
              <a:lstStyle/>
              <a:p>
                <a:r>
                  <a:rPr lang="es-ES">
                    <a:noFill/>
                  </a:rPr>
                  <a:t> </a:t>
                </a:r>
              </a:p>
            </p:txBody>
          </p:sp>
        </mc:Fallback>
      </mc:AlternateContent>
      <p:cxnSp>
        <p:nvCxnSpPr>
          <p:cNvPr id="210" name="Conector recto 209">
            <a:extLst>
              <a:ext uri="{FF2B5EF4-FFF2-40B4-BE49-F238E27FC236}">
                <a16:creationId xmlns:a16="http://schemas.microsoft.com/office/drawing/2014/main" id="{65BEC2A2-1C5C-4B0D-B11A-88176D58A55A}"/>
              </a:ext>
            </a:extLst>
          </p:cNvPr>
          <p:cNvCxnSpPr/>
          <p:nvPr/>
        </p:nvCxnSpPr>
        <p:spPr>
          <a:xfrm>
            <a:off x="10173645" y="1854077"/>
            <a:ext cx="1365774" cy="0"/>
          </a:xfrm>
          <a:prstGeom prst="line">
            <a:avLst/>
          </a:prstGeom>
        </p:spPr>
        <p:style>
          <a:lnRef idx="1">
            <a:schemeClr val="dk1"/>
          </a:lnRef>
          <a:fillRef idx="0">
            <a:schemeClr val="dk1"/>
          </a:fillRef>
          <a:effectRef idx="0">
            <a:schemeClr val="dk1"/>
          </a:effectRef>
          <a:fontRef idx="minor">
            <a:schemeClr val="tx1"/>
          </a:fontRef>
        </p:style>
      </p:cxnSp>
      <p:cxnSp>
        <p:nvCxnSpPr>
          <p:cNvPr id="211" name="Conector recto 210">
            <a:extLst>
              <a:ext uri="{FF2B5EF4-FFF2-40B4-BE49-F238E27FC236}">
                <a16:creationId xmlns:a16="http://schemas.microsoft.com/office/drawing/2014/main" id="{E925C959-565A-458D-AE29-521E605E8E14}"/>
              </a:ext>
            </a:extLst>
          </p:cNvPr>
          <p:cNvCxnSpPr/>
          <p:nvPr/>
        </p:nvCxnSpPr>
        <p:spPr>
          <a:xfrm>
            <a:off x="10207101" y="4489122"/>
            <a:ext cx="1365774" cy="0"/>
          </a:xfrm>
          <a:prstGeom prst="line">
            <a:avLst/>
          </a:prstGeom>
        </p:spPr>
        <p:style>
          <a:lnRef idx="1">
            <a:schemeClr val="dk1"/>
          </a:lnRef>
          <a:fillRef idx="0">
            <a:schemeClr val="dk1"/>
          </a:fillRef>
          <a:effectRef idx="0">
            <a:schemeClr val="dk1"/>
          </a:effectRef>
          <a:fontRef idx="minor">
            <a:schemeClr val="tx1"/>
          </a:fontRef>
        </p:style>
      </p:cxnSp>
      <p:grpSp>
        <p:nvGrpSpPr>
          <p:cNvPr id="212" name="Group 180">
            <a:extLst>
              <a:ext uri="{FF2B5EF4-FFF2-40B4-BE49-F238E27FC236}">
                <a16:creationId xmlns:a16="http://schemas.microsoft.com/office/drawing/2014/main" id="{0F7FB0AE-4D6C-4F0A-AA48-3A9AE4D843AD}"/>
              </a:ext>
            </a:extLst>
          </p:cNvPr>
          <p:cNvGrpSpPr/>
          <p:nvPr/>
        </p:nvGrpSpPr>
        <p:grpSpPr>
          <a:xfrm rot="10800000">
            <a:off x="2424821" y="4377361"/>
            <a:ext cx="647696" cy="336157"/>
            <a:chOff x="2348789" y="2050912"/>
            <a:chExt cx="687060" cy="356848"/>
          </a:xfrm>
          <a:solidFill>
            <a:schemeClr val="bg1">
              <a:lumMod val="65000"/>
            </a:schemeClr>
          </a:solidFill>
        </p:grpSpPr>
        <p:sp>
          <p:nvSpPr>
            <p:cNvPr id="213" name="L-Shape 178">
              <a:extLst>
                <a:ext uri="{FF2B5EF4-FFF2-40B4-BE49-F238E27FC236}">
                  <a16:creationId xmlns:a16="http://schemas.microsoft.com/office/drawing/2014/main" id="{00BEA1B0-F485-41D5-9FF6-C506E5ECF0D6}"/>
                </a:ext>
              </a:extLst>
            </p:cNvPr>
            <p:cNvSpPr/>
            <p:nvPr/>
          </p:nvSpPr>
          <p:spPr>
            <a:xfrm rot="5400000">
              <a:off x="2671466" y="2043376"/>
              <a:ext cx="356847" cy="371919"/>
            </a:xfrm>
            <a:prstGeom prst="corner">
              <a:avLst>
                <a:gd name="adj1" fmla="val 15263"/>
                <a:gd name="adj2" fmla="val 1322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L-Shape 179">
              <a:extLst>
                <a:ext uri="{FF2B5EF4-FFF2-40B4-BE49-F238E27FC236}">
                  <a16:creationId xmlns:a16="http://schemas.microsoft.com/office/drawing/2014/main" id="{3317BD15-4FA1-4EDC-BAB1-596853CA6E41}"/>
                </a:ext>
              </a:extLst>
            </p:cNvPr>
            <p:cNvSpPr/>
            <p:nvPr/>
          </p:nvSpPr>
          <p:spPr>
            <a:xfrm rot="16200000" flipH="1">
              <a:off x="2356325" y="2043377"/>
              <a:ext cx="356847" cy="371919"/>
            </a:xfrm>
            <a:prstGeom prst="corner">
              <a:avLst>
                <a:gd name="adj1" fmla="val 15263"/>
                <a:gd name="adj2" fmla="val 1322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216" name="Conector recto 215">
            <a:extLst>
              <a:ext uri="{FF2B5EF4-FFF2-40B4-BE49-F238E27FC236}">
                <a16:creationId xmlns:a16="http://schemas.microsoft.com/office/drawing/2014/main" id="{A3E8EBCF-9324-45D8-8FF0-28827F981D09}"/>
              </a:ext>
            </a:extLst>
          </p:cNvPr>
          <p:cNvCxnSpPr>
            <a:cxnSpLocks/>
          </p:cNvCxnSpPr>
          <p:nvPr/>
        </p:nvCxnSpPr>
        <p:spPr>
          <a:xfrm>
            <a:off x="1234352" y="1753492"/>
            <a:ext cx="1530537" cy="0"/>
          </a:xfrm>
          <a:prstGeom prst="line">
            <a:avLst/>
          </a:prstGeom>
        </p:spPr>
        <p:style>
          <a:lnRef idx="1">
            <a:schemeClr val="dk1"/>
          </a:lnRef>
          <a:fillRef idx="0">
            <a:schemeClr val="dk1"/>
          </a:fillRef>
          <a:effectRef idx="0">
            <a:schemeClr val="dk1"/>
          </a:effectRef>
          <a:fontRef idx="minor">
            <a:schemeClr val="tx1"/>
          </a:fontRef>
        </p:style>
      </p:cxnSp>
      <p:cxnSp>
        <p:nvCxnSpPr>
          <p:cNvPr id="218" name="Conector recto 217">
            <a:extLst>
              <a:ext uri="{FF2B5EF4-FFF2-40B4-BE49-F238E27FC236}">
                <a16:creationId xmlns:a16="http://schemas.microsoft.com/office/drawing/2014/main" id="{30E9C47A-8F04-48C4-A305-734D2BCDE18B}"/>
              </a:ext>
            </a:extLst>
          </p:cNvPr>
          <p:cNvCxnSpPr>
            <a:cxnSpLocks/>
          </p:cNvCxnSpPr>
          <p:nvPr/>
        </p:nvCxnSpPr>
        <p:spPr>
          <a:xfrm>
            <a:off x="1222958" y="4635346"/>
            <a:ext cx="1530537" cy="0"/>
          </a:xfrm>
          <a:prstGeom prst="line">
            <a:avLst/>
          </a:prstGeom>
        </p:spPr>
        <p:style>
          <a:lnRef idx="1">
            <a:schemeClr val="dk1"/>
          </a:lnRef>
          <a:fillRef idx="0">
            <a:schemeClr val="dk1"/>
          </a:fillRef>
          <a:effectRef idx="0">
            <a:schemeClr val="dk1"/>
          </a:effectRef>
          <a:fontRef idx="minor">
            <a:schemeClr val="tx1"/>
          </a:fontRef>
        </p:style>
      </p:cxnSp>
      <p:sp>
        <p:nvSpPr>
          <p:cNvPr id="200" name="CuadroTexto 199">
            <a:extLst>
              <a:ext uri="{FF2B5EF4-FFF2-40B4-BE49-F238E27FC236}">
                <a16:creationId xmlns:a16="http://schemas.microsoft.com/office/drawing/2014/main" id="{D9159129-739C-4B25-93D7-A54FB12ED2C4}"/>
              </a:ext>
            </a:extLst>
          </p:cNvPr>
          <p:cNvSpPr txBox="1"/>
          <p:nvPr/>
        </p:nvSpPr>
        <p:spPr>
          <a:xfrm>
            <a:off x="613307" y="5409238"/>
            <a:ext cx="4092617" cy="954107"/>
          </a:xfrm>
          <a:prstGeom prst="rect">
            <a:avLst/>
          </a:prstGeom>
          <a:noFill/>
        </p:spPr>
        <p:txBody>
          <a:bodyPr wrap="square" rtlCol="0">
            <a:spAutoFit/>
          </a:bodyPr>
          <a:lstStyle/>
          <a:p>
            <a:pPr marL="285750" indent="-285750">
              <a:buFontTx/>
              <a:buChar char="-"/>
            </a:pPr>
            <a:r>
              <a:rPr lang="es-ES" sz="1400" dirty="0">
                <a:latin typeface="+mj-lt"/>
              </a:rPr>
              <a:t>Permite el pandeo…</a:t>
            </a:r>
          </a:p>
          <a:p>
            <a:pPr marL="285750" indent="-285750">
              <a:buFontTx/>
              <a:buChar char="-"/>
            </a:pPr>
            <a:r>
              <a:rPr lang="es-ES" sz="1400" dirty="0">
                <a:latin typeface="+mj-lt"/>
              </a:rPr>
              <a:t>…sin embargo esto provoca una profunda redistribución de los esfuerzos </a:t>
            </a:r>
            <a:r>
              <a:rPr lang="es-ES" sz="1400" u="sng" dirty="0">
                <a:latin typeface="+mj-lt"/>
              </a:rPr>
              <a:t>de todos los elementos </a:t>
            </a:r>
            <a:r>
              <a:rPr lang="es-ES" sz="1400" dirty="0">
                <a:latin typeface="+mj-lt"/>
              </a:rPr>
              <a:t>(alma, rigidizadores…)</a:t>
            </a:r>
          </a:p>
        </p:txBody>
      </p:sp>
      <p:sp>
        <p:nvSpPr>
          <p:cNvPr id="2" name="Diagrama de flujo: conector 1">
            <a:extLst>
              <a:ext uri="{FF2B5EF4-FFF2-40B4-BE49-F238E27FC236}">
                <a16:creationId xmlns:a16="http://schemas.microsoft.com/office/drawing/2014/main" id="{1CAEE99A-D6FE-47C5-B236-AAEBAF974ECD}"/>
              </a:ext>
            </a:extLst>
          </p:cNvPr>
          <p:cNvSpPr/>
          <p:nvPr/>
        </p:nvSpPr>
        <p:spPr>
          <a:xfrm rot="2970868">
            <a:off x="5785960" y="3085360"/>
            <a:ext cx="1787962" cy="168675"/>
          </a:xfrm>
          <a:prstGeom prst="flowChartConnector">
            <a:avLst/>
          </a:prstGeom>
          <a:solidFill>
            <a:schemeClr val="accent6">
              <a:lumMod val="40000"/>
              <a:lumOff val="6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8" name="Diagrama de flujo: conector 207">
            <a:extLst>
              <a:ext uri="{FF2B5EF4-FFF2-40B4-BE49-F238E27FC236}">
                <a16:creationId xmlns:a16="http://schemas.microsoft.com/office/drawing/2014/main" id="{83AF557E-56B9-4D1A-80BD-13341F1812D7}"/>
              </a:ext>
            </a:extLst>
          </p:cNvPr>
          <p:cNvSpPr/>
          <p:nvPr/>
        </p:nvSpPr>
        <p:spPr>
          <a:xfrm rot="2970868">
            <a:off x="6572152" y="2663482"/>
            <a:ext cx="1067140" cy="112808"/>
          </a:xfrm>
          <a:prstGeom prst="flowChartConnector">
            <a:avLst/>
          </a:prstGeom>
          <a:solidFill>
            <a:schemeClr val="accent6">
              <a:lumMod val="40000"/>
              <a:lumOff val="6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9" name="Diagrama de flujo: conector 208">
            <a:extLst>
              <a:ext uri="{FF2B5EF4-FFF2-40B4-BE49-F238E27FC236}">
                <a16:creationId xmlns:a16="http://schemas.microsoft.com/office/drawing/2014/main" id="{1CDB0A3F-2C73-42AA-8122-C989111FCF77}"/>
              </a:ext>
            </a:extLst>
          </p:cNvPr>
          <p:cNvSpPr/>
          <p:nvPr/>
        </p:nvSpPr>
        <p:spPr>
          <a:xfrm rot="2970868">
            <a:off x="5809884" y="3750789"/>
            <a:ext cx="1067140" cy="112808"/>
          </a:xfrm>
          <a:prstGeom prst="flowChartConnector">
            <a:avLst/>
          </a:prstGeom>
          <a:solidFill>
            <a:schemeClr val="accent6">
              <a:lumMod val="40000"/>
              <a:lumOff val="6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5" name="Diagrama de flujo: conector 214">
            <a:extLst>
              <a:ext uri="{FF2B5EF4-FFF2-40B4-BE49-F238E27FC236}">
                <a16:creationId xmlns:a16="http://schemas.microsoft.com/office/drawing/2014/main" id="{4816EF5B-9897-482A-98B3-D7CE784EBF09}"/>
              </a:ext>
            </a:extLst>
          </p:cNvPr>
          <p:cNvSpPr/>
          <p:nvPr/>
        </p:nvSpPr>
        <p:spPr>
          <a:xfrm rot="2970868">
            <a:off x="7882889" y="3077987"/>
            <a:ext cx="1787962" cy="168675"/>
          </a:xfrm>
          <a:prstGeom prst="flowChartConnector">
            <a:avLst/>
          </a:prstGeom>
          <a:solidFill>
            <a:schemeClr val="accent6">
              <a:lumMod val="40000"/>
              <a:lumOff val="6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7" name="Diagrama de flujo: conector 216">
            <a:extLst>
              <a:ext uri="{FF2B5EF4-FFF2-40B4-BE49-F238E27FC236}">
                <a16:creationId xmlns:a16="http://schemas.microsoft.com/office/drawing/2014/main" id="{9669E8C2-A1F6-4664-BDCE-51036F4F89BF}"/>
              </a:ext>
            </a:extLst>
          </p:cNvPr>
          <p:cNvSpPr/>
          <p:nvPr/>
        </p:nvSpPr>
        <p:spPr>
          <a:xfrm rot="2970868">
            <a:off x="8669081" y="2656109"/>
            <a:ext cx="1067140" cy="112808"/>
          </a:xfrm>
          <a:prstGeom prst="flowChartConnector">
            <a:avLst/>
          </a:prstGeom>
          <a:solidFill>
            <a:schemeClr val="accent6">
              <a:lumMod val="40000"/>
              <a:lumOff val="6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9" name="Diagrama de flujo: conector 218">
            <a:extLst>
              <a:ext uri="{FF2B5EF4-FFF2-40B4-BE49-F238E27FC236}">
                <a16:creationId xmlns:a16="http://schemas.microsoft.com/office/drawing/2014/main" id="{1E18505C-9171-4D40-80A1-3C8AC123CA0F}"/>
              </a:ext>
            </a:extLst>
          </p:cNvPr>
          <p:cNvSpPr/>
          <p:nvPr/>
        </p:nvSpPr>
        <p:spPr>
          <a:xfrm rot="2970868">
            <a:off x="7906813" y="3743416"/>
            <a:ext cx="1067140" cy="112808"/>
          </a:xfrm>
          <a:prstGeom prst="flowChartConnector">
            <a:avLst/>
          </a:prstGeom>
          <a:solidFill>
            <a:schemeClr val="accent6">
              <a:lumMod val="40000"/>
              <a:lumOff val="6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59250E50-36C6-49E6-8FCE-F7F9F1A6DBFB}"/>
              </a:ext>
            </a:extLst>
          </p:cNvPr>
          <p:cNvSpPr txBox="1"/>
          <p:nvPr/>
        </p:nvSpPr>
        <p:spPr>
          <a:xfrm>
            <a:off x="5916207" y="2609035"/>
            <a:ext cx="2112584" cy="338554"/>
          </a:xfrm>
          <a:prstGeom prst="rect">
            <a:avLst/>
          </a:prstGeom>
          <a:noFill/>
        </p:spPr>
        <p:txBody>
          <a:bodyPr wrap="square" rtlCol="0">
            <a:spAutoFit/>
          </a:bodyPr>
          <a:lstStyle/>
          <a:p>
            <a:r>
              <a:rPr lang="es-ES" sz="1600" dirty="0">
                <a:solidFill>
                  <a:schemeClr val="tx2"/>
                </a:solidFill>
              </a:rPr>
              <a:t>*arrugas*</a:t>
            </a:r>
          </a:p>
        </p:txBody>
      </p:sp>
      <p:sp>
        <p:nvSpPr>
          <p:cNvPr id="220" name="CuadroTexto 219">
            <a:extLst>
              <a:ext uri="{FF2B5EF4-FFF2-40B4-BE49-F238E27FC236}">
                <a16:creationId xmlns:a16="http://schemas.microsoft.com/office/drawing/2014/main" id="{22927519-E773-4705-B2D9-66D2BE809E5F}"/>
              </a:ext>
            </a:extLst>
          </p:cNvPr>
          <p:cNvSpPr txBox="1"/>
          <p:nvPr/>
        </p:nvSpPr>
        <p:spPr>
          <a:xfrm>
            <a:off x="8350450" y="3045633"/>
            <a:ext cx="2112584" cy="338554"/>
          </a:xfrm>
          <a:prstGeom prst="rect">
            <a:avLst/>
          </a:prstGeom>
          <a:noFill/>
        </p:spPr>
        <p:txBody>
          <a:bodyPr wrap="square" rtlCol="0">
            <a:spAutoFit/>
          </a:bodyPr>
          <a:lstStyle/>
          <a:p>
            <a:r>
              <a:rPr lang="es-ES" sz="1600" dirty="0">
                <a:solidFill>
                  <a:schemeClr val="tx2"/>
                </a:solidFill>
              </a:rPr>
              <a:t>*arrugas*</a:t>
            </a:r>
          </a:p>
        </p:txBody>
      </p:sp>
      <mc:AlternateContent xmlns:mc="http://schemas.openxmlformats.org/markup-compatibility/2006">
        <mc:Choice xmlns:a14="http://schemas.microsoft.com/office/drawing/2010/main" Requires="a14">
          <p:sp>
            <p:nvSpPr>
              <p:cNvPr id="221" name="CuadroTexto 220">
                <a:extLst>
                  <a:ext uri="{FF2B5EF4-FFF2-40B4-BE49-F238E27FC236}">
                    <a16:creationId xmlns:a16="http://schemas.microsoft.com/office/drawing/2014/main" id="{29B5B22D-4F1A-475A-9AE9-760E65173E5A}"/>
                  </a:ext>
                </a:extLst>
              </p:cNvPr>
              <p:cNvSpPr txBox="1"/>
              <p:nvPr/>
            </p:nvSpPr>
            <p:spPr>
              <a:xfrm>
                <a:off x="4738931" y="5218261"/>
                <a:ext cx="5611766" cy="1600438"/>
              </a:xfrm>
              <a:prstGeom prst="rect">
                <a:avLst/>
              </a:prstGeom>
              <a:noFill/>
            </p:spPr>
            <p:txBody>
              <a:bodyPr wrap="square" rtlCol="0">
                <a:spAutoFit/>
              </a:bodyPr>
              <a:lstStyle/>
              <a:p>
                <a:pPr marL="285750" indent="-285750">
                  <a:buFontTx/>
                  <a:buChar char="-"/>
                </a:pPr>
                <a:r>
                  <a:rPr lang="es-ES" sz="1400" dirty="0">
                    <a:solidFill>
                      <a:srgbClr val="CC3399"/>
                    </a:solidFill>
                    <a:latin typeface="+mj-lt"/>
                  </a:rPr>
                  <a:t>Punto negativo: este modelo desestima </a:t>
                </a:r>
                <a14:m>
                  <m:oMath xmlns:m="http://schemas.openxmlformats.org/officeDocument/2006/math">
                    <m:sSub>
                      <m:sSubPr>
                        <m:ctrlPr>
                          <a:rPr lang="es-ES" sz="1400" b="0" i="1" smtClean="0">
                            <a:solidFill>
                              <a:srgbClr val="CC3399"/>
                            </a:solidFill>
                            <a:latin typeface="Cambria Math" panose="02040503050406030204" pitchFamily="18" charset="0"/>
                          </a:rPr>
                        </m:ctrlPr>
                      </m:sSubPr>
                      <m:e>
                        <m:r>
                          <a:rPr lang="es-ES" sz="1400" b="0" i="1" smtClean="0">
                            <a:solidFill>
                              <a:srgbClr val="CC3399"/>
                            </a:solidFill>
                            <a:latin typeface="Cambria Math" panose="02040503050406030204" pitchFamily="18" charset="0"/>
                          </a:rPr>
                          <m:t>𝜎</m:t>
                        </m:r>
                      </m:e>
                      <m:sub>
                        <m:r>
                          <a:rPr lang="es-ES" sz="1400" b="0" i="1" smtClean="0">
                            <a:solidFill>
                              <a:srgbClr val="CC3399"/>
                            </a:solidFill>
                            <a:latin typeface="Cambria Math" panose="02040503050406030204" pitchFamily="18" charset="0"/>
                          </a:rPr>
                          <m:t>𝑐</m:t>
                        </m:r>
                      </m:sub>
                    </m:sSub>
                    <m:r>
                      <a:rPr lang="es-ES" sz="1400" i="1">
                        <a:solidFill>
                          <a:srgbClr val="CC3399"/>
                        </a:solidFill>
                        <a:latin typeface="Cambria Math" panose="02040503050406030204" pitchFamily="18" charset="0"/>
                        <a:ea typeface="Cambria Math" panose="02040503050406030204" pitchFamily="18" charset="0"/>
                      </a:rPr>
                      <m:t>≈</m:t>
                    </m:r>
                    <m:r>
                      <a:rPr lang="es-ES" sz="1400" b="0" i="1" smtClean="0">
                        <a:solidFill>
                          <a:srgbClr val="CC3399"/>
                        </a:solidFill>
                        <a:latin typeface="Cambria Math" panose="02040503050406030204" pitchFamily="18" charset="0"/>
                        <a:ea typeface="Cambria Math" panose="02040503050406030204" pitchFamily="18" charset="0"/>
                      </a:rPr>
                      <m:t>0</m:t>
                    </m:r>
                  </m:oMath>
                </a14:m>
                <a:endParaRPr lang="es-ES" sz="1400" dirty="0">
                  <a:solidFill>
                    <a:srgbClr val="CC3399"/>
                  </a:solidFill>
                  <a:latin typeface="+mj-lt"/>
                </a:endParaRPr>
              </a:p>
              <a:p>
                <a:endParaRPr lang="es-ES" sz="1400" dirty="0">
                  <a:latin typeface="+mj-lt"/>
                </a:endParaRPr>
              </a:p>
              <a:p>
                <a:r>
                  <a:rPr lang="es-ES" sz="1400" dirty="0">
                    <a:latin typeface="+mj-lt"/>
                  </a:rPr>
                  <a:t>Se puede emplear este modelo bajo la hipótesis de chapas muy delgadas para las que el pandeo se produce a un esfuerzo muy pequeño. En caso de que los esfuerzos de compresión no puedan despreciarse -&gt; *ver siguiente modelo*</a:t>
                </a:r>
              </a:p>
              <a:p>
                <a:endParaRPr lang="es-ES" sz="1400" dirty="0">
                  <a:latin typeface="+mj-lt"/>
                </a:endParaRPr>
              </a:p>
            </p:txBody>
          </p:sp>
        </mc:Choice>
        <mc:Fallback>
          <p:sp>
            <p:nvSpPr>
              <p:cNvPr id="221" name="CuadroTexto 220">
                <a:extLst>
                  <a:ext uri="{FF2B5EF4-FFF2-40B4-BE49-F238E27FC236}">
                    <a16:creationId xmlns:a16="http://schemas.microsoft.com/office/drawing/2014/main" id="{29B5B22D-4F1A-475A-9AE9-760E65173E5A}"/>
                  </a:ext>
                </a:extLst>
              </p:cNvPr>
              <p:cNvSpPr txBox="1">
                <a:spLocks noRot="1" noChangeAspect="1" noMove="1" noResize="1" noEditPoints="1" noAdjustHandles="1" noChangeArrowheads="1" noChangeShapeType="1" noTextEdit="1"/>
              </p:cNvSpPr>
              <p:nvPr/>
            </p:nvSpPr>
            <p:spPr>
              <a:xfrm>
                <a:off x="4738931" y="5218261"/>
                <a:ext cx="5611766" cy="1600438"/>
              </a:xfrm>
              <a:prstGeom prst="rect">
                <a:avLst/>
              </a:prstGeom>
              <a:blipFill>
                <a:blip r:embed="rId7"/>
                <a:stretch>
                  <a:fillRect l="-326" t="-1141"/>
                </a:stretch>
              </a:blipFill>
            </p:spPr>
            <p:txBody>
              <a:bodyPr/>
              <a:lstStyle/>
              <a:p>
                <a:r>
                  <a:rPr lang="es-ES">
                    <a:noFill/>
                  </a:rPr>
                  <a:t> </a:t>
                </a:r>
              </a:p>
            </p:txBody>
          </p:sp>
        </mc:Fallback>
      </mc:AlternateContent>
      <p:cxnSp>
        <p:nvCxnSpPr>
          <p:cNvPr id="7" name="Conector recto de flecha 6">
            <a:extLst>
              <a:ext uri="{FF2B5EF4-FFF2-40B4-BE49-F238E27FC236}">
                <a16:creationId xmlns:a16="http://schemas.microsoft.com/office/drawing/2014/main" id="{E0F9EF50-C93C-4444-ACA1-9C688B716244}"/>
              </a:ext>
            </a:extLst>
          </p:cNvPr>
          <p:cNvCxnSpPr>
            <a:cxnSpLocks/>
          </p:cNvCxnSpPr>
          <p:nvPr/>
        </p:nvCxnSpPr>
        <p:spPr>
          <a:xfrm>
            <a:off x="6846339" y="3361074"/>
            <a:ext cx="559412" cy="664675"/>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Conector recto de flecha 221">
            <a:extLst>
              <a:ext uri="{FF2B5EF4-FFF2-40B4-BE49-F238E27FC236}">
                <a16:creationId xmlns:a16="http://schemas.microsoft.com/office/drawing/2014/main" id="{1B2143DB-3CEA-43D4-986C-9DB5305BE43A}"/>
              </a:ext>
            </a:extLst>
          </p:cNvPr>
          <p:cNvCxnSpPr>
            <a:cxnSpLocks/>
          </p:cNvCxnSpPr>
          <p:nvPr/>
        </p:nvCxnSpPr>
        <p:spPr>
          <a:xfrm>
            <a:off x="10682895" y="4843171"/>
            <a:ext cx="0" cy="84439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870A541E-1620-4FEE-B965-ABC4D1C5748C}"/>
                  </a:ext>
                </a:extLst>
              </p:cNvPr>
              <p:cNvSpPr txBox="1"/>
              <p:nvPr/>
            </p:nvSpPr>
            <p:spPr>
              <a:xfrm rot="2986406">
                <a:off x="6782261" y="3276069"/>
                <a:ext cx="596638" cy="18466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s-ES" sz="1200" b="0" i="1" smtClean="0">
                              <a:solidFill>
                                <a:srgbClr val="0000FF"/>
                              </a:solidFill>
                              <a:latin typeface="Cambria Math" panose="02040503050406030204" pitchFamily="18" charset="0"/>
                            </a:rPr>
                          </m:ctrlPr>
                        </m:sSubPr>
                        <m:e>
                          <m:acc>
                            <m:accPr>
                              <m:chr m:val="̅"/>
                              <m:ctrlPr>
                                <a:rPr lang="es-ES" sz="1200" b="0" i="1" smtClean="0">
                                  <a:solidFill>
                                    <a:srgbClr val="0000FF"/>
                                  </a:solidFill>
                                  <a:latin typeface="Cambria Math" panose="02040503050406030204" pitchFamily="18" charset="0"/>
                                </a:rPr>
                              </m:ctrlPr>
                            </m:accPr>
                            <m:e>
                              <m:r>
                                <a:rPr lang="es-ES" sz="1200" b="0" i="1" smtClean="0">
                                  <a:solidFill>
                                    <a:srgbClr val="0000FF"/>
                                  </a:solidFill>
                                  <a:latin typeface="Cambria Math" panose="02040503050406030204" pitchFamily="18" charset="0"/>
                                </a:rPr>
                                <m:t>𝑢</m:t>
                              </m:r>
                            </m:e>
                          </m:acc>
                        </m:e>
                        <m:sub>
                          <m:r>
                            <a:rPr lang="es-ES" sz="1200" b="0" i="1" smtClean="0">
                              <a:solidFill>
                                <a:srgbClr val="0000FF"/>
                              </a:solidFill>
                              <a:latin typeface="Cambria Math" panose="02040503050406030204" pitchFamily="18" charset="0"/>
                            </a:rPr>
                            <m:t>𝑡𝑟𝑎𝑐𝑐𝑖</m:t>
                          </m:r>
                          <m:r>
                            <a:rPr lang="es-ES" sz="1200" b="0" i="1" smtClean="0">
                              <a:solidFill>
                                <a:srgbClr val="0000FF"/>
                              </a:solidFill>
                              <a:latin typeface="Cambria Math" panose="02040503050406030204" pitchFamily="18" charset="0"/>
                            </a:rPr>
                            <m:t>ó</m:t>
                          </m:r>
                          <m:r>
                            <a:rPr lang="es-ES" sz="1200" b="0" i="1" smtClean="0">
                              <a:solidFill>
                                <a:srgbClr val="0000FF"/>
                              </a:solidFill>
                              <a:latin typeface="Cambria Math" panose="02040503050406030204" pitchFamily="18" charset="0"/>
                            </a:rPr>
                            <m:t>𝑛</m:t>
                          </m:r>
                        </m:sub>
                      </m:sSub>
                    </m:oMath>
                  </m:oMathPara>
                </a14:m>
                <a:endParaRPr lang="es-ES" sz="1200" dirty="0">
                  <a:solidFill>
                    <a:srgbClr val="0000FF"/>
                  </a:solidFill>
                </a:endParaRPr>
              </a:p>
            </p:txBody>
          </p:sp>
        </mc:Choice>
        <mc:Fallback>
          <p:sp>
            <p:nvSpPr>
              <p:cNvPr id="12" name="CuadroTexto 11">
                <a:extLst>
                  <a:ext uri="{FF2B5EF4-FFF2-40B4-BE49-F238E27FC236}">
                    <a16:creationId xmlns:a16="http://schemas.microsoft.com/office/drawing/2014/main" id="{870A541E-1620-4FEE-B965-ABC4D1C5748C}"/>
                  </a:ext>
                </a:extLst>
              </p:cNvPr>
              <p:cNvSpPr txBox="1">
                <a:spLocks noRot="1" noChangeAspect="1" noMove="1" noResize="1" noEditPoints="1" noAdjustHandles="1" noChangeArrowheads="1" noChangeShapeType="1" noTextEdit="1"/>
              </p:cNvSpPr>
              <p:nvPr/>
            </p:nvSpPr>
            <p:spPr>
              <a:xfrm rot="2986406">
                <a:off x="6782261" y="3276069"/>
                <a:ext cx="596638" cy="184666"/>
              </a:xfrm>
              <a:prstGeom prst="rect">
                <a:avLst/>
              </a:prstGeom>
              <a:blipFill>
                <a:blip r:embed="rId8"/>
                <a:stretch>
                  <a:fillRect l="-1149" b="-3158"/>
                </a:stretch>
              </a:blipFill>
            </p:spPr>
            <p:txBody>
              <a:bodyPr/>
              <a:lstStyle/>
              <a:p>
                <a:r>
                  <a:rPr lang="es-ES">
                    <a:noFill/>
                  </a:rPr>
                  <a:t> </a:t>
                </a:r>
              </a:p>
            </p:txBody>
          </p:sp>
        </mc:Fallback>
      </mc:AlternateContent>
      <p:sp>
        <p:nvSpPr>
          <p:cNvPr id="223" name="CuadroTexto 222">
            <a:extLst>
              <a:ext uri="{FF2B5EF4-FFF2-40B4-BE49-F238E27FC236}">
                <a16:creationId xmlns:a16="http://schemas.microsoft.com/office/drawing/2014/main" id="{420BBFAC-10F9-41E9-880F-3C49899B4A75}"/>
              </a:ext>
            </a:extLst>
          </p:cNvPr>
          <p:cNvSpPr txBox="1"/>
          <p:nvPr/>
        </p:nvSpPr>
        <p:spPr>
          <a:xfrm>
            <a:off x="10752384" y="5318233"/>
            <a:ext cx="275207" cy="369332"/>
          </a:xfrm>
          <a:prstGeom prst="rect">
            <a:avLst/>
          </a:prstGeom>
          <a:noFill/>
        </p:spPr>
        <p:txBody>
          <a:bodyPr wrap="square" rtlCol="0">
            <a:spAutoFit/>
          </a:bodyPr>
          <a:lstStyle/>
          <a:p>
            <a:r>
              <a:rPr lang="es-ES" dirty="0">
                <a:solidFill>
                  <a:srgbClr val="0000FF"/>
                </a:solidFill>
              </a:rPr>
              <a:t>F</a:t>
            </a:r>
          </a:p>
        </p:txBody>
      </p:sp>
    </p:spTree>
    <p:extLst>
      <p:ext uri="{BB962C8B-B14F-4D97-AF65-F5344CB8AC3E}">
        <p14:creationId xmlns:p14="http://schemas.microsoft.com/office/powerpoint/2010/main" val="2959722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193A3DF0-C18E-49E5-B9BF-835A1C82A9CF}"/>
              </a:ext>
            </a:extLst>
          </p:cNvPr>
          <p:cNvSpPr/>
          <p:nvPr/>
        </p:nvSpPr>
        <p:spPr>
          <a:xfrm>
            <a:off x="5293948" y="5717513"/>
            <a:ext cx="6108699" cy="818758"/>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3" name="Título 12">
            <a:extLst>
              <a:ext uri="{FF2B5EF4-FFF2-40B4-BE49-F238E27FC236}">
                <a16:creationId xmlns:a16="http://schemas.microsoft.com/office/drawing/2014/main" id="{52B14AA2-AEEA-4690-80DB-3A4431DA95D2}"/>
              </a:ext>
            </a:extLst>
          </p:cNvPr>
          <p:cNvSpPr>
            <a:spLocks noGrp="1"/>
          </p:cNvSpPr>
          <p:nvPr>
            <p:ph type="title" idx="4294967295"/>
          </p:nvPr>
        </p:nvSpPr>
        <p:spPr>
          <a:xfrm>
            <a:off x="492737" y="83461"/>
            <a:ext cx="10515600" cy="1325563"/>
          </a:xfrm>
        </p:spPr>
        <p:txBody>
          <a:bodyPr>
            <a:normAutofit/>
          </a:bodyPr>
          <a:lstStyle/>
          <a:p>
            <a:r>
              <a:rPr lang="es-ES" sz="2800" dirty="0"/>
              <a:t>MODELO 3: Vigas en </a:t>
            </a:r>
            <a:r>
              <a:rPr lang="es-ES" sz="2800" u="sng" dirty="0"/>
              <a:t>tensión diagonal incompleta (TDI)</a:t>
            </a:r>
          </a:p>
        </p:txBody>
      </p:sp>
      <p:sp>
        <p:nvSpPr>
          <p:cNvPr id="4" name="AutoShape 2" descr="Diagonal Tension - an overview | ScienceDirect Topics">
            <a:extLst>
              <a:ext uri="{FF2B5EF4-FFF2-40B4-BE49-F238E27FC236}">
                <a16:creationId xmlns:a16="http://schemas.microsoft.com/office/drawing/2014/main" id="{69610E40-3148-489C-BE34-6AACB2CFCD4A}"/>
              </a:ext>
            </a:extLst>
          </p:cNvPr>
          <p:cNvSpPr>
            <a:spLocks noChangeAspect="1" noChangeArrowheads="1"/>
          </p:cNvSpPr>
          <p:nvPr/>
        </p:nvSpPr>
        <p:spPr bwMode="auto">
          <a:xfrm>
            <a:off x="6494376" y="2990747"/>
            <a:ext cx="287335" cy="28712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16" name="Rectangle 5">
            <a:extLst>
              <a:ext uri="{FF2B5EF4-FFF2-40B4-BE49-F238E27FC236}">
                <a16:creationId xmlns:a16="http://schemas.microsoft.com/office/drawing/2014/main" id="{B24CAB08-9E02-4497-A5F3-5D2A6F9272D4}"/>
              </a:ext>
            </a:extLst>
          </p:cNvPr>
          <p:cNvSpPr/>
          <p:nvPr/>
        </p:nvSpPr>
        <p:spPr>
          <a:xfrm>
            <a:off x="4962714" y="1680021"/>
            <a:ext cx="5722249" cy="2999830"/>
          </a:xfrm>
          <a:prstGeom prst="rect">
            <a:avLst/>
          </a:prstGeom>
          <a:solidFill>
            <a:srgbClr val="D9D9D9">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6">
            <a:extLst>
              <a:ext uri="{FF2B5EF4-FFF2-40B4-BE49-F238E27FC236}">
                <a16:creationId xmlns:a16="http://schemas.microsoft.com/office/drawing/2014/main" id="{64B3FB4B-7424-4F94-A51E-E17FE645EB45}"/>
              </a:ext>
            </a:extLst>
          </p:cNvPr>
          <p:cNvSpPr/>
          <p:nvPr/>
        </p:nvSpPr>
        <p:spPr>
          <a:xfrm>
            <a:off x="4962714" y="1680021"/>
            <a:ext cx="5722249" cy="363490"/>
          </a:xfrm>
          <a:prstGeom prst="rect">
            <a:avLst/>
          </a:prstGeom>
          <a:solidFill>
            <a:srgbClr val="D9D9D9">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Rectangle 7">
            <a:extLst>
              <a:ext uri="{FF2B5EF4-FFF2-40B4-BE49-F238E27FC236}">
                <a16:creationId xmlns:a16="http://schemas.microsoft.com/office/drawing/2014/main" id="{FDFCB27B-E687-4132-AE65-6E0F1C1295D4}"/>
              </a:ext>
            </a:extLst>
          </p:cNvPr>
          <p:cNvSpPr/>
          <p:nvPr/>
        </p:nvSpPr>
        <p:spPr>
          <a:xfrm>
            <a:off x="4962714" y="4262636"/>
            <a:ext cx="5722249" cy="417215"/>
          </a:xfrm>
          <a:prstGeom prst="rect">
            <a:avLst/>
          </a:prstGeom>
          <a:solidFill>
            <a:srgbClr val="D9D9D9">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1" name="Group 8">
            <a:extLst>
              <a:ext uri="{FF2B5EF4-FFF2-40B4-BE49-F238E27FC236}">
                <a16:creationId xmlns:a16="http://schemas.microsoft.com/office/drawing/2014/main" id="{410FAE03-7F72-4AAF-A7BF-D78822246EC3}"/>
              </a:ext>
            </a:extLst>
          </p:cNvPr>
          <p:cNvGrpSpPr/>
          <p:nvPr/>
        </p:nvGrpSpPr>
        <p:grpSpPr>
          <a:xfrm>
            <a:off x="5147152" y="1744614"/>
            <a:ext cx="5440973" cy="236081"/>
            <a:chOff x="4485545" y="2119482"/>
            <a:chExt cx="5771688" cy="250612"/>
          </a:xfrm>
          <a:solidFill>
            <a:schemeClr val="bg1">
              <a:lumMod val="65000"/>
            </a:schemeClr>
          </a:solidFill>
        </p:grpSpPr>
        <p:grpSp>
          <p:nvGrpSpPr>
            <p:cNvPr id="22" name="Group 9">
              <a:extLst>
                <a:ext uri="{FF2B5EF4-FFF2-40B4-BE49-F238E27FC236}">
                  <a16:creationId xmlns:a16="http://schemas.microsoft.com/office/drawing/2014/main" id="{7DD08BB4-61C1-49B9-BF36-130F9C899CD8}"/>
                </a:ext>
              </a:extLst>
            </p:cNvPr>
            <p:cNvGrpSpPr/>
            <p:nvPr/>
          </p:nvGrpSpPr>
          <p:grpSpPr>
            <a:xfrm>
              <a:off x="4485545" y="2121762"/>
              <a:ext cx="675397" cy="248332"/>
              <a:chOff x="4485545" y="2121762"/>
              <a:chExt cx="675397" cy="248332"/>
            </a:xfrm>
            <a:grpFill/>
          </p:grpSpPr>
          <p:grpSp>
            <p:nvGrpSpPr>
              <p:cNvPr id="89" name="Group 79">
                <a:extLst>
                  <a:ext uri="{FF2B5EF4-FFF2-40B4-BE49-F238E27FC236}">
                    <a16:creationId xmlns:a16="http://schemas.microsoft.com/office/drawing/2014/main" id="{7EA4BD6F-F905-46B6-8096-09E38AF4442A}"/>
                  </a:ext>
                </a:extLst>
              </p:cNvPr>
              <p:cNvGrpSpPr/>
              <p:nvPr/>
            </p:nvGrpSpPr>
            <p:grpSpPr>
              <a:xfrm>
                <a:off x="4485545" y="2121762"/>
                <a:ext cx="267497" cy="248332"/>
                <a:chOff x="4510310" y="2121762"/>
                <a:chExt cx="267497" cy="248332"/>
              </a:xfrm>
              <a:grpFill/>
            </p:grpSpPr>
            <p:sp>
              <p:nvSpPr>
                <p:cNvPr id="95" name="Oval 85">
                  <a:extLst>
                    <a:ext uri="{FF2B5EF4-FFF2-40B4-BE49-F238E27FC236}">
                      <a16:creationId xmlns:a16="http://schemas.microsoft.com/office/drawing/2014/main" id="{23C0D5A6-D8DC-43F6-8C3E-3940E7FFC439}"/>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Oval 86">
                  <a:extLst>
                    <a:ext uri="{FF2B5EF4-FFF2-40B4-BE49-F238E27FC236}">
                      <a16:creationId xmlns:a16="http://schemas.microsoft.com/office/drawing/2014/main" id="{168592BA-58C8-44F3-8EFF-7352D6C93327}"/>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Oval 87">
                  <a:extLst>
                    <a:ext uri="{FF2B5EF4-FFF2-40B4-BE49-F238E27FC236}">
                      <a16:creationId xmlns:a16="http://schemas.microsoft.com/office/drawing/2014/main" id="{6520106A-0C0D-4D6E-8BE5-8B815A42B76F}"/>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88">
                  <a:extLst>
                    <a:ext uri="{FF2B5EF4-FFF2-40B4-BE49-F238E27FC236}">
                      <a16:creationId xmlns:a16="http://schemas.microsoft.com/office/drawing/2014/main" id="{B16C5686-2AB5-44ED-9322-1965A4DDA9B1}"/>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0" name="Group 80">
                <a:extLst>
                  <a:ext uri="{FF2B5EF4-FFF2-40B4-BE49-F238E27FC236}">
                    <a16:creationId xmlns:a16="http://schemas.microsoft.com/office/drawing/2014/main" id="{8ECAE41E-FC5C-4C9B-BA11-23DC3F506054}"/>
                  </a:ext>
                </a:extLst>
              </p:cNvPr>
              <p:cNvGrpSpPr/>
              <p:nvPr/>
            </p:nvGrpSpPr>
            <p:grpSpPr>
              <a:xfrm>
                <a:off x="4893445" y="2121762"/>
                <a:ext cx="267497" cy="248332"/>
                <a:chOff x="4510310" y="2121762"/>
                <a:chExt cx="267497" cy="248332"/>
              </a:xfrm>
              <a:grpFill/>
            </p:grpSpPr>
            <p:sp>
              <p:nvSpPr>
                <p:cNvPr id="91" name="Oval 81">
                  <a:extLst>
                    <a:ext uri="{FF2B5EF4-FFF2-40B4-BE49-F238E27FC236}">
                      <a16:creationId xmlns:a16="http://schemas.microsoft.com/office/drawing/2014/main" id="{D3699F06-FF74-4D58-9C63-664C1D488939}"/>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82">
                  <a:extLst>
                    <a:ext uri="{FF2B5EF4-FFF2-40B4-BE49-F238E27FC236}">
                      <a16:creationId xmlns:a16="http://schemas.microsoft.com/office/drawing/2014/main" id="{A5186158-488E-466A-A396-A5671ED227BF}"/>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Oval 83">
                  <a:extLst>
                    <a:ext uri="{FF2B5EF4-FFF2-40B4-BE49-F238E27FC236}">
                      <a16:creationId xmlns:a16="http://schemas.microsoft.com/office/drawing/2014/main" id="{44E207F1-E7B8-432D-A291-A337D1E1C243}"/>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Oval 84">
                  <a:extLst>
                    <a:ext uri="{FF2B5EF4-FFF2-40B4-BE49-F238E27FC236}">
                      <a16:creationId xmlns:a16="http://schemas.microsoft.com/office/drawing/2014/main" id="{C7537591-0436-46B9-9F5D-B8A1684BB4D7}"/>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3" name="Group 10">
              <a:extLst>
                <a:ext uri="{FF2B5EF4-FFF2-40B4-BE49-F238E27FC236}">
                  <a16:creationId xmlns:a16="http://schemas.microsoft.com/office/drawing/2014/main" id="{995BE1CF-1E22-4762-B9F8-8A609E58A86C}"/>
                </a:ext>
              </a:extLst>
            </p:cNvPr>
            <p:cNvGrpSpPr/>
            <p:nvPr/>
          </p:nvGrpSpPr>
          <p:grpSpPr>
            <a:xfrm>
              <a:off x="5301345" y="2121762"/>
              <a:ext cx="675397" cy="248332"/>
              <a:chOff x="4485545" y="2121762"/>
              <a:chExt cx="675397" cy="248332"/>
            </a:xfrm>
            <a:grpFill/>
          </p:grpSpPr>
          <p:grpSp>
            <p:nvGrpSpPr>
              <p:cNvPr id="79" name="Group 69">
                <a:extLst>
                  <a:ext uri="{FF2B5EF4-FFF2-40B4-BE49-F238E27FC236}">
                    <a16:creationId xmlns:a16="http://schemas.microsoft.com/office/drawing/2014/main" id="{482E2798-1BAA-4D73-9B7D-4754673C52B2}"/>
                  </a:ext>
                </a:extLst>
              </p:cNvPr>
              <p:cNvGrpSpPr/>
              <p:nvPr/>
            </p:nvGrpSpPr>
            <p:grpSpPr>
              <a:xfrm>
                <a:off x="4485545" y="2121762"/>
                <a:ext cx="267497" cy="248332"/>
                <a:chOff x="4510310" y="2121762"/>
                <a:chExt cx="267497" cy="248332"/>
              </a:xfrm>
              <a:grpFill/>
            </p:grpSpPr>
            <p:sp>
              <p:nvSpPr>
                <p:cNvPr id="85" name="Oval 75">
                  <a:extLst>
                    <a:ext uri="{FF2B5EF4-FFF2-40B4-BE49-F238E27FC236}">
                      <a16:creationId xmlns:a16="http://schemas.microsoft.com/office/drawing/2014/main" id="{24E09870-E0F0-4367-93EA-34421469A127}"/>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76">
                  <a:extLst>
                    <a:ext uri="{FF2B5EF4-FFF2-40B4-BE49-F238E27FC236}">
                      <a16:creationId xmlns:a16="http://schemas.microsoft.com/office/drawing/2014/main" id="{3C2C0EAF-1488-45E4-B103-A56792D5D5F2}"/>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Oval 77">
                  <a:extLst>
                    <a:ext uri="{FF2B5EF4-FFF2-40B4-BE49-F238E27FC236}">
                      <a16:creationId xmlns:a16="http://schemas.microsoft.com/office/drawing/2014/main" id="{20C377FE-5572-4B66-8AE8-05585DBD8FF2}"/>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78">
                  <a:extLst>
                    <a:ext uri="{FF2B5EF4-FFF2-40B4-BE49-F238E27FC236}">
                      <a16:creationId xmlns:a16="http://schemas.microsoft.com/office/drawing/2014/main" id="{1DC435A3-175A-423F-B6D0-C6B44129C480}"/>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80" name="Group 70">
                <a:extLst>
                  <a:ext uri="{FF2B5EF4-FFF2-40B4-BE49-F238E27FC236}">
                    <a16:creationId xmlns:a16="http://schemas.microsoft.com/office/drawing/2014/main" id="{1D270B9B-F6FF-4CED-934E-F9848F3D9F9A}"/>
                  </a:ext>
                </a:extLst>
              </p:cNvPr>
              <p:cNvGrpSpPr/>
              <p:nvPr/>
            </p:nvGrpSpPr>
            <p:grpSpPr>
              <a:xfrm>
                <a:off x="4893445" y="2121762"/>
                <a:ext cx="267497" cy="248332"/>
                <a:chOff x="4510310" y="2121762"/>
                <a:chExt cx="267497" cy="248332"/>
              </a:xfrm>
              <a:grpFill/>
            </p:grpSpPr>
            <p:sp>
              <p:nvSpPr>
                <p:cNvPr id="81" name="Oval 71">
                  <a:extLst>
                    <a:ext uri="{FF2B5EF4-FFF2-40B4-BE49-F238E27FC236}">
                      <a16:creationId xmlns:a16="http://schemas.microsoft.com/office/drawing/2014/main" id="{AEF818AB-F1A9-4F33-90CC-602630692FD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Oval 72">
                  <a:extLst>
                    <a:ext uri="{FF2B5EF4-FFF2-40B4-BE49-F238E27FC236}">
                      <a16:creationId xmlns:a16="http://schemas.microsoft.com/office/drawing/2014/main" id="{37111132-1BCC-4341-8AFA-1A59D6D32B20}"/>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73">
                  <a:extLst>
                    <a:ext uri="{FF2B5EF4-FFF2-40B4-BE49-F238E27FC236}">
                      <a16:creationId xmlns:a16="http://schemas.microsoft.com/office/drawing/2014/main" id="{A31F3991-850D-4B9C-838C-C719552C18F4}"/>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74">
                  <a:extLst>
                    <a:ext uri="{FF2B5EF4-FFF2-40B4-BE49-F238E27FC236}">
                      <a16:creationId xmlns:a16="http://schemas.microsoft.com/office/drawing/2014/main" id="{E1EE7EF6-DF0F-49FE-A7C1-6F18C3CC0CD2}"/>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4" name="Group 14">
              <a:extLst>
                <a:ext uri="{FF2B5EF4-FFF2-40B4-BE49-F238E27FC236}">
                  <a16:creationId xmlns:a16="http://schemas.microsoft.com/office/drawing/2014/main" id="{0F172631-3D20-4B5F-8C70-273560B2BA9A}"/>
                </a:ext>
              </a:extLst>
            </p:cNvPr>
            <p:cNvGrpSpPr/>
            <p:nvPr/>
          </p:nvGrpSpPr>
          <p:grpSpPr>
            <a:xfrm>
              <a:off x="6117145" y="2121762"/>
              <a:ext cx="1491197" cy="248332"/>
              <a:chOff x="4485545" y="2121762"/>
              <a:chExt cx="1491197" cy="248332"/>
            </a:xfrm>
            <a:grpFill/>
          </p:grpSpPr>
          <p:grpSp>
            <p:nvGrpSpPr>
              <p:cNvPr id="57" name="Group 47">
                <a:extLst>
                  <a:ext uri="{FF2B5EF4-FFF2-40B4-BE49-F238E27FC236}">
                    <a16:creationId xmlns:a16="http://schemas.microsoft.com/office/drawing/2014/main" id="{BC12F23C-BDD4-4D20-96B8-F785FBEF61CF}"/>
                  </a:ext>
                </a:extLst>
              </p:cNvPr>
              <p:cNvGrpSpPr/>
              <p:nvPr/>
            </p:nvGrpSpPr>
            <p:grpSpPr>
              <a:xfrm>
                <a:off x="4485545" y="2121762"/>
                <a:ext cx="675397" cy="248332"/>
                <a:chOff x="4485545" y="2121762"/>
                <a:chExt cx="675397" cy="248332"/>
              </a:xfrm>
              <a:grpFill/>
            </p:grpSpPr>
            <p:grpSp>
              <p:nvGrpSpPr>
                <p:cNvPr id="69" name="Group 59">
                  <a:extLst>
                    <a:ext uri="{FF2B5EF4-FFF2-40B4-BE49-F238E27FC236}">
                      <a16:creationId xmlns:a16="http://schemas.microsoft.com/office/drawing/2014/main" id="{E91DCBF9-FF75-45F8-8656-C93F8138BFDA}"/>
                    </a:ext>
                  </a:extLst>
                </p:cNvPr>
                <p:cNvGrpSpPr/>
                <p:nvPr/>
              </p:nvGrpSpPr>
              <p:grpSpPr>
                <a:xfrm>
                  <a:off x="4485545" y="2121762"/>
                  <a:ext cx="267497" cy="248332"/>
                  <a:chOff x="4510310" y="2121762"/>
                  <a:chExt cx="267497" cy="248332"/>
                </a:xfrm>
                <a:grpFill/>
              </p:grpSpPr>
              <p:sp>
                <p:nvSpPr>
                  <p:cNvPr id="75" name="Oval 65">
                    <a:extLst>
                      <a:ext uri="{FF2B5EF4-FFF2-40B4-BE49-F238E27FC236}">
                        <a16:creationId xmlns:a16="http://schemas.microsoft.com/office/drawing/2014/main" id="{B7F7CC7E-5905-4C74-85C2-2DF68D0FD29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Oval 66">
                    <a:extLst>
                      <a:ext uri="{FF2B5EF4-FFF2-40B4-BE49-F238E27FC236}">
                        <a16:creationId xmlns:a16="http://schemas.microsoft.com/office/drawing/2014/main" id="{12C56DFE-9B6C-4960-BD91-B5B80E7E3E99}"/>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Oval 67">
                    <a:extLst>
                      <a:ext uri="{FF2B5EF4-FFF2-40B4-BE49-F238E27FC236}">
                        <a16:creationId xmlns:a16="http://schemas.microsoft.com/office/drawing/2014/main" id="{776621C6-513C-4455-A8BD-BD71F2A75B09}"/>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Oval 68">
                    <a:extLst>
                      <a:ext uri="{FF2B5EF4-FFF2-40B4-BE49-F238E27FC236}">
                        <a16:creationId xmlns:a16="http://schemas.microsoft.com/office/drawing/2014/main" id="{6051FC26-E99F-44DD-A5EE-BD203B774A3F}"/>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 name="Group 60">
                  <a:extLst>
                    <a:ext uri="{FF2B5EF4-FFF2-40B4-BE49-F238E27FC236}">
                      <a16:creationId xmlns:a16="http://schemas.microsoft.com/office/drawing/2014/main" id="{604D13E7-CE93-454F-B75C-700194EB4F8E}"/>
                    </a:ext>
                  </a:extLst>
                </p:cNvPr>
                <p:cNvGrpSpPr/>
                <p:nvPr/>
              </p:nvGrpSpPr>
              <p:grpSpPr>
                <a:xfrm>
                  <a:off x="4893445" y="2121762"/>
                  <a:ext cx="267497" cy="248332"/>
                  <a:chOff x="4510310" y="2121762"/>
                  <a:chExt cx="267497" cy="248332"/>
                </a:xfrm>
                <a:grpFill/>
              </p:grpSpPr>
              <p:sp>
                <p:nvSpPr>
                  <p:cNvPr id="71" name="Oval 61">
                    <a:extLst>
                      <a:ext uri="{FF2B5EF4-FFF2-40B4-BE49-F238E27FC236}">
                        <a16:creationId xmlns:a16="http://schemas.microsoft.com/office/drawing/2014/main" id="{67AF84AF-39B1-4117-9480-B9124BA637B4}"/>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Oval 62">
                    <a:extLst>
                      <a:ext uri="{FF2B5EF4-FFF2-40B4-BE49-F238E27FC236}">
                        <a16:creationId xmlns:a16="http://schemas.microsoft.com/office/drawing/2014/main" id="{8E8A4E93-08C4-4001-9E81-7291106A7443}"/>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Oval 63">
                    <a:extLst>
                      <a:ext uri="{FF2B5EF4-FFF2-40B4-BE49-F238E27FC236}">
                        <a16:creationId xmlns:a16="http://schemas.microsoft.com/office/drawing/2014/main" id="{F2C96868-3322-40B2-93CF-938808DD4374}"/>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Oval 64">
                    <a:extLst>
                      <a:ext uri="{FF2B5EF4-FFF2-40B4-BE49-F238E27FC236}">
                        <a16:creationId xmlns:a16="http://schemas.microsoft.com/office/drawing/2014/main" id="{20605897-47EE-407D-AE98-C00DA8DFDD8E}"/>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8" name="Group 48">
                <a:extLst>
                  <a:ext uri="{FF2B5EF4-FFF2-40B4-BE49-F238E27FC236}">
                    <a16:creationId xmlns:a16="http://schemas.microsoft.com/office/drawing/2014/main" id="{C6A61DC1-E56B-45EE-941E-813296E96D87}"/>
                  </a:ext>
                </a:extLst>
              </p:cNvPr>
              <p:cNvGrpSpPr/>
              <p:nvPr/>
            </p:nvGrpSpPr>
            <p:grpSpPr>
              <a:xfrm>
                <a:off x="5301345" y="2121762"/>
                <a:ext cx="675397" cy="248332"/>
                <a:chOff x="4485545" y="2121762"/>
                <a:chExt cx="675397" cy="248332"/>
              </a:xfrm>
              <a:grpFill/>
            </p:grpSpPr>
            <p:grpSp>
              <p:nvGrpSpPr>
                <p:cNvPr id="59" name="Group 49">
                  <a:extLst>
                    <a:ext uri="{FF2B5EF4-FFF2-40B4-BE49-F238E27FC236}">
                      <a16:creationId xmlns:a16="http://schemas.microsoft.com/office/drawing/2014/main" id="{5738F1EC-C861-4F5D-854A-C7140FE4B952}"/>
                    </a:ext>
                  </a:extLst>
                </p:cNvPr>
                <p:cNvGrpSpPr/>
                <p:nvPr/>
              </p:nvGrpSpPr>
              <p:grpSpPr>
                <a:xfrm>
                  <a:off x="4485545" y="2121762"/>
                  <a:ext cx="267497" cy="248332"/>
                  <a:chOff x="4510310" y="2121762"/>
                  <a:chExt cx="267497" cy="248332"/>
                </a:xfrm>
                <a:grpFill/>
              </p:grpSpPr>
              <p:sp>
                <p:nvSpPr>
                  <p:cNvPr id="65" name="Oval 55">
                    <a:extLst>
                      <a:ext uri="{FF2B5EF4-FFF2-40B4-BE49-F238E27FC236}">
                        <a16:creationId xmlns:a16="http://schemas.microsoft.com/office/drawing/2014/main" id="{FB53F462-E3E3-4EC4-8CAA-9CCEA77A5D00}"/>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Oval 56">
                    <a:extLst>
                      <a:ext uri="{FF2B5EF4-FFF2-40B4-BE49-F238E27FC236}">
                        <a16:creationId xmlns:a16="http://schemas.microsoft.com/office/drawing/2014/main" id="{F9071763-CA14-462A-BBCA-8D20BF0E9D5F}"/>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Oval 57">
                    <a:extLst>
                      <a:ext uri="{FF2B5EF4-FFF2-40B4-BE49-F238E27FC236}">
                        <a16:creationId xmlns:a16="http://schemas.microsoft.com/office/drawing/2014/main" id="{C710DE1B-B0BF-4F9D-BA24-08F4EAF34104}"/>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Oval 58">
                    <a:extLst>
                      <a:ext uri="{FF2B5EF4-FFF2-40B4-BE49-F238E27FC236}">
                        <a16:creationId xmlns:a16="http://schemas.microsoft.com/office/drawing/2014/main" id="{8C7FD914-F7C8-4B3C-9D68-580263B9BC7E}"/>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0" name="Group 50">
                  <a:extLst>
                    <a:ext uri="{FF2B5EF4-FFF2-40B4-BE49-F238E27FC236}">
                      <a16:creationId xmlns:a16="http://schemas.microsoft.com/office/drawing/2014/main" id="{B5982308-2902-4103-9D02-04A36A337AA2}"/>
                    </a:ext>
                  </a:extLst>
                </p:cNvPr>
                <p:cNvGrpSpPr/>
                <p:nvPr/>
              </p:nvGrpSpPr>
              <p:grpSpPr>
                <a:xfrm>
                  <a:off x="4893445" y="2121762"/>
                  <a:ext cx="267497" cy="248332"/>
                  <a:chOff x="4510310" y="2121762"/>
                  <a:chExt cx="267497" cy="248332"/>
                </a:xfrm>
                <a:grpFill/>
              </p:grpSpPr>
              <p:sp>
                <p:nvSpPr>
                  <p:cNvPr id="61" name="Oval 51">
                    <a:extLst>
                      <a:ext uri="{FF2B5EF4-FFF2-40B4-BE49-F238E27FC236}">
                        <a16:creationId xmlns:a16="http://schemas.microsoft.com/office/drawing/2014/main" id="{A477C10E-BA8E-4246-B0FF-A3023AB8531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Oval 52">
                    <a:extLst>
                      <a:ext uri="{FF2B5EF4-FFF2-40B4-BE49-F238E27FC236}">
                        <a16:creationId xmlns:a16="http://schemas.microsoft.com/office/drawing/2014/main" id="{56F3E693-3702-40EB-8C6F-EFC6ED91369F}"/>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Oval 53">
                    <a:extLst>
                      <a:ext uri="{FF2B5EF4-FFF2-40B4-BE49-F238E27FC236}">
                        <a16:creationId xmlns:a16="http://schemas.microsoft.com/office/drawing/2014/main" id="{1A36107E-46A6-4343-8A2A-B0976C2ECC39}"/>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Oval 54">
                    <a:extLst>
                      <a:ext uri="{FF2B5EF4-FFF2-40B4-BE49-F238E27FC236}">
                        <a16:creationId xmlns:a16="http://schemas.microsoft.com/office/drawing/2014/main" id="{B9F51EDB-474A-485A-A6C9-FB9EB4650F8D}"/>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grpSp>
          <p:nvGrpSpPr>
            <p:cNvPr id="25" name="Group 15">
              <a:extLst>
                <a:ext uri="{FF2B5EF4-FFF2-40B4-BE49-F238E27FC236}">
                  <a16:creationId xmlns:a16="http://schemas.microsoft.com/office/drawing/2014/main" id="{81D05970-D294-4C64-8588-6D1107686A34}"/>
                </a:ext>
              </a:extLst>
            </p:cNvPr>
            <p:cNvGrpSpPr/>
            <p:nvPr/>
          </p:nvGrpSpPr>
          <p:grpSpPr>
            <a:xfrm>
              <a:off x="7746286" y="2119482"/>
              <a:ext cx="675397" cy="248332"/>
              <a:chOff x="4485545" y="2121762"/>
              <a:chExt cx="675397" cy="248332"/>
            </a:xfrm>
            <a:grpFill/>
          </p:grpSpPr>
          <p:grpSp>
            <p:nvGrpSpPr>
              <p:cNvPr id="47" name="Group 37">
                <a:extLst>
                  <a:ext uri="{FF2B5EF4-FFF2-40B4-BE49-F238E27FC236}">
                    <a16:creationId xmlns:a16="http://schemas.microsoft.com/office/drawing/2014/main" id="{58F42F70-0D99-4FC9-8BBB-FE1E613B4828}"/>
                  </a:ext>
                </a:extLst>
              </p:cNvPr>
              <p:cNvGrpSpPr/>
              <p:nvPr/>
            </p:nvGrpSpPr>
            <p:grpSpPr>
              <a:xfrm>
                <a:off x="4485545" y="2121762"/>
                <a:ext cx="267497" cy="248332"/>
                <a:chOff x="4510310" y="2121762"/>
                <a:chExt cx="267497" cy="248332"/>
              </a:xfrm>
              <a:grpFill/>
            </p:grpSpPr>
            <p:sp>
              <p:nvSpPr>
                <p:cNvPr id="53" name="Oval 43">
                  <a:extLst>
                    <a:ext uri="{FF2B5EF4-FFF2-40B4-BE49-F238E27FC236}">
                      <a16:creationId xmlns:a16="http://schemas.microsoft.com/office/drawing/2014/main" id="{A3271135-333F-4C6E-8527-9113139BF99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Oval 44">
                  <a:extLst>
                    <a:ext uri="{FF2B5EF4-FFF2-40B4-BE49-F238E27FC236}">
                      <a16:creationId xmlns:a16="http://schemas.microsoft.com/office/drawing/2014/main" id="{C554A103-14C7-4FCF-BB85-344DD2292BAC}"/>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Oval 45">
                  <a:extLst>
                    <a:ext uri="{FF2B5EF4-FFF2-40B4-BE49-F238E27FC236}">
                      <a16:creationId xmlns:a16="http://schemas.microsoft.com/office/drawing/2014/main" id="{5AE2B6EE-6253-4992-87E1-F9E035F5D9D5}"/>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Oval 46">
                  <a:extLst>
                    <a:ext uri="{FF2B5EF4-FFF2-40B4-BE49-F238E27FC236}">
                      <a16:creationId xmlns:a16="http://schemas.microsoft.com/office/drawing/2014/main" id="{39CB43BE-ECBD-43F7-8FAE-0CE3DA348888}"/>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 name="Group 38">
                <a:extLst>
                  <a:ext uri="{FF2B5EF4-FFF2-40B4-BE49-F238E27FC236}">
                    <a16:creationId xmlns:a16="http://schemas.microsoft.com/office/drawing/2014/main" id="{9435535E-1555-4490-93F1-12D2A3C30409}"/>
                  </a:ext>
                </a:extLst>
              </p:cNvPr>
              <p:cNvGrpSpPr/>
              <p:nvPr/>
            </p:nvGrpSpPr>
            <p:grpSpPr>
              <a:xfrm>
                <a:off x="4893445" y="2121762"/>
                <a:ext cx="267497" cy="248332"/>
                <a:chOff x="4510310" y="2121762"/>
                <a:chExt cx="267497" cy="248332"/>
              </a:xfrm>
              <a:grpFill/>
            </p:grpSpPr>
            <p:sp>
              <p:nvSpPr>
                <p:cNvPr id="49" name="Oval 39">
                  <a:extLst>
                    <a:ext uri="{FF2B5EF4-FFF2-40B4-BE49-F238E27FC236}">
                      <a16:creationId xmlns:a16="http://schemas.microsoft.com/office/drawing/2014/main" id="{93CCD2F4-44E0-4EA8-B735-1408FC228C91}"/>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Oval 40">
                  <a:extLst>
                    <a:ext uri="{FF2B5EF4-FFF2-40B4-BE49-F238E27FC236}">
                      <a16:creationId xmlns:a16="http://schemas.microsoft.com/office/drawing/2014/main" id="{77A89CB5-60D9-47D5-8073-440F16F89221}"/>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41">
                  <a:extLst>
                    <a:ext uri="{FF2B5EF4-FFF2-40B4-BE49-F238E27FC236}">
                      <a16:creationId xmlns:a16="http://schemas.microsoft.com/office/drawing/2014/main" id="{49CC0B1A-90F6-445A-B2E1-D60B1ACA2CCC}"/>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Oval 42">
                  <a:extLst>
                    <a:ext uri="{FF2B5EF4-FFF2-40B4-BE49-F238E27FC236}">
                      <a16:creationId xmlns:a16="http://schemas.microsoft.com/office/drawing/2014/main" id="{0795DA30-003D-488E-9559-A020F2296F10}"/>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6" name="Group 16">
              <a:extLst>
                <a:ext uri="{FF2B5EF4-FFF2-40B4-BE49-F238E27FC236}">
                  <a16:creationId xmlns:a16="http://schemas.microsoft.com/office/drawing/2014/main" id="{E8BF4D03-AE7C-4821-94D3-248CE5D2C2E8}"/>
                </a:ext>
              </a:extLst>
            </p:cNvPr>
            <p:cNvGrpSpPr/>
            <p:nvPr/>
          </p:nvGrpSpPr>
          <p:grpSpPr>
            <a:xfrm>
              <a:off x="8562086" y="2119482"/>
              <a:ext cx="675397" cy="248332"/>
              <a:chOff x="4485545" y="2121762"/>
              <a:chExt cx="675397" cy="248332"/>
            </a:xfrm>
            <a:grpFill/>
          </p:grpSpPr>
          <p:grpSp>
            <p:nvGrpSpPr>
              <p:cNvPr id="37" name="Group 27">
                <a:extLst>
                  <a:ext uri="{FF2B5EF4-FFF2-40B4-BE49-F238E27FC236}">
                    <a16:creationId xmlns:a16="http://schemas.microsoft.com/office/drawing/2014/main" id="{9E27B070-B0F9-40E9-A261-961FFF914558}"/>
                  </a:ext>
                </a:extLst>
              </p:cNvPr>
              <p:cNvGrpSpPr/>
              <p:nvPr/>
            </p:nvGrpSpPr>
            <p:grpSpPr>
              <a:xfrm>
                <a:off x="4485545" y="2121762"/>
                <a:ext cx="267497" cy="248332"/>
                <a:chOff x="4510310" y="2121762"/>
                <a:chExt cx="267497" cy="248332"/>
              </a:xfrm>
              <a:grpFill/>
            </p:grpSpPr>
            <p:sp>
              <p:nvSpPr>
                <p:cNvPr id="43" name="Oval 33">
                  <a:extLst>
                    <a:ext uri="{FF2B5EF4-FFF2-40B4-BE49-F238E27FC236}">
                      <a16:creationId xmlns:a16="http://schemas.microsoft.com/office/drawing/2014/main" id="{21FE4D70-4FDB-4316-A7A4-B2E46760D817}"/>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 34">
                  <a:extLst>
                    <a:ext uri="{FF2B5EF4-FFF2-40B4-BE49-F238E27FC236}">
                      <a16:creationId xmlns:a16="http://schemas.microsoft.com/office/drawing/2014/main" id="{3AAC56A7-F99F-4BC8-8CEC-5CA4286C07B3}"/>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35">
                  <a:extLst>
                    <a:ext uri="{FF2B5EF4-FFF2-40B4-BE49-F238E27FC236}">
                      <a16:creationId xmlns:a16="http://schemas.microsoft.com/office/drawing/2014/main" id="{58A66D9A-E2C4-4343-88C6-59E3E6E09D62}"/>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Oval 36">
                  <a:extLst>
                    <a:ext uri="{FF2B5EF4-FFF2-40B4-BE49-F238E27FC236}">
                      <a16:creationId xmlns:a16="http://schemas.microsoft.com/office/drawing/2014/main" id="{20FD38EB-E5C0-468F-8D24-BE20E435DD29}"/>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8" name="Group 28">
                <a:extLst>
                  <a:ext uri="{FF2B5EF4-FFF2-40B4-BE49-F238E27FC236}">
                    <a16:creationId xmlns:a16="http://schemas.microsoft.com/office/drawing/2014/main" id="{5B5DD043-490B-4D30-98FC-C324FE5CB4FE}"/>
                  </a:ext>
                </a:extLst>
              </p:cNvPr>
              <p:cNvGrpSpPr/>
              <p:nvPr/>
            </p:nvGrpSpPr>
            <p:grpSpPr>
              <a:xfrm>
                <a:off x="4893445" y="2121762"/>
                <a:ext cx="267497" cy="248332"/>
                <a:chOff x="4510310" y="2121762"/>
                <a:chExt cx="267497" cy="248332"/>
              </a:xfrm>
              <a:grpFill/>
            </p:grpSpPr>
            <p:sp>
              <p:nvSpPr>
                <p:cNvPr id="39" name="Oval 29">
                  <a:extLst>
                    <a:ext uri="{FF2B5EF4-FFF2-40B4-BE49-F238E27FC236}">
                      <a16:creationId xmlns:a16="http://schemas.microsoft.com/office/drawing/2014/main" id="{1727A67B-7249-46BE-8917-00C54BE8FE3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0">
                  <a:extLst>
                    <a:ext uri="{FF2B5EF4-FFF2-40B4-BE49-F238E27FC236}">
                      <a16:creationId xmlns:a16="http://schemas.microsoft.com/office/drawing/2014/main" id="{7E5F7F27-C6A0-48ED-B5D7-CC9B560BFDBD}"/>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31">
                  <a:extLst>
                    <a:ext uri="{FF2B5EF4-FFF2-40B4-BE49-F238E27FC236}">
                      <a16:creationId xmlns:a16="http://schemas.microsoft.com/office/drawing/2014/main" id="{521DB050-B13F-406D-8699-D381D68D6043}"/>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32">
                  <a:extLst>
                    <a:ext uri="{FF2B5EF4-FFF2-40B4-BE49-F238E27FC236}">
                      <a16:creationId xmlns:a16="http://schemas.microsoft.com/office/drawing/2014/main" id="{AF6A24FA-0853-40E2-B2E0-291AD005A526}"/>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27" name="Oval 17">
              <a:extLst>
                <a:ext uri="{FF2B5EF4-FFF2-40B4-BE49-F238E27FC236}">
                  <a16:creationId xmlns:a16="http://schemas.microsoft.com/office/drawing/2014/main" id="{C9B6B883-EF59-4F36-8ECF-2451FE5C0AD9}"/>
                </a:ext>
              </a:extLst>
            </p:cNvPr>
            <p:cNvSpPr/>
            <p:nvPr/>
          </p:nvSpPr>
          <p:spPr>
            <a:xfrm>
              <a:off x="93778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18">
              <a:extLst>
                <a:ext uri="{FF2B5EF4-FFF2-40B4-BE49-F238E27FC236}">
                  <a16:creationId xmlns:a16="http://schemas.microsoft.com/office/drawing/2014/main" id="{BA19F8AA-25AC-4924-8F2E-2C27CB5E0F2F}"/>
                </a:ext>
              </a:extLst>
            </p:cNvPr>
            <p:cNvSpPr/>
            <p:nvPr/>
          </p:nvSpPr>
          <p:spPr>
            <a:xfrm>
              <a:off x="958183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19">
              <a:extLst>
                <a:ext uri="{FF2B5EF4-FFF2-40B4-BE49-F238E27FC236}">
                  <a16:creationId xmlns:a16="http://schemas.microsoft.com/office/drawing/2014/main" id="{77B41762-2419-44C6-A602-B8CEEB7C45EC}"/>
                </a:ext>
              </a:extLst>
            </p:cNvPr>
            <p:cNvSpPr/>
            <p:nvPr/>
          </p:nvSpPr>
          <p:spPr>
            <a:xfrm>
              <a:off x="93778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0">
              <a:extLst>
                <a:ext uri="{FF2B5EF4-FFF2-40B4-BE49-F238E27FC236}">
                  <a16:creationId xmlns:a16="http://schemas.microsoft.com/office/drawing/2014/main" id="{99846094-D1DA-42BE-9E8E-6225279AE77E}"/>
                </a:ext>
              </a:extLst>
            </p:cNvPr>
            <p:cNvSpPr/>
            <p:nvPr/>
          </p:nvSpPr>
          <p:spPr>
            <a:xfrm>
              <a:off x="958183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21">
              <a:extLst>
                <a:ext uri="{FF2B5EF4-FFF2-40B4-BE49-F238E27FC236}">
                  <a16:creationId xmlns:a16="http://schemas.microsoft.com/office/drawing/2014/main" id="{818C67A9-9957-4FEB-ADFD-94CC95E8F96D}"/>
                </a:ext>
              </a:extLst>
            </p:cNvPr>
            <p:cNvSpPr/>
            <p:nvPr/>
          </p:nvSpPr>
          <p:spPr>
            <a:xfrm>
              <a:off x="97857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22">
              <a:extLst>
                <a:ext uri="{FF2B5EF4-FFF2-40B4-BE49-F238E27FC236}">
                  <a16:creationId xmlns:a16="http://schemas.microsoft.com/office/drawing/2014/main" id="{EEBCA178-10C7-492E-ADF3-A4E9958B0C39}"/>
                </a:ext>
              </a:extLst>
            </p:cNvPr>
            <p:cNvSpPr/>
            <p:nvPr/>
          </p:nvSpPr>
          <p:spPr>
            <a:xfrm>
              <a:off x="998973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23">
              <a:extLst>
                <a:ext uri="{FF2B5EF4-FFF2-40B4-BE49-F238E27FC236}">
                  <a16:creationId xmlns:a16="http://schemas.microsoft.com/office/drawing/2014/main" id="{4D798ECF-8814-4DDB-936A-BB898BF86C0A}"/>
                </a:ext>
              </a:extLst>
            </p:cNvPr>
            <p:cNvSpPr/>
            <p:nvPr/>
          </p:nvSpPr>
          <p:spPr>
            <a:xfrm>
              <a:off x="97857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24">
              <a:extLst>
                <a:ext uri="{FF2B5EF4-FFF2-40B4-BE49-F238E27FC236}">
                  <a16:creationId xmlns:a16="http://schemas.microsoft.com/office/drawing/2014/main" id="{2E30AF38-84CA-4230-9D37-9B777EB23346}"/>
                </a:ext>
              </a:extLst>
            </p:cNvPr>
            <p:cNvSpPr/>
            <p:nvPr/>
          </p:nvSpPr>
          <p:spPr>
            <a:xfrm>
              <a:off x="998973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25">
              <a:extLst>
                <a:ext uri="{FF2B5EF4-FFF2-40B4-BE49-F238E27FC236}">
                  <a16:creationId xmlns:a16="http://schemas.microsoft.com/office/drawing/2014/main" id="{F34E286C-7E3F-4D1A-84FD-854F272D0018}"/>
                </a:ext>
              </a:extLst>
            </p:cNvPr>
            <p:cNvSpPr/>
            <p:nvPr/>
          </p:nvSpPr>
          <p:spPr>
            <a:xfrm>
              <a:off x="101936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 26">
              <a:extLst>
                <a:ext uri="{FF2B5EF4-FFF2-40B4-BE49-F238E27FC236}">
                  <a16:creationId xmlns:a16="http://schemas.microsoft.com/office/drawing/2014/main" id="{4410D1F2-5749-449A-B7F9-D4E1CF646541}"/>
                </a:ext>
              </a:extLst>
            </p:cNvPr>
            <p:cNvSpPr/>
            <p:nvPr/>
          </p:nvSpPr>
          <p:spPr>
            <a:xfrm>
              <a:off x="101936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9" name="Group 89">
            <a:extLst>
              <a:ext uri="{FF2B5EF4-FFF2-40B4-BE49-F238E27FC236}">
                <a16:creationId xmlns:a16="http://schemas.microsoft.com/office/drawing/2014/main" id="{48076AAC-0D59-486B-A00C-EF17F30645A6}"/>
              </a:ext>
            </a:extLst>
          </p:cNvPr>
          <p:cNvGrpSpPr/>
          <p:nvPr/>
        </p:nvGrpSpPr>
        <p:grpSpPr>
          <a:xfrm>
            <a:off x="5148310" y="4362231"/>
            <a:ext cx="5440973" cy="236081"/>
            <a:chOff x="4485545" y="2119482"/>
            <a:chExt cx="5771688" cy="250612"/>
          </a:xfrm>
          <a:solidFill>
            <a:schemeClr val="bg1">
              <a:lumMod val="65000"/>
            </a:schemeClr>
          </a:solidFill>
        </p:grpSpPr>
        <p:grpSp>
          <p:nvGrpSpPr>
            <p:cNvPr id="100" name="Group 90">
              <a:extLst>
                <a:ext uri="{FF2B5EF4-FFF2-40B4-BE49-F238E27FC236}">
                  <a16:creationId xmlns:a16="http://schemas.microsoft.com/office/drawing/2014/main" id="{B9D5BA53-765D-4693-B7E1-860ECF6BF0D3}"/>
                </a:ext>
              </a:extLst>
            </p:cNvPr>
            <p:cNvGrpSpPr/>
            <p:nvPr/>
          </p:nvGrpSpPr>
          <p:grpSpPr>
            <a:xfrm>
              <a:off x="4485545" y="2121762"/>
              <a:ext cx="675397" cy="248332"/>
              <a:chOff x="4485545" y="2121762"/>
              <a:chExt cx="675397" cy="248332"/>
            </a:xfrm>
            <a:grpFill/>
          </p:grpSpPr>
          <p:grpSp>
            <p:nvGrpSpPr>
              <p:cNvPr id="167" name="Group 157">
                <a:extLst>
                  <a:ext uri="{FF2B5EF4-FFF2-40B4-BE49-F238E27FC236}">
                    <a16:creationId xmlns:a16="http://schemas.microsoft.com/office/drawing/2014/main" id="{EB79D8A1-275E-45FD-83D0-2EE63915A0AE}"/>
                  </a:ext>
                </a:extLst>
              </p:cNvPr>
              <p:cNvGrpSpPr/>
              <p:nvPr/>
            </p:nvGrpSpPr>
            <p:grpSpPr>
              <a:xfrm>
                <a:off x="4485545" y="2121762"/>
                <a:ext cx="267497" cy="248332"/>
                <a:chOff x="4510310" y="2121762"/>
                <a:chExt cx="267497" cy="248332"/>
              </a:xfrm>
              <a:grpFill/>
            </p:grpSpPr>
            <p:sp>
              <p:nvSpPr>
                <p:cNvPr id="173" name="Oval 163">
                  <a:extLst>
                    <a:ext uri="{FF2B5EF4-FFF2-40B4-BE49-F238E27FC236}">
                      <a16:creationId xmlns:a16="http://schemas.microsoft.com/office/drawing/2014/main" id="{10BFE497-9D6D-4B0D-A125-B6329561EFB8}"/>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4" name="Oval 164">
                  <a:extLst>
                    <a:ext uri="{FF2B5EF4-FFF2-40B4-BE49-F238E27FC236}">
                      <a16:creationId xmlns:a16="http://schemas.microsoft.com/office/drawing/2014/main" id="{72B680B4-0FFD-4B54-9E18-7E0F57709C25}"/>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5" name="Oval 165">
                  <a:extLst>
                    <a:ext uri="{FF2B5EF4-FFF2-40B4-BE49-F238E27FC236}">
                      <a16:creationId xmlns:a16="http://schemas.microsoft.com/office/drawing/2014/main" id="{1BE215C3-E7CD-4719-9ACE-6F8E481F0D9C}"/>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6" name="Oval 166">
                  <a:extLst>
                    <a:ext uri="{FF2B5EF4-FFF2-40B4-BE49-F238E27FC236}">
                      <a16:creationId xmlns:a16="http://schemas.microsoft.com/office/drawing/2014/main" id="{67D747AF-0C0F-4684-872B-15344ED7D8E5}"/>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8" name="Group 158">
                <a:extLst>
                  <a:ext uri="{FF2B5EF4-FFF2-40B4-BE49-F238E27FC236}">
                    <a16:creationId xmlns:a16="http://schemas.microsoft.com/office/drawing/2014/main" id="{9D28DC57-D4A7-4E9E-A33E-A4E2AF864888}"/>
                  </a:ext>
                </a:extLst>
              </p:cNvPr>
              <p:cNvGrpSpPr/>
              <p:nvPr/>
            </p:nvGrpSpPr>
            <p:grpSpPr>
              <a:xfrm>
                <a:off x="4893445" y="2121762"/>
                <a:ext cx="267497" cy="248332"/>
                <a:chOff x="4510310" y="2121762"/>
                <a:chExt cx="267497" cy="248332"/>
              </a:xfrm>
              <a:grpFill/>
            </p:grpSpPr>
            <p:sp>
              <p:nvSpPr>
                <p:cNvPr id="169" name="Oval 159">
                  <a:extLst>
                    <a:ext uri="{FF2B5EF4-FFF2-40B4-BE49-F238E27FC236}">
                      <a16:creationId xmlns:a16="http://schemas.microsoft.com/office/drawing/2014/main" id="{37FA95B8-B503-4588-95AA-D4F55C5F18A6}"/>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Oval 160">
                  <a:extLst>
                    <a:ext uri="{FF2B5EF4-FFF2-40B4-BE49-F238E27FC236}">
                      <a16:creationId xmlns:a16="http://schemas.microsoft.com/office/drawing/2014/main" id="{3B597550-6AEB-4EF6-9B78-9A8F95332E9F}"/>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Oval 161">
                  <a:extLst>
                    <a:ext uri="{FF2B5EF4-FFF2-40B4-BE49-F238E27FC236}">
                      <a16:creationId xmlns:a16="http://schemas.microsoft.com/office/drawing/2014/main" id="{DF47276E-206B-40DD-B4A1-7A749E530959}"/>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Oval 162">
                  <a:extLst>
                    <a:ext uri="{FF2B5EF4-FFF2-40B4-BE49-F238E27FC236}">
                      <a16:creationId xmlns:a16="http://schemas.microsoft.com/office/drawing/2014/main" id="{99F09E16-667E-42AC-A420-EB3A51DFFB9A}"/>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01" name="Group 91">
              <a:extLst>
                <a:ext uri="{FF2B5EF4-FFF2-40B4-BE49-F238E27FC236}">
                  <a16:creationId xmlns:a16="http://schemas.microsoft.com/office/drawing/2014/main" id="{03769A76-6CC6-4CBA-BD2A-0BDF3732B85B}"/>
                </a:ext>
              </a:extLst>
            </p:cNvPr>
            <p:cNvGrpSpPr/>
            <p:nvPr/>
          </p:nvGrpSpPr>
          <p:grpSpPr>
            <a:xfrm>
              <a:off x="5301345" y="2121762"/>
              <a:ext cx="675397" cy="248332"/>
              <a:chOff x="4485545" y="2121762"/>
              <a:chExt cx="675397" cy="248332"/>
            </a:xfrm>
            <a:grpFill/>
          </p:grpSpPr>
          <p:grpSp>
            <p:nvGrpSpPr>
              <p:cNvPr id="157" name="Group 147">
                <a:extLst>
                  <a:ext uri="{FF2B5EF4-FFF2-40B4-BE49-F238E27FC236}">
                    <a16:creationId xmlns:a16="http://schemas.microsoft.com/office/drawing/2014/main" id="{360237C3-44DD-4BE5-B7D4-9292E21202C4}"/>
                  </a:ext>
                </a:extLst>
              </p:cNvPr>
              <p:cNvGrpSpPr/>
              <p:nvPr/>
            </p:nvGrpSpPr>
            <p:grpSpPr>
              <a:xfrm>
                <a:off x="4485545" y="2121762"/>
                <a:ext cx="267497" cy="248332"/>
                <a:chOff x="4510310" y="2121762"/>
                <a:chExt cx="267497" cy="248332"/>
              </a:xfrm>
              <a:grpFill/>
            </p:grpSpPr>
            <p:sp>
              <p:nvSpPr>
                <p:cNvPr id="163" name="Oval 153">
                  <a:extLst>
                    <a:ext uri="{FF2B5EF4-FFF2-40B4-BE49-F238E27FC236}">
                      <a16:creationId xmlns:a16="http://schemas.microsoft.com/office/drawing/2014/main" id="{3CC7D313-6CD4-4B95-A51D-6553B21DFC94}"/>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Oval 154">
                  <a:extLst>
                    <a:ext uri="{FF2B5EF4-FFF2-40B4-BE49-F238E27FC236}">
                      <a16:creationId xmlns:a16="http://schemas.microsoft.com/office/drawing/2014/main" id="{9ABCDACB-4C8C-4E0C-9702-8A4DB21F8429}"/>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Oval 155">
                  <a:extLst>
                    <a:ext uri="{FF2B5EF4-FFF2-40B4-BE49-F238E27FC236}">
                      <a16:creationId xmlns:a16="http://schemas.microsoft.com/office/drawing/2014/main" id="{8749186D-396F-4E2E-865E-14379CB86153}"/>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Oval 156">
                  <a:extLst>
                    <a:ext uri="{FF2B5EF4-FFF2-40B4-BE49-F238E27FC236}">
                      <a16:creationId xmlns:a16="http://schemas.microsoft.com/office/drawing/2014/main" id="{ABE9C6D7-8ABE-432D-862D-2F73785FF9A5}"/>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8" name="Group 148">
                <a:extLst>
                  <a:ext uri="{FF2B5EF4-FFF2-40B4-BE49-F238E27FC236}">
                    <a16:creationId xmlns:a16="http://schemas.microsoft.com/office/drawing/2014/main" id="{7F8D159D-DAEA-4271-BE3C-2D2CD02579DD}"/>
                  </a:ext>
                </a:extLst>
              </p:cNvPr>
              <p:cNvGrpSpPr/>
              <p:nvPr/>
            </p:nvGrpSpPr>
            <p:grpSpPr>
              <a:xfrm>
                <a:off x="4893445" y="2121762"/>
                <a:ext cx="267497" cy="248332"/>
                <a:chOff x="4510310" y="2121762"/>
                <a:chExt cx="267497" cy="248332"/>
              </a:xfrm>
              <a:grpFill/>
            </p:grpSpPr>
            <p:sp>
              <p:nvSpPr>
                <p:cNvPr id="159" name="Oval 149">
                  <a:extLst>
                    <a:ext uri="{FF2B5EF4-FFF2-40B4-BE49-F238E27FC236}">
                      <a16:creationId xmlns:a16="http://schemas.microsoft.com/office/drawing/2014/main" id="{6C26BBBF-E15E-438D-9035-00EA2C013BD6}"/>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Oval 150">
                  <a:extLst>
                    <a:ext uri="{FF2B5EF4-FFF2-40B4-BE49-F238E27FC236}">
                      <a16:creationId xmlns:a16="http://schemas.microsoft.com/office/drawing/2014/main" id="{D71F3D46-F0CC-4C00-87A3-9C88BA5AC2DC}"/>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Oval 151">
                  <a:extLst>
                    <a:ext uri="{FF2B5EF4-FFF2-40B4-BE49-F238E27FC236}">
                      <a16:creationId xmlns:a16="http://schemas.microsoft.com/office/drawing/2014/main" id="{15506303-24CD-429F-9F19-0C31F544DFD0}"/>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Oval 152">
                  <a:extLst>
                    <a:ext uri="{FF2B5EF4-FFF2-40B4-BE49-F238E27FC236}">
                      <a16:creationId xmlns:a16="http://schemas.microsoft.com/office/drawing/2014/main" id="{37D67EC6-0CE5-4462-A281-0E27F05FAD89}"/>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02" name="Group 92">
              <a:extLst>
                <a:ext uri="{FF2B5EF4-FFF2-40B4-BE49-F238E27FC236}">
                  <a16:creationId xmlns:a16="http://schemas.microsoft.com/office/drawing/2014/main" id="{AF2F68EC-0503-4080-92C2-0DB2743681AB}"/>
                </a:ext>
              </a:extLst>
            </p:cNvPr>
            <p:cNvGrpSpPr/>
            <p:nvPr/>
          </p:nvGrpSpPr>
          <p:grpSpPr>
            <a:xfrm>
              <a:off x="6117145" y="2121762"/>
              <a:ext cx="1491197" cy="248332"/>
              <a:chOff x="4485545" y="2121762"/>
              <a:chExt cx="1491197" cy="248332"/>
            </a:xfrm>
            <a:grpFill/>
          </p:grpSpPr>
          <p:grpSp>
            <p:nvGrpSpPr>
              <p:cNvPr id="135" name="Group 125">
                <a:extLst>
                  <a:ext uri="{FF2B5EF4-FFF2-40B4-BE49-F238E27FC236}">
                    <a16:creationId xmlns:a16="http://schemas.microsoft.com/office/drawing/2014/main" id="{9E4E853C-BFBF-49DC-BD64-F4400A060207}"/>
                  </a:ext>
                </a:extLst>
              </p:cNvPr>
              <p:cNvGrpSpPr/>
              <p:nvPr/>
            </p:nvGrpSpPr>
            <p:grpSpPr>
              <a:xfrm>
                <a:off x="4485545" y="2121762"/>
                <a:ext cx="675397" cy="248332"/>
                <a:chOff x="4485545" y="2121762"/>
                <a:chExt cx="675397" cy="248332"/>
              </a:xfrm>
              <a:grpFill/>
            </p:grpSpPr>
            <p:grpSp>
              <p:nvGrpSpPr>
                <p:cNvPr id="147" name="Group 137">
                  <a:extLst>
                    <a:ext uri="{FF2B5EF4-FFF2-40B4-BE49-F238E27FC236}">
                      <a16:creationId xmlns:a16="http://schemas.microsoft.com/office/drawing/2014/main" id="{7CBFCCBA-3CA7-475E-A3DA-A0C6A5D7A6D2}"/>
                    </a:ext>
                  </a:extLst>
                </p:cNvPr>
                <p:cNvGrpSpPr/>
                <p:nvPr/>
              </p:nvGrpSpPr>
              <p:grpSpPr>
                <a:xfrm>
                  <a:off x="4485545" y="2121762"/>
                  <a:ext cx="267497" cy="248332"/>
                  <a:chOff x="4510310" y="2121762"/>
                  <a:chExt cx="267497" cy="248332"/>
                </a:xfrm>
                <a:grpFill/>
              </p:grpSpPr>
              <p:sp>
                <p:nvSpPr>
                  <p:cNvPr id="153" name="Oval 143">
                    <a:extLst>
                      <a:ext uri="{FF2B5EF4-FFF2-40B4-BE49-F238E27FC236}">
                        <a16:creationId xmlns:a16="http://schemas.microsoft.com/office/drawing/2014/main" id="{968D436C-5A10-4A3B-ACEF-1F7C04853550}"/>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Oval 144">
                    <a:extLst>
                      <a:ext uri="{FF2B5EF4-FFF2-40B4-BE49-F238E27FC236}">
                        <a16:creationId xmlns:a16="http://schemas.microsoft.com/office/drawing/2014/main" id="{E91B6E3F-5751-4000-84FF-4BFF59F64CE4}"/>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Oval 145">
                    <a:extLst>
                      <a:ext uri="{FF2B5EF4-FFF2-40B4-BE49-F238E27FC236}">
                        <a16:creationId xmlns:a16="http://schemas.microsoft.com/office/drawing/2014/main" id="{58B7AAED-0667-4913-851D-E03B479F35BB}"/>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Oval 146">
                    <a:extLst>
                      <a:ext uri="{FF2B5EF4-FFF2-40B4-BE49-F238E27FC236}">
                        <a16:creationId xmlns:a16="http://schemas.microsoft.com/office/drawing/2014/main" id="{C42F1D8A-971E-4179-91AB-A353D6F1D310}"/>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8" name="Group 138">
                  <a:extLst>
                    <a:ext uri="{FF2B5EF4-FFF2-40B4-BE49-F238E27FC236}">
                      <a16:creationId xmlns:a16="http://schemas.microsoft.com/office/drawing/2014/main" id="{A370CB14-69EA-4ACA-BC27-53130DB7FEAC}"/>
                    </a:ext>
                  </a:extLst>
                </p:cNvPr>
                <p:cNvGrpSpPr/>
                <p:nvPr/>
              </p:nvGrpSpPr>
              <p:grpSpPr>
                <a:xfrm>
                  <a:off x="4893445" y="2121762"/>
                  <a:ext cx="267497" cy="248332"/>
                  <a:chOff x="4510310" y="2121762"/>
                  <a:chExt cx="267497" cy="248332"/>
                </a:xfrm>
                <a:grpFill/>
              </p:grpSpPr>
              <p:sp>
                <p:nvSpPr>
                  <p:cNvPr id="149" name="Oval 139">
                    <a:extLst>
                      <a:ext uri="{FF2B5EF4-FFF2-40B4-BE49-F238E27FC236}">
                        <a16:creationId xmlns:a16="http://schemas.microsoft.com/office/drawing/2014/main" id="{D91514E7-66AB-4C83-ADDA-5433225D3FF2}"/>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Oval 140">
                    <a:extLst>
                      <a:ext uri="{FF2B5EF4-FFF2-40B4-BE49-F238E27FC236}">
                        <a16:creationId xmlns:a16="http://schemas.microsoft.com/office/drawing/2014/main" id="{E3C766A0-5CDC-446D-846F-EE348A812325}"/>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Oval 141">
                    <a:extLst>
                      <a:ext uri="{FF2B5EF4-FFF2-40B4-BE49-F238E27FC236}">
                        <a16:creationId xmlns:a16="http://schemas.microsoft.com/office/drawing/2014/main" id="{0D96B65A-971B-4C93-B89E-9424A207BC10}"/>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Oval 142">
                    <a:extLst>
                      <a:ext uri="{FF2B5EF4-FFF2-40B4-BE49-F238E27FC236}">
                        <a16:creationId xmlns:a16="http://schemas.microsoft.com/office/drawing/2014/main" id="{00D2705F-D13F-49E0-A769-13ECD34382F1}"/>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36" name="Group 126">
                <a:extLst>
                  <a:ext uri="{FF2B5EF4-FFF2-40B4-BE49-F238E27FC236}">
                    <a16:creationId xmlns:a16="http://schemas.microsoft.com/office/drawing/2014/main" id="{2403BDCF-920D-418F-91B0-262E0D40B7C1}"/>
                  </a:ext>
                </a:extLst>
              </p:cNvPr>
              <p:cNvGrpSpPr/>
              <p:nvPr/>
            </p:nvGrpSpPr>
            <p:grpSpPr>
              <a:xfrm>
                <a:off x="5301345" y="2121762"/>
                <a:ext cx="675397" cy="248332"/>
                <a:chOff x="4485545" y="2121762"/>
                <a:chExt cx="675397" cy="248332"/>
              </a:xfrm>
              <a:grpFill/>
            </p:grpSpPr>
            <p:grpSp>
              <p:nvGrpSpPr>
                <p:cNvPr id="137" name="Group 127">
                  <a:extLst>
                    <a:ext uri="{FF2B5EF4-FFF2-40B4-BE49-F238E27FC236}">
                      <a16:creationId xmlns:a16="http://schemas.microsoft.com/office/drawing/2014/main" id="{6A72FA7B-54F5-4663-AA00-42B412D89503}"/>
                    </a:ext>
                  </a:extLst>
                </p:cNvPr>
                <p:cNvGrpSpPr/>
                <p:nvPr/>
              </p:nvGrpSpPr>
              <p:grpSpPr>
                <a:xfrm>
                  <a:off x="4485545" y="2121762"/>
                  <a:ext cx="267497" cy="248332"/>
                  <a:chOff x="4510310" y="2121762"/>
                  <a:chExt cx="267497" cy="248332"/>
                </a:xfrm>
                <a:grpFill/>
              </p:grpSpPr>
              <p:sp>
                <p:nvSpPr>
                  <p:cNvPr id="143" name="Oval 133">
                    <a:extLst>
                      <a:ext uri="{FF2B5EF4-FFF2-40B4-BE49-F238E27FC236}">
                        <a16:creationId xmlns:a16="http://schemas.microsoft.com/office/drawing/2014/main" id="{9D6D2F8F-3A8B-4BEA-8C5F-06103803F719}"/>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Oval 134">
                    <a:extLst>
                      <a:ext uri="{FF2B5EF4-FFF2-40B4-BE49-F238E27FC236}">
                        <a16:creationId xmlns:a16="http://schemas.microsoft.com/office/drawing/2014/main" id="{DFD2E102-42BF-4D13-8C4F-B4155AE95D0B}"/>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Oval 135">
                    <a:extLst>
                      <a:ext uri="{FF2B5EF4-FFF2-40B4-BE49-F238E27FC236}">
                        <a16:creationId xmlns:a16="http://schemas.microsoft.com/office/drawing/2014/main" id="{9509A6DB-7819-4F0D-99C8-C59D651B0282}"/>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Oval 136">
                    <a:extLst>
                      <a:ext uri="{FF2B5EF4-FFF2-40B4-BE49-F238E27FC236}">
                        <a16:creationId xmlns:a16="http://schemas.microsoft.com/office/drawing/2014/main" id="{F80A02FA-3961-4D6D-8445-26EDFA747537}"/>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8" name="Group 128">
                  <a:extLst>
                    <a:ext uri="{FF2B5EF4-FFF2-40B4-BE49-F238E27FC236}">
                      <a16:creationId xmlns:a16="http://schemas.microsoft.com/office/drawing/2014/main" id="{9A43CBE2-4D76-4903-8B83-64D9C0B4243F}"/>
                    </a:ext>
                  </a:extLst>
                </p:cNvPr>
                <p:cNvGrpSpPr/>
                <p:nvPr/>
              </p:nvGrpSpPr>
              <p:grpSpPr>
                <a:xfrm>
                  <a:off x="4893445" y="2121762"/>
                  <a:ext cx="267497" cy="248332"/>
                  <a:chOff x="4510310" y="2121762"/>
                  <a:chExt cx="267497" cy="248332"/>
                </a:xfrm>
                <a:grpFill/>
              </p:grpSpPr>
              <p:sp>
                <p:nvSpPr>
                  <p:cNvPr id="139" name="Oval 129">
                    <a:extLst>
                      <a:ext uri="{FF2B5EF4-FFF2-40B4-BE49-F238E27FC236}">
                        <a16:creationId xmlns:a16="http://schemas.microsoft.com/office/drawing/2014/main" id="{3FCE1A03-D816-4665-B8B2-04EC2DE932E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Oval 130">
                    <a:extLst>
                      <a:ext uri="{FF2B5EF4-FFF2-40B4-BE49-F238E27FC236}">
                        <a16:creationId xmlns:a16="http://schemas.microsoft.com/office/drawing/2014/main" id="{9411DCEE-DBA1-4890-A174-2AB71D52C300}"/>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Oval 131">
                    <a:extLst>
                      <a:ext uri="{FF2B5EF4-FFF2-40B4-BE49-F238E27FC236}">
                        <a16:creationId xmlns:a16="http://schemas.microsoft.com/office/drawing/2014/main" id="{AE1402F3-A379-4D5A-8A64-E85C40FFECB6}"/>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Oval 132">
                    <a:extLst>
                      <a:ext uri="{FF2B5EF4-FFF2-40B4-BE49-F238E27FC236}">
                        <a16:creationId xmlns:a16="http://schemas.microsoft.com/office/drawing/2014/main" id="{52F75384-CE7E-483B-93B6-B60D8782912B}"/>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grpSp>
          <p:nvGrpSpPr>
            <p:cNvPr id="103" name="Group 93">
              <a:extLst>
                <a:ext uri="{FF2B5EF4-FFF2-40B4-BE49-F238E27FC236}">
                  <a16:creationId xmlns:a16="http://schemas.microsoft.com/office/drawing/2014/main" id="{B6A80D18-371C-4082-BE24-5EA788E99AEB}"/>
                </a:ext>
              </a:extLst>
            </p:cNvPr>
            <p:cNvGrpSpPr/>
            <p:nvPr/>
          </p:nvGrpSpPr>
          <p:grpSpPr>
            <a:xfrm>
              <a:off x="7746286" y="2119482"/>
              <a:ext cx="675397" cy="248332"/>
              <a:chOff x="4485545" y="2121762"/>
              <a:chExt cx="675397" cy="248332"/>
            </a:xfrm>
            <a:grpFill/>
          </p:grpSpPr>
          <p:grpSp>
            <p:nvGrpSpPr>
              <p:cNvPr id="125" name="Group 115">
                <a:extLst>
                  <a:ext uri="{FF2B5EF4-FFF2-40B4-BE49-F238E27FC236}">
                    <a16:creationId xmlns:a16="http://schemas.microsoft.com/office/drawing/2014/main" id="{F71579BB-B47F-4E90-BE88-5A5B389F98D2}"/>
                  </a:ext>
                </a:extLst>
              </p:cNvPr>
              <p:cNvGrpSpPr/>
              <p:nvPr/>
            </p:nvGrpSpPr>
            <p:grpSpPr>
              <a:xfrm>
                <a:off x="4485545" y="2121762"/>
                <a:ext cx="267497" cy="248332"/>
                <a:chOff x="4510310" y="2121762"/>
                <a:chExt cx="267497" cy="248332"/>
              </a:xfrm>
              <a:grpFill/>
            </p:grpSpPr>
            <p:sp>
              <p:nvSpPr>
                <p:cNvPr id="131" name="Oval 121">
                  <a:extLst>
                    <a:ext uri="{FF2B5EF4-FFF2-40B4-BE49-F238E27FC236}">
                      <a16:creationId xmlns:a16="http://schemas.microsoft.com/office/drawing/2014/main" id="{02BCBBE6-494B-48FB-8DF2-121B9B6B2161}"/>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Oval 122">
                  <a:extLst>
                    <a:ext uri="{FF2B5EF4-FFF2-40B4-BE49-F238E27FC236}">
                      <a16:creationId xmlns:a16="http://schemas.microsoft.com/office/drawing/2014/main" id="{A5F3F8D5-99B1-4447-A77C-BFA377A5F98E}"/>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Oval 123">
                  <a:extLst>
                    <a:ext uri="{FF2B5EF4-FFF2-40B4-BE49-F238E27FC236}">
                      <a16:creationId xmlns:a16="http://schemas.microsoft.com/office/drawing/2014/main" id="{FCBE1827-80A9-4834-9D0C-E721C1E7B131}"/>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Oval 124">
                  <a:extLst>
                    <a:ext uri="{FF2B5EF4-FFF2-40B4-BE49-F238E27FC236}">
                      <a16:creationId xmlns:a16="http://schemas.microsoft.com/office/drawing/2014/main" id="{94771767-6271-4A8D-BBE5-7EFC7C565C53}"/>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6" name="Group 116">
                <a:extLst>
                  <a:ext uri="{FF2B5EF4-FFF2-40B4-BE49-F238E27FC236}">
                    <a16:creationId xmlns:a16="http://schemas.microsoft.com/office/drawing/2014/main" id="{24D11266-92AD-4264-A901-983D3B63B1A1}"/>
                  </a:ext>
                </a:extLst>
              </p:cNvPr>
              <p:cNvGrpSpPr/>
              <p:nvPr/>
            </p:nvGrpSpPr>
            <p:grpSpPr>
              <a:xfrm>
                <a:off x="4893445" y="2121762"/>
                <a:ext cx="267497" cy="248332"/>
                <a:chOff x="4510310" y="2121762"/>
                <a:chExt cx="267497" cy="248332"/>
              </a:xfrm>
              <a:grpFill/>
            </p:grpSpPr>
            <p:sp>
              <p:nvSpPr>
                <p:cNvPr id="127" name="Oval 117">
                  <a:extLst>
                    <a:ext uri="{FF2B5EF4-FFF2-40B4-BE49-F238E27FC236}">
                      <a16:creationId xmlns:a16="http://schemas.microsoft.com/office/drawing/2014/main" id="{DC0A4F31-9F59-4BDB-8429-B2119B912A9E}"/>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Oval 118">
                  <a:extLst>
                    <a:ext uri="{FF2B5EF4-FFF2-40B4-BE49-F238E27FC236}">
                      <a16:creationId xmlns:a16="http://schemas.microsoft.com/office/drawing/2014/main" id="{C4CF31DB-2E5C-4E18-8864-CDDF0455CE93}"/>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Oval 119">
                  <a:extLst>
                    <a:ext uri="{FF2B5EF4-FFF2-40B4-BE49-F238E27FC236}">
                      <a16:creationId xmlns:a16="http://schemas.microsoft.com/office/drawing/2014/main" id="{2F5F7C57-4498-4036-9B19-36534B2D583B}"/>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Oval 120">
                  <a:extLst>
                    <a:ext uri="{FF2B5EF4-FFF2-40B4-BE49-F238E27FC236}">
                      <a16:creationId xmlns:a16="http://schemas.microsoft.com/office/drawing/2014/main" id="{9E3174F4-68FC-4002-808A-F422640819F5}"/>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04" name="Group 94">
              <a:extLst>
                <a:ext uri="{FF2B5EF4-FFF2-40B4-BE49-F238E27FC236}">
                  <a16:creationId xmlns:a16="http://schemas.microsoft.com/office/drawing/2014/main" id="{4BE4E159-DA1D-4791-A5FB-DFEEEFCB6F6E}"/>
                </a:ext>
              </a:extLst>
            </p:cNvPr>
            <p:cNvGrpSpPr/>
            <p:nvPr/>
          </p:nvGrpSpPr>
          <p:grpSpPr>
            <a:xfrm>
              <a:off x="8562086" y="2119482"/>
              <a:ext cx="675397" cy="248332"/>
              <a:chOff x="4485545" y="2121762"/>
              <a:chExt cx="675397" cy="248332"/>
            </a:xfrm>
            <a:grpFill/>
          </p:grpSpPr>
          <p:grpSp>
            <p:nvGrpSpPr>
              <p:cNvPr id="115" name="Group 105">
                <a:extLst>
                  <a:ext uri="{FF2B5EF4-FFF2-40B4-BE49-F238E27FC236}">
                    <a16:creationId xmlns:a16="http://schemas.microsoft.com/office/drawing/2014/main" id="{E554C505-5D8A-4BF0-B447-BCFD78D297C4}"/>
                  </a:ext>
                </a:extLst>
              </p:cNvPr>
              <p:cNvGrpSpPr/>
              <p:nvPr/>
            </p:nvGrpSpPr>
            <p:grpSpPr>
              <a:xfrm>
                <a:off x="4485545" y="2121762"/>
                <a:ext cx="267497" cy="248332"/>
                <a:chOff x="4510310" y="2121762"/>
                <a:chExt cx="267497" cy="248332"/>
              </a:xfrm>
              <a:grpFill/>
            </p:grpSpPr>
            <p:sp>
              <p:nvSpPr>
                <p:cNvPr id="121" name="Oval 111">
                  <a:extLst>
                    <a:ext uri="{FF2B5EF4-FFF2-40B4-BE49-F238E27FC236}">
                      <a16:creationId xmlns:a16="http://schemas.microsoft.com/office/drawing/2014/main" id="{D9F957A9-965C-4292-8369-4FE97595D662}"/>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Oval 112">
                  <a:extLst>
                    <a:ext uri="{FF2B5EF4-FFF2-40B4-BE49-F238E27FC236}">
                      <a16:creationId xmlns:a16="http://schemas.microsoft.com/office/drawing/2014/main" id="{849446D5-2B1A-48A8-8034-5E8CB2DB16B7}"/>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Oval 113">
                  <a:extLst>
                    <a:ext uri="{FF2B5EF4-FFF2-40B4-BE49-F238E27FC236}">
                      <a16:creationId xmlns:a16="http://schemas.microsoft.com/office/drawing/2014/main" id="{3AAF8A7F-0D57-463E-91A7-86AA092900E1}"/>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Oval 114">
                  <a:extLst>
                    <a:ext uri="{FF2B5EF4-FFF2-40B4-BE49-F238E27FC236}">
                      <a16:creationId xmlns:a16="http://schemas.microsoft.com/office/drawing/2014/main" id="{9D16EC06-8521-47F5-8D35-B3A953FF77F8}"/>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16" name="Group 106">
                <a:extLst>
                  <a:ext uri="{FF2B5EF4-FFF2-40B4-BE49-F238E27FC236}">
                    <a16:creationId xmlns:a16="http://schemas.microsoft.com/office/drawing/2014/main" id="{C15A7271-B1E9-4290-9C7E-63D26BFA898B}"/>
                  </a:ext>
                </a:extLst>
              </p:cNvPr>
              <p:cNvGrpSpPr/>
              <p:nvPr/>
            </p:nvGrpSpPr>
            <p:grpSpPr>
              <a:xfrm>
                <a:off x="4893445" y="2121762"/>
                <a:ext cx="267497" cy="248332"/>
                <a:chOff x="4510310" y="2121762"/>
                <a:chExt cx="267497" cy="248332"/>
              </a:xfrm>
              <a:grpFill/>
            </p:grpSpPr>
            <p:sp>
              <p:nvSpPr>
                <p:cNvPr id="117" name="Oval 107">
                  <a:extLst>
                    <a:ext uri="{FF2B5EF4-FFF2-40B4-BE49-F238E27FC236}">
                      <a16:creationId xmlns:a16="http://schemas.microsoft.com/office/drawing/2014/main" id="{D11FE8B3-14B9-4B50-8D5F-E84098F61983}"/>
                    </a:ext>
                  </a:extLst>
                </p:cNvPr>
                <p:cNvSpPr/>
                <p:nvPr/>
              </p:nvSpPr>
              <p:spPr>
                <a:xfrm>
                  <a:off x="451031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Oval 108">
                  <a:extLst>
                    <a:ext uri="{FF2B5EF4-FFF2-40B4-BE49-F238E27FC236}">
                      <a16:creationId xmlns:a16="http://schemas.microsoft.com/office/drawing/2014/main" id="{7FD999E8-373F-4AD9-8F5A-E41E7FF39188}"/>
                    </a:ext>
                  </a:extLst>
                </p:cNvPr>
                <p:cNvSpPr/>
                <p:nvPr/>
              </p:nvSpPr>
              <p:spPr>
                <a:xfrm>
                  <a:off x="4714260" y="212176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Oval 109">
                  <a:extLst>
                    <a:ext uri="{FF2B5EF4-FFF2-40B4-BE49-F238E27FC236}">
                      <a16:creationId xmlns:a16="http://schemas.microsoft.com/office/drawing/2014/main" id="{DF3A9010-14DC-45E3-8F76-B1FFE28DE960}"/>
                    </a:ext>
                  </a:extLst>
                </p:cNvPr>
                <p:cNvSpPr/>
                <p:nvPr/>
              </p:nvSpPr>
              <p:spPr>
                <a:xfrm>
                  <a:off x="451031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Oval 110">
                  <a:extLst>
                    <a:ext uri="{FF2B5EF4-FFF2-40B4-BE49-F238E27FC236}">
                      <a16:creationId xmlns:a16="http://schemas.microsoft.com/office/drawing/2014/main" id="{F785B1DC-ABF8-4675-988E-42B4E21C1B59}"/>
                    </a:ext>
                  </a:extLst>
                </p:cNvPr>
                <p:cNvSpPr/>
                <p:nvPr/>
              </p:nvSpPr>
              <p:spPr>
                <a:xfrm>
                  <a:off x="4714260" y="230654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05" name="Oval 95">
              <a:extLst>
                <a:ext uri="{FF2B5EF4-FFF2-40B4-BE49-F238E27FC236}">
                  <a16:creationId xmlns:a16="http://schemas.microsoft.com/office/drawing/2014/main" id="{4E0099AA-0447-4702-8114-372B953B5739}"/>
                </a:ext>
              </a:extLst>
            </p:cNvPr>
            <p:cNvSpPr/>
            <p:nvPr/>
          </p:nvSpPr>
          <p:spPr>
            <a:xfrm>
              <a:off x="93778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Oval 96">
              <a:extLst>
                <a:ext uri="{FF2B5EF4-FFF2-40B4-BE49-F238E27FC236}">
                  <a16:creationId xmlns:a16="http://schemas.microsoft.com/office/drawing/2014/main" id="{13654D96-3CDC-4863-9E62-05E00C7206EC}"/>
                </a:ext>
              </a:extLst>
            </p:cNvPr>
            <p:cNvSpPr/>
            <p:nvPr/>
          </p:nvSpPr>
          <p:spPr>
            <a:xfrm>
              <a:off x="958183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Oval 97">
              <a:extLst>
                <a:ext uri="{FF2B5EF4-FFF2-40B4-BE49-F238E27FC236}">
                  <a16:creationId xmlns:a16="http://schemas.microsoft.com/office/drawing/2014/main" id="{34FE130A-A868-4AA8-93A0-A014D2DCC4CF}"/>
                </a:ext>
              </a:extLst>
            </p:cNvPr>
            <p:cNvSpPr/>
            <p:nvPr/>
          </p:nvSpPr>
          <p:spPr>
            <a:xfrm>
              <a:off x="93778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Oval 98">
              <a:extLst>
                <a:ext uri="{FF2B5EF4-FFF2-40B4-BE49-F238E27FC236}">
                  <a16:creationId xmlns:a16="http://schemas.microsoft.com/office/drawing/2014/main" id="{B10F1CC9-FFB4-4310-A9BF-9A2BF51B26E2}"/>
                </a:ext>
              </a:extLst>
            </p:cNvPr>
            <p:cNvSpPr/>
            <p:nvPr/>
          </p:nvSpPr>
          <p:spPr>
            <a:xfrm>
              <a:off x="958183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Oval 99">
              <a:extLst>
                <a:ext uri="{FF2B5EF4-FFF2-40B4-BE49-F238E27FC236}">
                  <a16:creationId xmlns:a16="http://schemas.microsoft.com/office/drawing/2014/main" id="{E82D2AB8-B321-4873-ADE9-820BD769683E}"/>
                </a:ext>
              </a:extLst>
            </p:cNvPr>
            <p:cNvSpPr/>
            <p:nvPr/>
          </p:nvSpPr>
          <p:spPr>
            <a:xfrm>
              <a:off x="97857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Oval 100">
              <a:extLst>
                <a:ext uri="{FF2B5EF4-FFF2-40B4-BE49-F238E27FC236}">
                  <a16:creationId xmlns:a16="http://schemas.microsoft.com/office/drawing/2014/main" id="{78E25B2F-79D9-4BFA-9479-B9D44AE3F389}"/>
                </a:ext>
              </a:extLst>
            </p:cNvPr>
            <p:cNvSpPr/>
            <p:nvPr/>
          </p:nvSpPr>
          <p:spPr>
            <a:xfrm>
              <a:off x="998973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Oval 101">
              <a:extLst>
                <a:ext uri="{FF2B5EF4-FFF2-40B4-BE49-F238E27FC236}">
                  <a16:creationId xmlns:a16="http://schemas.microsoft.com/office/drawing/2014/main" id="{5EC6A100-D4F2-47BC-BBAA-22076F3ADB55}"/>
                </a:ext>
              </a:extLst>
            </p:cNvPr>
            <p:cNvSpPr/>
            <p:nvPr/>
          </p:nvSpPr>
          <p:spPr>
            <a:xfrm>
              <a:off x="97857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Oval 102">
              <a:extLst>
                <a:ext uri="{FF2B5EF4-FFF2-40B4-BE49-F238E27FC236}">
                  <a16:creationId xmlns:a16="http://schemas.microsoft.com/office/drawing/2014/main" id="{E90B26A7-8456-4FBB-95FC-6A42E47258E9}"/>
                </a:ext>
              </a:extLst>
            </p:cNvPr>
            <p:cNvSpPr/>
            <p:nvPr/>
          </p:nvSpPr>
          <p:spPr>
            <a:xfrm>
              <a:off x="998973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Oval 103">
              <a:extLst>
                <a:ext uri="{FF2B5EF4-FFF2-40B4-BE49-F238E27FC236}">
                  <a16:creationId xmlns:a16="http://schemas.microsoft.com/office/drawing/2014/main" id="{D549753E-0C7F-44DC-8399-67F751D73B6D}"/>
                </a:ext>
              </a:extLst>
            </p:cNvPr>
            <p:cNvSpPr/>
            <p:nvPr/>
          </p:nvSpPr>
          <p:spPr>
            <a:xfrm>
              <a:off x="10193686" y="2119482"/>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Oval 104">
              <a:extLst>
                <a:ext uri="{FF2B5EF4-FFF2-40B4-BE49-F238E27FC236}">
                  <a16:creationId xmlns:a16="http://schemas.microsoft.com/office/drawing/2014/main" id="{949CDFBB-43E4-41B3-B583-E4C41CAAF13F}"/>
                </a:ext>
              </a:extLst>
            </p:cNvPr>
            <p:cNvSpPr/>
            <p:nvPr/>
          </p:nvSpPr>
          <p:spPr>
            <a:xfrm>
              <a:off x="10193686" y="2304267"/>
              <a:ext cx="63547" cy="635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77" name="Rectangle 11">
            <a:extLst>
              <a:ext uri="{FF2B5EF4-FFF2-40B4-BE49-F238E27FC236}">
                <a16:creationId xmlns:a16="http://schemas.microsoft.com/office/drawing/2014/main" id="{0FEE3CFE-716A-41C8-A4B0-304EC803FF68}"/>
              </a:ext>
            </a:extLst>
          </p:cNvPr>
          <p:cNvSpPr/>
          <p:nvPr/>
        </p:nvSpPr>
        <p:spPr>
          <a:xfrm rot="5400000">
            <a:off x="4189295" y="3032895"/>
            <a:ext cx="2927577" cy="305435"/>
          </a:xfrm>
          <a:prstGeom prst="rect">
            <a:avLst/>
          </a:prstGeom>
          <a:solidFill>
            <a:srgbClr val="CC3399">
              <a:alpha val="29804"/>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8" name="Rectangle 12">
            <a:extLst>
              <a:ext uri="{FF2B5EF4-FFF2-40B4-BE49-F238E27FC236}">
                <a16:creationId xmlns:a16="http://schemas.microsoft.com/office/drawing/2014/main" id="{6AD8A9DF-529E-4FFD-BE14-4D0F6BC62FFB}"/>
              </a:ext>
            </a:extLst>
          </p:cNvPr>
          <p:cNvSpPr/>
          <p:nvPr/>
        </p:nvSpPr>
        <p:spPr>
          <a:xfrm rot="5400000">
            <a:off x="6308494" y="3021541"/>
            <a:ext cx="2927579" cy="305435"/>
          </a:xfrm>
          <a:prstGeom prst="rect">
            <a:avLst/>
          </a:prstGeom>
          <a:solidFill>
            <a:srgbClr val="CC3399">
              <a:alpha val="29804"/>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9" name="Rectangle 13">
            <a:extLst>
              <a:ext uri="{FF2B5EF4-FFF2-40B4-BE49-F238E27FC236}">
                <a16:creationId xmlns:a16="http://schemas.microsoft.com/office/drawing/2014/main" id="{C5F1E214-EFC3-4C26-8EA8-2BC80057138D}"/>
              </a:ext>
            </a:extLst>
          </p:cNvPr>
          <p:cNvSpPr/>
          <p:nvPr/>
        </p:nvSpPr>
        <p:spPr>
          <a:xfrm rot="5400000">
            <a:off x="8421164" y="3021541"/>
            <a:ext cx="2927579" cy="305435"/>
          </a:xfrm>
          <a:prstGeom prst="rect">
            <a:avLst/>
          </a:prstGeom>
          <a:solidFill>
            <a:srgbClr val="CC3399">
              <a:alpha val="29804"/>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0" name="Rectangle 169">
            <a:extLst>
              <a:ext uri="{FF2B5EF4-FFF2-40B4-BE49-F238E27FC236}">
                <a16:creationId xmlns:a16="http://schemas.microsoft.com/office/drawing/2014/main" id="{6873B227-EC33-47A5-AFA7-E956A09533B9}"/>
              </a:ext>
            </a:extLst>
          </p:cNvPr>
          <p:cNvSpPr/>
          <p:nvPr/>
        </p:nvSpPr>
        <p:spPr>
          <a:xfrm flipV="1">
            <a:off x="4758442" y="1578863"/>
            <a:ext cx="6108699" cy="53738"/>
          </a:xfrm>
          <a:prstGeom prst="rect">
            <a:avLst/>
          </a:prstGeom>
          <a:solidFill>
            <a:srgbClr val="D9D9D9">
              <a:alpha val="30196"/>
            </a:srgb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1" name="Rectangle 170">
            <a:extLst>
              <a:ext uri="{FF2B5EF4-FFF2-40B4-BE49-F238E27FC236}">
                <a16:creationId xmlns:a16="http://schemas.microsoft.com/office/drawing/2014/main" id="{A995F0ED-6880-4969-8750-68780E8FDC55}"/>
              </a:ext>
            </a:extLst>
          </p:cNvPr>
          <p:cNvSpPr/>
          <p:nvPr/>
        </p:nvSpPr>
        <p:spPr>
          <a:xfrm flipV="1">
            <a:off x="4758442" y="4737508"/>
            <a:ext cx="6108699" cy="53738"/>
          </a:xfrm>
          <a:prstGeom prst="rect">
            <a:avLst/>
          </a:prstGeom>
          <a:solidFill>
            <a:srgbClr val="D9D9D9">
              <a:alpha val="30196"/>
            </a:srgb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2" name="Rectangle 167">
            <a:extLst>
              <a:ext uri="{FF2B5EF4-FFF2-40B4-BE49-F238E27FC236}">
                <a16:creationId xmlns:a16="http://schemas.microsoft.com/office/drawing/2014/main" id="{C6B59FB6-DBD8-4E66-BE19-FCEF00E437BD}"/>
              </a:ext>
            </a:extLst>
          </p:cNvPr>
          <p:cNvSpPr/>
          <p:nvPr/>
        </p:nvSpPr>
        <p:spPr>
          <a:xfrm flipV="1">
            <a:off x="4960646" y="1624323"/>
            <a:ext cx="5722249" cy="53738"/>
          </a:xfrm>
          <a:prstGeom prst="rect">
            <a:avLst/>
          </a:prstGeom>
          <a:solidFill>
            <a:srgbClr val="D9D9D9">
              <a:alpha val="30196"/>
            </a:srgb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3" name="Rectangle 168">
            <a:extLst>
              <a:ext uri="{FF2B5EF4-FFF2-40B4-BE49-F238E27FC236}">
                <a16:creationId xmlns:a16="http://schemas.microsoft.com/office/drawing/2014/main" id="{CEA3A12E-B05E-4EA8-8645-D9B61BDD0E91}"/>
              </a:ext>
            </a:extLst>
          </p:cNvPr>
          <p:cNvSpPr/>
          <p:nvPr/>
        </p:nvSpPr>
        <p:spPr>
          <a:xfrm flipV="1">
            <a:off x="4962714" y="4685467"/>
            <a:ext cx="5722249" cy="53738"/>
          </a:xfrm>
          <a:prstGeom prst="rect">
            <a:avLst/>
          </a:prstGeom>
          <a:solidFill>
            <a:srgbClr val="D9D9D9">
              <a:alpha val="30196"/>
            </a:srgb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4" name="Rectangle 176">
            <a:extLst>
              <a:ext uri="{FF2B5EF4-FFF2-40B4-BE49-F238E27FC236}">
                <a16:creationId xmlns:a16="http://schemas.microsoft.com/office/drawing/2014/main" id="{89D2E175-C992-4417-9EDE-FE4FE059674B}"/>
              </a:ext>
            </a:extLst>
          </p:cNvPr>
          <p:cNvSpPr/>
          <p:nvPr/>
        </p:nvSpPr>
        <p:spPr>
          <a:xfrm flipV="1">
            <a:off x="2255831" y="1578863"/>
            <a:ext cx="1018117" cy="53738"/>
          </a:xfrm>
          <a:prstGeom prst="rect">
            <a:avLst/>
          </a:prstGeom>
          <a:solidFill>
            <a:srgbClr val="D9D9D9">
              <a:alpha val="30196"/>
            </a:srgb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5" name="Rectangle 177">
            <a:extLst>
              <a:ext uri="{FF2B5EF4-FFF2-40B4-BE49-F238E27FC236}">
                <a16:creationId xmlns:a16="http://schemas.microsoft.com/office/drawing/2014/main" id="{D58C0DD4-8A83-416F-9B1A-82D9D5C08639}"/>
              </a:ext>
            </a:extLst>
          </p:cNvPr>
          <p:cNvSpPr/>
          <p:nvPr/>
        </p:nvSpPr>
        <p:spPr>
          <a:xfrm flipV="1">
            <a:off x="2255831" y="4737508"/>
            <a:ext cx="1018117" cy="53738"/>
          </a:xfrm>
          <a:prstGeom prst="rect">
            <a:avLst/>
          </a:prstGeom>
          <a:solidFill>
            <a:srgbClr val="D9D9D9">
              <a:alpha val="30196"/>
            </a:srgb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86" name="Group 180">
            <a:extLst>
              <a:ext uri="{FF2B5EF4-FFF2-40B4-BE49-F238E27FC236}">
                <a16:creationId xmlns:a16="http://schemas.microsoft.com/office/drawing/2014/main" id="{02F30CC4-AD0C-4665-BDFB-89D0F7B30F50}"/>
              </a:ext>
            </a:extLst>
          </p:cNvPr>
          <p:cNvGrpSpPr/>
          <p:nvPr/>
        </p:nvGrpSpPr>
        <p:grpSpPr>
          <a:xfrm>
            <a:off x="2427906" y="1668619"/>
            <a:ext cx="647696" cy="336157"/>
            <a:chOff x="2348789" y="2050912"/>
            <a:chExt cx="687060" cy="356848"/>
          </a:xfrm>
          <a:solidFill>
            <a:schemeClr val="bg1">
              <a:lumMod val="65000"/>
            </a:schemeClr>
          </a:solidFill>
        </p:grpSpPr>
        <p:sp>
          <p:nvSpPr>
            <p:cNvPr id="187" name="L-Shape 178">
              <a:extLst>
                <a:ext uri="{FF2B5EF4-FFF2-40B4-BE49-F238E27FC236}">
                  <a16:creationId xmlns:a16="http://schemas.microsoft.com/office/drawing/2014/main" id="{522E36A6-2C42-4344-BF82-FAED8A6D5294}"/>
                </a:ext>
              </a:extLst>
            </p:cNvPr>
            <p:cNvSpPr/>
            <p:nvPr/>
          </p:nvSpPr>
          <p:spPr>
            <a:xfrm rot="5400000">
              <a:off x="2671466" y="2043376"/>
              <a:ext cx="356847" cy="371919"/>
            </a:xfrm>
            <a:prstGeom prst="corner">
              <a:avLst>
                <a:gd name="adj1" fmla="val 15263"/>
                <a:gd name="adj2" fmla="val 1322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8" name="L-Shape 179">
              <a:extLst>
                <a:ext uri="{FF2B5EF4-FFF2-40B4-BE49-F238E27FC236}">
                  <a16:creationId xmlns:a16="http://schemas.microsoft.com/office/drawing/2014/main" id="{5D498A63-E685-4B3B-A37E-C2679E1E83FB}"/>
                </a:ext>
              </a:extLst>
            </p:cNvPr>
            <p:cNvSpPr/>
            <p:nvPr/>
          </p:nvSpPr>
          <p:spPr>
            <a:xfrm rot="16200000" flipH="1">
              <a:off x="2356325" y="2043377"/>
              <a:ext cx="356847" cy="371919"/>
            </a:xfrm>
            <a:prstGeom prst="corner">
              <a:avLst>
                <a:gd name="adj1" fmla="val 15263"/>
                <a:gd name="adj2" fmla="val 1322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9" name="Rectangle 181">
            <a:extLst>
              <a:ext uri="{FF2B5EF4-FFF2-40B4-BE49-F238E27FC236}">
                <a16:creationId xmlns:a16="http://schemas.microsoft.com/office/drawing/2014/main" id="{5AF39325-C866-464B-9513-8D08ECBFA0F5}"/>
              </a:ext>
            </a:extLst>
          </p:cNvPr>
          <p:cNvSpPr/>
          <p:nvPr/>
        </p:nvSpPr>
        <p:spPr>
          <a:xfrm rot="5400000" flipV="1">
            <a:off x="1326585" y="3178600"/>
            <a:ext cx="2700000" cy="33937"/>
          </a:xfrm>
          <a:prstGeom prst="rect">
            <a:avLst/>
          </a:prstGeom>
          <a:solidFill>
            <a:srgbClr val="D9D9D9">
              <a:alpha val="30196"/>
            </a:srgb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6" name="Conector recto de flecha 5">
            <a:extLst>
              <a:ext uri="{FF2B5EF4-FFF2-40B4-BE49-F238E27FC236}">
                <a16:creationId xmlns:a16="http://schemas.microsoft.com/office/drawing/2014/main" id="{E5C7AF5A-7103-4439-A944-930497E3FD0E}"/>
              </a:ext>
            </a:extLst>
          </p:cNvPr>
          <p:cNvCxnSpPr>
            <a:cxnSpLocks/>
          </p:cNvCxnSpPr>
          <p:nvPr/>
        </p:nvCxnSpPr>
        <p:spPr>
          <a:xfrm>
            <a:off x="951298" y="1669280"/>
            <a:ext cx="0" cy="305213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 name="Conector recto 9">
            <a:extLst>
              <a:ext uri="{FF2B5EF4-FFF2-40B4-BE49-F238E27FC236}">
                <a16:creationId xmlns:a16="http://schemas.microsoft.com/office/drawing/2014/main" id="{D9882145-61B9-434B-90D4-5287EAA4A8C3}"/>
              </a:ext>
            </a:extLst>
          </p:cNvPr>
          <p:cNvCxnSpPr/>
          <p:nvPr/>
        </p:nvCxnSpPr>
        <p:spPr>
          <a:xfrm>
            <a:off x="845858" y="1624323"/>
            <a:ext cx="1365774" cy="0"/>
          </a:xfrm>
          <a:prstGeom prst="line">
            <a:avLst/>
          </a:prstGeom>
        </p:spPr>
        <p:style>
          <a:lnRef idx="1">
            <a:schemeClr val="dk1"/>
          </a:lnRef>
          <a:fillRef idx="0">
            <a:schemeClr val="dk1"/>
          </a:fillRef>
          <a:effectRef idx="0">
            <a:schemeClr val="dk1"/>
          </a:effectRef>
          <a:fontRef idx="minor">
            <a:schemeClr val="tx1"/>
          </a:fontRef>
        </p:style>
      </p:cxnSp>
      <p:cxnSp>
        <p:nvCxnSpPr>
          <p:cNvPr id="199" name="Conector recto 198">
            <a:extLst>
              <a:ext uri="{FF2B5EF4-FFF2-40B4-BE49-F238E27FC236}">
                <a16:creationId xmlns:a16="http://schemas.microsoft.com/office/drawing/2014/main" id="{E8D98C4B-80E1-4EB8-8E2D-04A8978F0220}"/>
              </a:ext>
            </a:extLst>
          </p:cNvPr>
          <p:cNvCxnSpPr/>
          <p:nvPr/>
        </p:nvCxnSpPr>
        <p:spPr>
          <a:xfrm>
            <a:off x="845667" y="4747810"/>
            <a:ext cx="1365774"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1" name="CuadroTexto 200">
                <a:extLst>
                  <a:ext uri="{FF2B5EF4-FFF2-40B4-BE49-F238E27FC236}">
                    <a16:creationId xmlns:a16="http://schemas.microsoft.com/office/drawing/2014/main" id="{568D22F0-5912-4746-A245-E78166CE83E9}"/>
                  </a:ext>
                </a:extLst>
              </p:cNvPr>
              <p:cNvSpPr txBox="1"/>
              <p:nvPr/>
            </p:nvSpPr>
            <p:spPr>
              <a:xfrm>
                <a:off x="858740" y="3056847"/>
                <a:ext cx="185115"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h</m:t>
                      </m:r>
                    </m:oMath>
                  </m:oMathPara>
                </a14:m>
                <a:endParaRPr lang="es-ES" dirty="0"/>
              </a:p>
            </p:txBody>
          </p:sp>
        </mc:Choice>
        <mc:Fallback>
          <p:sp>
            <p:nvSpPr>
              <p:cNvPr id="201" name="CuadroTexto 200">
                <a:extLst>
                  <a:ext uri="{FF2B5EF4-FFF2-40B4-BE49-F238E27FC236}">
                    <a16:creationId xmlns:a16="http://schemas.microsoft.com/office/drawing/2014/main" id="{568D22F0-5912-4746-A245-E78166CE83E9}"/>
                  </a:ext>
                </a:extLst>
              </p:cNvPr>
              <p:cNvSpPr txBox="1">
                <a:spLocks noRot="1" noChangeAspect="1" noMove="1" noResize="1" noEditPoints="1" noAdjustHandles="1" noChangeArrowheads="1" noChangeShapeType="1" noTextEdit="1"/>
              </p:cNvSpPr>
              <p:nvPr/>
            </p:nvSpPr>
            <p:spPr>
              <a:xfrm>
                <a:off x="858740" y="3056847"/>
                <a:ext cx="185115" cy="276999"/>
              </a:xfrm>
              <a:prstGeom prst="rect">
                <a:avLst/>
              </a:prstGeom>
              <a:blipFill>
                <a:blip r:embed="rId3"/>
                <a:stretch>
                  <a:fillRect l="-33333" r="-30000" b="-6522"/>
                </a:stretch>
              </a:blipFill>
            </p:spPr>
            <p:txBody>
              <a:bodyPr/>
              <a:lstStyle/>
              <a:p>
                <a:r>
                  <a:rPr lang="es-ES">
                    <a:noFill/>
                  </a:rPr>
                  <a:t> </a:t>
                </a:r>
              </a:p>
            </p:txBody>
          </p:sp>
        </mc:Fallback>
      </mc:AlternateContent>
      <p:cxnSp>
        <p:nvCxnSpPr>
          <p:cNvPr id="202" name="Conector recto de flecha 201">
            <a:extLst>
              <a:ext uri="{FF2B5EF4-FFF2-40B4-BE49-F238E27FC236}">
                <a16:creationId xmlns:a16="http://schemas.microsoft.com/office/drawing/2014/main" id="{41433836-978D-4DF8-83EF-33F0416635CB}"/>
              </a:ext>
            </a:extLst>
          </p:cNvPr>
          <p:cNvCxnSpPr>
            <a:cxnSpLocks/>
          </p:cNvCxnSpPr>
          <p:nvPr/>
        </p:nvCxnSpPr>
        <p:spPr>
          <a:xfrm>
            <a:off x="1385352" y="1755346"/>
            <a:ext cx="0" cy="288000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3" name="CuadroTexto 202">
                <a:extLst>
                  <a:ext uri="{FF2B5EF4-FFF2-40B4-BE49-F238E27FC236}">
                    <a16:creationId xmlns:a16="http://schemas.microsoft.com/office/drawing/2014/main" id="{F8AA4B6D-3A44-47F6-9DEC-339ACD4D118E}"/>
                  </a:ext>
                </a:extLst>
              </p:cNvPr>
              <p:cNvSpPr txBox="1"/>
              <p:nvPr/>
            </p:nvSpPr>
            <p:spPr>
              <a:xfrm>
                <a:off x="1257964" y="3038288"/>
                <a:ext cx="280974"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h</m:t>
                          </m:r>
                        </m:e>
                        <m:sub>
                          <m:r>
                            <a:rPr lang="es-ES" b="0" i="1" smtClean="0">
                              <a:latin typeface="Cambria Math" panose="02040503050406030204" pitchFamily="18" charset="0"/>
                            </a:rPr>
                            <m:t>𝑐</m:t>
                          </m:r>
                        </m:sub>
                      </m:sSub>
                    </m:oMath>
                  </m:oMathPara>
                </a14:m>
                <a:endParaRPr lang="es-ES" dirty="0"/>
              </a:p>
            </p:txBody>
          </p:sp>
        </mc:Choice>
        <mc:Fallback>
          <p:sp>
            <p:nvSpPr>
              <p:cNvPr id="203" name="CuadroTexto 202">
                <a:extLst>
                  <a:ext uri="{FF2B5EF4-FFF2-40B4-BE49-F238E27FC236}">
                    <a16:creationId xmlns:a16="http://schemas.microsoft.com/office/drawing/2014/main" id="{F8AA4B6D-3A44-47F6-9DEC-339ACD4D118E}"/>
                  </a:ext>
                </a:extLst>
              </p:cNvPr>
              <p:cNvSpPr txBox="1">
                <a:spLocks noRot="1" noChangeAspect="1" noMove="1" noResize="1" noEditPoints="1" noAdjustHandles="1" noChangeArrowheads="1" noChangeShapeType="1" noTextEdit="1"/>
              </p:cNvSpPr>
              <p:nvPr/>
            </p:nvSpPr>
            <p:spPr>
              <a:xfrm>
                <a:off x="1257964" y="3038288"/>
                <a:ext cx="280974" cy="276999"/>
              </a:xfrm>
              <a:prstGeom prst="rect">
                <a:avLst/>
              </a:prstGeom>
              <a:blipFill>
                <a:blip r:embed="rId4"/>
                <a:stretch>
                  <a:fillRect l="-21739" r="-2174" b="-10870"/>
                </a:stretch>
              </a:blipFill>
            </p:spPr>
            <p:txBody>
              <a:bodyPr/>
              <a:lstStyle/>
              <a:p>
                <a:r>
                  <a:rPr lang="es-ES">
                    <a:noFill/>
                  </a:rPr>
                  <a:t> </a:t>
                </a:r>
              </a:p>
            </p:txBody>
          </p:sp>
        </mc:Fallback>
      </mc:AlternateContent>
      <p:cxnSp>
        <p:nvCxnSpPr>
          <p:cNvPr id="204" name="Conector recto de flecha 203">
            <a:extLst>
              <a:ext uri="{FF2B5EF4-FFF2-40B4-BE49-F238E27FC236}">
                <a16:creationId xmlns:a16="http://schemas.microsoft.com/office/drawing/2014/main" id="{4BCDBEB7-7DC0-48E1-BCCE-71EDD7183DD5}"/>
              </a:ext>
            </a:extLst>
          </p:cNvPr>
          <p:cNvCxnSpPr>
            <a:cxnSpLocks/>
          </p:cNvCxnSpPr>
          <p:nvPr/>
        </p:nvCxnSpPr>
        <p:spPr>
          <a:xfrm>
            <a:off x="2342834" y="1866233"/>
            <a:ext cx="0" cy="270000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5" name="CuadroTexto 204">
                <a:extLst>
                  <a:ext uri="{FF2B5EF4-FFF2-40B4-BE49-F238E27FC236}">
                    <a16:creationId xmlns:a16="http://schemas.microsoft.com/office/drawing/2014/main" id="{BBEE8D7F-91AF-483A-944B-9FA9523CAB9C}"/>
                  </a:ext>
                </a:extLst>
              </p:cNvPr>
              <p:cNvSpPr txBox="1"/>
              <p:nvPr/>
            </p:nvSpPr>
            <p:spPr>
              <a:xfrm>
                <a:off x="2200195" y="3056847"/>
                <a:ext cx="332847"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h</m:t>
                          </m:r>
                        </m:e>
                        <m:sub>
                          <m:r>
                            <a:rPr lang="es-ES" b="0" i="1" smtClean="0">
                              <a:latin typeface="Cambria Math" panose="02040503050406030204" pitchFamily="18" charset="0"/>
                            </a:rPr>
                            <m:t>𝑤</m:t>
                          </m:r>
                        </m:sub>
                      </m:sSub>
                    </m:oMath>
                  </m:oMathPara>
                </a14:m>
                <a:endParaRPr lang="es-ES" dirty="0"/>
              </a:p>
            </p:txBody>
          </p:sp>
        </mc:Choice>
        <mc:Fallback>
          <p:sp>
            <p:nvSpPr>
              <p:cNvPr id="205" name="CuadroTexto 204">
                <a:extLst>
                  <a:ext uri="{FF2B5EF4-FFF2-40B4-BE49-F238E27FC236}">
                    <a16:creationId xmlns:a16="http://schemas.microsoft.com/office/drawing/2014/main" id="{BBEE8D7F-91AF-483A-944B-9FA9523CAB9C}"/>
                  </a:ext>
                </a:extLst>
              </p:cNvPr>
              <p:cNvSpPr txBox="1">
                <a:spLocks noRot="1" noChangeAspect="1" noMove="1" noResize="1" noEditPoints="1" noAdjustHandles="1" noChangeArrowheads="1" noChangeShapeType="1" noTextEdit="1"/>
              </p:cNvSpPr>
              <p:nvPr/>
            </p:nvSpPr>
            <p:spPr>
              <a:xfrm>
                <a:off x="2200195" y="3056847"/>
                <a:ext cx="332847" cy="276999"/>
              </a:xfrm>
              <a:prstGeom prst="rect">
                <a:avLst/>
              </a:prstGeom>
              <a:blipFill>
                <a:blip r:embed="rId5"/>
                <a:stretch>
                  <a:fillRect l="-18182" b="-10870"/>
                </a:stretch>
              </a:blipFill>
            </p:spPr>
            <p:txBody>
              <a:bodyPr/>
              <a:lstStyle/>
              <a:p>
                <a:r>
                  <a:rPr lang="es-ES">
                    <a:noFill/>
                  </a:rPr>
                  <a:t> </a:t>
                </a:r>
              </a:p>
            </p:txBody>
          </p:sp>
        </mc:Fallback>
      </mc:AlternateContent>
      <p:cxnSp>
        <p:nvCxnSpPr>
          <p:cNvPr id="206" name="Conector recto de flecha 205">
            <a:extLst>
              <a:ext uri="{FF2B5EF4-FFF2-40B4-BE49-F238E27FC236}">
                <a16:creationId xmlns:a16="http://schemas.microsoft.com/office/drawing/2014/main" id="{EE57CE37-5154-4259-BF3F-67ADEE8CF30C}"/>
              </a:ext>
            </a:extLst>
          </p:cNvPr>
          <p:cNvCxnSpPr>
            <a:cxnSpLocks/>
          </p:cNvCxnSpPr>
          <p:nvPr/>
        </p:nvCxnSpPr>
        <p:spPr>
          <a:xfrm>
            <a:off x="11411837" y="1861766"/>
            <a:ext cx="0" cy="2609477"/>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7" name="CuadroTexto 206">
                <a:extLst>
                  <a:ext uri="{FF2B5EF4-FFF2-40B4-BE49-F238E27FC236}">
                    <a16:creationId xmlns:a16="http://schemas.microsoft.com/office/drawing/2014/main" id="{E69CBAD6-0971-4465-84AE-AB14C0E54E02}"/>
                  </a:ext>
                </a:extLst>
              </p:cNvPr>
              <p:cNvSpPr txBox="1"/>
              <p:nvPr/>
            </p:nvSpPr>
            <p:spPr>
              <a:xfrm>
                <a:off x="11266509" y="3056847"/>
                <a:ext cx="306366"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h</m:t>
                          </m:r>
                        </m:e>
                        <m:sub>
                          <m:r>
                            <a:rPr lang="es-ES" b="0" i="1" smtClean="0">
                              <a:latin typeface="Cambria Math" panose="02040503050406030204" pitchFamily="18" charset="0"/>
                            </a:rPr>
                            <m:t>𝑅</m:t>
                          </m:r>
                        </m:sub>
                      </m:sSub>
                    </m:oMath>
                  </m:oMathPara>
                </a14:m>
                <a:endParaRPr lang="es-ES" dirty="0"/>
              </a:p>
            </p:txBody>
          </p:sp>
        </mc:Choice>
        <mc:Fallback>
          <p:sp>
            <p:nvSpPr>
              <p:cNvPr id="207" name="CuadroTexto 206">
                <a:extLst>
                  <a:ext uri="{FF2B5EF4-FFF2-40B4-BE49-F238E27FC236}">
                    <a16:creationId xmlns:a16="http://schemas.microsoft.com/office/drawing/2014/main" id="{E69CBAD6-0971-4465-84AE-AB14C0E54E02}"/>
                  </a:ext>
                </a:extLst>
              </p:cNvPr>
              <p:cNvSpPr txBox="1">
                <a:spLocks noRot="1" noChangeAspect="1" noMove="1" noResize="1" noEditPoints="1" noAdjustHandles="1" noChangeArrowheads="1" noChangeShapeType="1" noTextEdit="1"/>
              </p:cNvSpPr>
              <p:nvPr/>
            </p:nvSpPr>
            <p:spPr>
              <a:xfrm>
                <a:off x="11266509" y="3056847"/>
                <a:ext cx="306366" cy="276999"/>
              </a:xfrm>
              <a:prstGeom prst="rect">
                <a:avLst/>
              </a:prstGeom>
              <a:blipFill>
                <a:blip r:embed="rId6"/>
                <a:stretch>
                  <a:fillRect l="-20000" r="-6000" b="-15217"/>
                </a:stretch>
              </a:blipFill>
            </p:spPr>
            <p:txBody>
              <a:bodyPr/>
              <a:lstStyle/>
              <a:p>
                <a:r>
                  <a:rPr lang="es-ES">
                    <a:noFill/>
                  </a:rPr>
                  <a:t> </a:t>
                </a:r>
              </a:p>
            </p:txBody>
          </p:sp>
        </mc:Fallback>
      </mc:AlternateContent>
      <p:cxnSp>
        <p:nvCxnSpPr>
          <p:cNvPr id="210" name="Conector recto 209">
            <a:extLst>
              <a:ext uri="{FF2B5EF4-FFF2-40B4-BE49-F238E27FC236}">
                <a16:creationId xmlns:a16="http://schemas.microsoft.com/office/drawing/2014/main" id="{65BEC2A2-1C5C-4B0D-B11A-88176D58A55A}"/>
              </a:ext>
            </a:extLst>
          </p:cNvPr>
          <p:cNvCxnSpPr/>
          <p:nvPr/>
        </p:nvCxnSpPr>
        <p:spPr>
          <a:xfrm>
            <a:off x="10173645" y="1854077"/>
            <a:ext cx="1365774" cy="0"/>
          </a:xfrm>
          <a:prstGeom prst="line">
            <a:avLst/>
          </a:prstGeom>
        </p:spPr>
        <p:style>
          <a:lnRef idx="1">
            <a:schemeClr val="dk1"/>
          </a:lnRef>
          <a:fillRef idx="0">
            <a:schemeClr val="dk1"/>
          </a:fillRef>
          <a:effectRef idx="0">
            <a:schemeClr val="dk1"/>
          </a:effectRef>
          <a:fontRef idx="minor">
            <a:schemeClr val="tx1"/>
          </a:fontRef>
        </p:style>
      </p:cxnSp>
      <p:cxnSp>
        <p:nvCxnSpPr>
          <p:cNvPr id="211" name="Conector recto 210">
            <a:extLst>
              <a:ext uri="{FF2B5EF4-FFF2-40B4-BE49-F238E27FC236}">
                <a16:creationId xmlns:a16="http://schemas.microsoft.com/office/drawing/2014/main" id="{E925C959-565A-458D-AE29-521E605E8E14}"/>
              </a:ext>
            </a:extLst>
          </p:cNvPr>
          <p:cNvCxnSpPr/>
          <p:nvPr/>
        </p:nvCxnSpPr>
        <p:spPr>
          <a:xfrm>
            <a:off x="10207101" y="4489122"/>
            <a:ext cx="1365774" cy="0"/>
          </a:xfrm>
          <a:prstGeom prst="line">
            <a:avLst/>
          </a:prstGeom>
        </p:spPr>
        <p:style>
          <a:lnRef idx="1">
            <a:schemeClr val="dk1"/>
          </a:lnRef>
          <a:fillRef idx="0">
            <a:schemeClr val="dk1"/>
          </a:fillRef>
          <a:effectRef idx="0">
            <a:schemeClr val="dk1"/>
          </a:effectRef>
          <a:fontRef idx="minor">
            <a:schemeClr val="tx1"/>
          </a:fontRef>
        </p:style>
      </p:cxnSp>
      <p:grpSp>
        <p:nvGrpSpPr>
          <p:cNvPr id="212" name="Group 180">
            <a:extLst>
              <a:ext uri="{FF2B5EF4-FFF2-40B4-BE49-F238E27FC236}">
                <a16:creationId xmlns:a16="http://schemas.microsoft.com/office/drawing/2014/main" id="{0F7FB0AE-4D6C-4F0A-AA48-3A9AE4D843AD}"/>
              </a:ext>
            </a:extLst>
          </p:cNvPr>
          <p:cNvGrpSpPr/>
          <p:nvPr/>
        </p:nvGrpSpPr>
        <p:grpSpPr>
          <a:xfrm rot="10800000">
            <a:off x="2424821" y="4377361"/>
            <a:ext cx="647696" cy="336157"/>
            <a:chOff x="2348789" y="2050912"/>
            <a:chExt cx="687060" cy="356848"/>
          </a:xfrm>
          <a:solidFill>
            <a:schemeClr val="bg1">
              <a:lumMod val="65000"/>
            </a:schemeClr>
          </a:solidFill>
        </p:grpSpPr>
        <p:sp>
          <p:nvSpPr>
            <p:cNvPr id="213" name="L-Shape 178">
              <a:extLst>
                <a:ext uri="{FF2B5EF4-FFF2-40B4-BE49-F238E27FC236}">
                  <a16:creationId xmlns:a16="http://schemas.microsoft.com/office/drawing/2014/main" id="{00BEA1B0-F485-41D5-9FF6-C506E5ECF0D6}"/>
                </a:ext>
              </a:extLst>
            </p:cNvPr>
            <p:cNvSpPr/>
            <p:nvPr/>
          </p:nvSpPr>
          <p:spPr>
            <a:xfrm rot="5400000">
              <a:off x="2671466" y="2043376"/>
              <a:ext cx="356847" cy="371919"/>
            </a:xfrm>
            <a:prstGeom prst="corner">
              <a:avLst>
                <a:gd name="adj1" fmla="val 15263"/>
                <a:gd name="adj2" fmla="val 1322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L-Shape 179">
              <a:extLst>
                <a:ext uri="{FF2B5EF4-FFF2-40B4-BE49-F238E27FC236}">
                  <a16:creationId xmlns:a16="http://schemas.microsoft.com/office/drawing/2014/main" id="{3317BD15-4FA1-4EDC-BAB1-596853CA6E41}"/>
                </a:ext>
              </a:extLst>
            </p:cNvPr>
            <p:cNvSpPr/>
            <p:nvPr/>
          </p:nvSpPr>
          <p:spPr>
            <a:xfrm rot="16200000" flipH="1">
              <a:off x="2356325" y="2043377"/>
              <a:ext cx="356847" cy="371919"/>
            </a:xfrm>
            <a:prstGeom prst="corner">
              <a:avLst>
                <a:gd name="adj1" fmla="val 15263"/>
                <a:gd name="adj2" fmla="val 1322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216" name="Conector recto 215">
            <a:extLst>
              <a:ext uri="{FF2B5EF4-FFF2-40B4-BE49-F238E27FC236}">
                <a16:creationId xmlns:a16="http://schemas.microsoft.com/office/drawing/2014/main" id="{A3E8EBCF-9324-45D8-8FF0-28827F981D09}"/>
              </a:ext>
            </a:extLst>
          </p:cNvPr>
          <p:cNvCxnSpPr>
            <a:cxnSpLocks/>
          </p:cNvCxnSpPr>
          <p:nvPr/>
        </p:nvCxnSpPr>
        <p:spPr>
          <a:xfrm>
            <a:off x="1234352" y="1753492"/>
            <a:ext cx="1530537" cy="0"/>
          </a:xfrm>
          <a:prstGeom prst="line">
            <a:avLst/>
          </a:prstGeom>
        </p:spPr>
        <p:style>
          <a:lnRef idx="1">
            <a:schemeClr val="dk1"/>
          </a:lnRef>
          <a:fillRef idx="0">
            <a:schemeClr val="dk1"/>
          </a:fillRef>
          <a:effectRef idx="0">
            <a:schemeClr val="dk1"/>
          </a:effectRef>
          <a:fontRef idx="minor">
            <a:schemeClr val="tx1"/>
          </a:fontRef>
        </p:style>
      </p:cxnSp>
      <p:cxnSp>
        <p:nvCxnSpPr>
          <p:cNvPr id="218" name="Conector recto 217">
            <a:extLst>
              <a:ext uri="{FF2B5EF4-FFF2-40B4-BE49-F238E27FC236}">
                <a16:creationId xmlns:a16="http://schemas.microsoft.com/office/drawing/2014/main" id="{30E9C47A-8F04-48C4-A305-734D2BCDE18B}"/>
              </a:ext>
            </a:extLst>
          </p:cNvPr>
          <p:cNvCxnSpPr>
            <a:cxnSpLocks/>
          </p:cNvCxnSpPr>
          <p:nvPr/>
        </p:nvCxnSpPr>
        <p:spPr>
          <a:xfrm>
            <a:off x="1222958" y="4635346"/>
            <a:ext cx="1530537"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E6AAB375-310D-46ED-B9AA-5076C4C30FA4}"/>
                  </a:ext>
                </a:extLst>
              </p:cNvPr>
              <p:cNvSpPr txBox="1"/>
              <p:nvPr/>
            </p:nvSpPr>
            <p:spPr>
              <a:xfrm>
                <a:off x="5552406" y="5295956"/>
                <a:ext cx="5553828" cy="1150123"/>
              </a:xfrm>
              <a:prstGeom prst="rect">
                <a:avLst/>
              </a:prstGeom>
              <a:noFill/>
            </p:spPr>
            <p:txBody>
              <a:bodyPr wrap="none" lIns="0" tIns="0" rIns="0" bIns="0" rtlCol="0">
                <a:spAutoFit/>
              </a:bodyPr>
              <a:lstStyle/>
              <a:p>
                <a:r>
                  <a:rPr lang="es-ES" b="0" i="0" strike="sngStrike" dirty="0">
                    <a:latin typeface="+mj-lt"/>
                  </a:rPr>
                  <a:t>Wagner</a:t>
                </a:r>
                <a:r>
                  <a:rPr lang="es-ES" b="0" i="0" dirty="0">
                    <a:latin typeface="+mj-lt"/>
                  </a:rPr>
                  <a:t>    -&gt;    </a:t>
                </a:r>
                <a:r>
                  <a:rPr lang="es-ES" b="1" i="0" dirty="0">
                    <a:latin typeface="+mj-lt"/>
                  </a:rPr>
                  <a:t>NACA TN 2661</a:t>
                </a:r>
              </a:p>
              <a:p>
                <a:endParaRPr lang="es-ES" b="0" i="0"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s-ES" sz="1600" b="0" i="0" smtClean="0">
                              <a:latin typeface="Cambria Math" panose="02040503050406030204" pitchFamily="18" charset="0"/>
                            </a:rPr>
                          </m:ctrlPr>
                        </m:sSubPr>
                        <m:e>
                          <m:r>
                            <m:rPr>
                              <m:sty m:val="p"/>
                            </m:rPr>
                            <a:rPr lang="es-ES" sz="1600" b="0" i="0" smtClean="0">
                              <a:latin typeface="Cambria Math" panose="02040503050406030204" pitchFamily="18" charset="0"/>
                            </a:rPr>
                            <m:t>F</m:t>
                          </m:r>
                        </m:e>
                        <m:sub>
                          <m:r>
                            <m:rPr>
                              <m:sty m:val="p"/>
                            </m:rPr>
                            <a:rPr lang="es-ES" sz="1600" b="0" i="0" smtClean="0">
                              <a:latin typeface="Cambria Math" panose="02040503050406030204" pitchFamily="18" charset="0"/>
                            </a:rPr>
                            <m:t>z</m:t>
                          </m:r>
                        </m:sub>
                      </m:sSub>
                      <m:r>
                        <a:rPr lang="es-ES" sz="1600" b="0" i="0" smtClean="0">
                          <a:latin typeface="Cambria Math" panose="02040503050406030204" pitchFamily="18" charset="0"/>
                        </a:rPr>
                        <m:t>=</m:t>
                      </m:r>
                      <m:limLow>
                        <m:limLowPr>
                          <m:ctrlPr>
                            <a:rPr lang="es-ES" sz="1600" b="0" i="1" smtClean="0">
                              <a:latin typeface="Cambria Math" panose="02040503050406030204" pitchFamily="18" charset="0"/>
                            </a:rPr>
                          </m:ctrlPr>
                        </m:limLowPr>
                        <m:e>
                          <m:groupChr>
                            <m:groupChrPr>
                              <m:chr m:val="⏟"/>
                              <m:ctrlPr>
                                <a:rPr lang="es-ES" sz="1600" b="0" i="1" smtClean="0">
                                  <a:latin typeface="Cambria Math" panose="02040503050406030204" pitchFamily="18" charset="0"/>
                                </a:rPr>
                              </m:ctrlPr>
                            </m:groupChrPr>
                            <m:e>
                              <m:sSub>
                                <m:sSubPr>
                                  <m:ctrlPr>
                                    <a:rPr lang="es-ES" sz="1600" i="1">
                                      <a:latin typeface="Cambria Math" panose="02040503050406030204" pitchFamily="18" charset="0"/>
                                    </a:rPr>
                                  </m:ctrlPr>
                                </m:sSubPr>
                                <m:e>
                                  <m:r>
                                    <m:rPr>
                                      <m:sty m:val="p"/>
                                    </m:rPr>
                                    <a:rPr lang="es-ES" sz="1600">
                                      <a:latin typeface="Cambria Math" panose="02040503050406030204" pitchFamily="18" charset="0"/>
                                    </a:rPr>
                                    <m:t>kF</m:t>
                                  </m:r>
                                </m:e>
                                <m:sub>
                                  <m:r>
                                    <m:rPr>
                                      <m:sty m:val="p"/>
                                    </m:rPr>
                                    <a:rPr lang="es-ES" sz="1600">
                                      <a:latin typeface="Cambria Math" panose="02040503050406030204" pitchFamily="18" charset="0"/>
                                    </a:rPr>
                                    <m:t>z</m:t>
                                  </m:r>
                                </m:sub>
                              </m:sSub>
                            </m:e>
                          </m:groupChr>
                        </m:e>
                        <m:lim>
                          <m:r>
                            <a:rPr lang="es-ES" sz="1600" b="0" i="1" smtClean="0">
                              <a:latin typeface="Cambria Math" panose="02040503050406030204" pitchFamily="18" charset="0"/>
                            </a:rPr>
                            <m:t>𝑇𝐷𝑃</m:t>
                          </m:r>
                        </m:lim>
                      </m:limLow>
                      <m:r>
                        <a:rPr lang="es-ES" sz="1600" b="0" i="0" smtClean="0">
                          <a:latin typeface="Cambria Math" panose="02040503050406030204" pitchFamily="18" charset="0"/>
                        </a:rPr>
                        <m:t>+</m:t>
                      </m:r>
                      <m:limLow>
                        <m:limLowPr>
                          <m:ctrlPr>
                            <a:rPr lang="es-ES" sz="1600" b="0" i="1" smtClean="0">
                              <a:latin typeface="Cambria Math" panose="02040503050406030204" pitchFamily="18" charset="0"/>
                            </a:rPr>
                          </m:ctrlPr>
                        </m:limLowPr>
                        <m:e>
                          <m:groupChr>
                            <m:groupChrPr>
                              <m:chr m:val="⏟"/>
                              <m:ctrlPr>
                                <a:rPr lang="es-ES" sz="1600" b="0" i="1" smtClean="0">
                                  <a:latin typeface="Cambria Math" panose="02040503050406030204" pitchFamily="18" charset="0"/>
                                </a:rPr>
                              </m:ctrlPr>
                            </m:groupChrPr>
                            <m:e>
                              <m:d>
                                <m:dPr>
                                  <m:ctrlPr>
                                    <a:rPr lang="es-ES" sz="1600" i="1">
                                      <a:latin typeface="Cambria Math" panose="02040503050406030204" pitchFamily="18" charset="0"/>
                                    </a:rPr>
                                  </m:ctrlPr>
                                </m:dPr>
                                <m:e>
                                  <m:r>
                                    <a:rPr lang="es-ES" sz="1600">
                                      <a:latin typeface="Cambria Math" panose="02040503050406030204" pitchFamily="18" charset="0"/>
                                    </a:rPr>
                                    <m:t>1−</m:t>
                                  </m:r>
                                  <m:r>
                                    <m:rPr>
                                      <m:sty m:val="p"/>
                                    </m:rPr>
                                    <a:rPr lang="es-ES" sz="1600">
                                      <a:latin typeface="Cambria Math" panose="02040503050406030204" pitchFamily="18" charset="0"/>
                                    </a:rPr>
                                    <m:t>k</m:t>
                                  </m:r>
                                </m:e>
                              </m:d>
                              <m:sSub>
                                <m:sSubPr>
                                  <m:ctrlPr>
                                    <a:rPr lang="es-ES" sz="1600" i="1">
                                      <a:latin typeface="Cambria Math" panose="02040503050406030204" pitchFamily="18" charset="0"/>
                                    </a:rPr>
                                  </m:ctrlPr>
                                </m:sSubPr>
                                <m:e>
                                  <m:r>
                                    <m:rPr>
                                      <m:sty m:val="p"/>
                                    </m:rPr>
                                    <a:rPr lang="es-ES" sz="1600">
                                      <a:latin typeface="Cambria Math" panose="02040503050406030204" pitchFamily="18" charset="0"/>
                                    </a:rPr>
                                    <m:t>F</m:t>
                                  </m:r>
                                </m:e>
                                <m:sub>
                                  <m:r>
                                    <m:rPr>
                                      <m:sty m:val="p"/>
                                    </m:rPr>
                                    <a:rPr lang="es-ES" sz="1600">
                                      <a:latin typeface="Cambria Math" panose="02040503050406030204" pitchFamily="18" charset="0"/>
                                    </a:rPr>
                                    <m:t>z</m:t>
                                  </m:r>
                                </m:sub>
                              </m:sSub>
                            </m:e>
                          </m:groupChr>
                        </m:e>
                        <m:lim>
                          <m:r>
                            <a:rPr lang="es-ES" sz="1600" b="0" i="1" smtClean="0">
                              <a:latin typeface="Cambria Math" panose="02040503050406030204" pitchFamily="18" charset="0"/>
                            </a:rPr>
                            <m:t>𝑎𝑙𝑚𝑎</m:t>
                          </m:r>
                          <m:r>
                            <a:rPr lang="es-ES" sz="1600" b="0" i="1" smtClean="0">
                              <a:latin typeface="Cambria Math" panose="02040503050406030204" pitchFamily="18" charset="0"/>
                            </a:rPr>
                            <m:t> </m:t>
                          </m:r>
                          <m:r>
                            <a:rPr lang="es-ES" sz="1600" b="0" i="1" smtClean="0">
                              <a:latin typeface="Cambria Math" panose="02040503050406030204" pitchFamily="18" charset="0"/>
                            </a:rPr>
                            <m:t>𝑒𝑠𝑡𝑎𝑏𝑙𝑒</m:t>
                          </m:r>
                        </m:lim>
                      </m:limLow>
                      <m:r>
                        <a:rPr lang="es-ES" sz="1600" b="0" i="0" smtClean="0">
                          <a:latin typeface="Cambria Math" panose="02040503050406030204" pitchFamily="18" charset="0"/>
                        </a:rPr>
                        <m:t>              </m:t>
                      </m:r>
                      <m:r>
                        <m:rPr>
                          <m:sty m:val="p"/>
                        </m:rPr>
                        <a:rPr lang="es-ES" sz="1600" b="0" i="0" smtClean="0">
                          <a:latin typeface="Cambria Math" panose="02040503050406030204" pitchFamily="18" charset="0"/>
                        </a:rPr>
                        <m:t>donde</m:t>
                      </m:r>
                      <m:r>
                        <a:rPr lang="es-ES" sz="1600" b="0" i="0" smtClean="0">
                          <a:latin typeface="Cambria Math" panose="02040503050406030204" pitchFamily="18" charset="0"/>
                        </a:rPr>
                        <m:t>    </m:t>
                      </m:r>
                      <m:r>
                        <m:rPr>
                          <m:sty m:val="p"/>
                        </m:rPr>
                        <a:rPr lang="es-ES" sz="1600" b="0" i="0" smtClean="0">
                          <a:latin typeface="Cambria Math" panose="02040503050406030204" pitchFamily="18" charset="0"/>
                        </a:rPr>
                        <m:t>k</m:t>
                      </m:r>
                      <m:r>
                        <a:rPr lang="es-ES" sz="1600" b="0" i="0" smtClean="0">
                          <a:latin typeface="Cambria Math" panose="02040503050406030204" pitchFamily="18" charset="0"/>
                        </a:rPr>
                        <m:t>=</m:t>
                      </m:r>
                      <m:r>
                        <m:rPr>
                          <m:sty m:val="p"/>
                        </m:rPr>
                        <a:rPr lang="es-ES" sz="1600" b="0" i="0" smtClean="0">
                          <a:latin typeface="Cambria Math" panose="02040503050406030204" pitchFamily="18" charset="0"/>
                        </a:rPr>
                        <m:t>tanh</m:t>
                      </m:r>
                      <m:d>
                        <m:dPr>
                          <m:ctrlPr>
                            <a:rPr lang="es-ES" sz="1600" b="0" i="0" smtClean="0">
                              <a:latin typeface="Cambria Math" panose="02040503050406030204" pitchFamily="18" charset="0"/>
                            </a:rPr>
                          </m:ctrlPr>
                        </m:dPr>
                        <m:e>
                          <m:f>
                            <m:fPr>
                              <m:ctrlPr>
                                <a:rPr lang="es-ES" sz="1600" b="0" i="0" smtClean="0">
                                  <a:latin typeface="Cambria Math" panose="02040503050406030204" pitchFamily="18" charset="0"/>
                                </a:rPr>
                              </m:ctrlPr>
                            </m:fPr>
                            <m:num>
                              <m:r>
                                <a:rPr lang="es-ES" sz="1600" b="0" i="0" smtClean="0">
                                  <a:latin typeface="Cambria Math" panose="02040503050406030204" pitchFamily="18" charset="0"/>
                                </a:rPr>
                                <m:t>1</m:t>
                              </m:r>
                            </m:num>
                            <m:den>
                              <m:r>
                                <a:rPr lang="es-ES" sz="1600" b="0" i="0" smtClean="0">
                                  <a:latin typeface="Cambria Math" panose="02040503050406030204" pitchFamily="18" charset="0"/>
                                </a:rPr>
                                <m:t>2</m:t>
                              </m:r>
                            </m:den>
                          </m:f>
                          <m:r>
                            <m:rPr>
                              <m:sty m:val="p"/>
                            </m:rPr>
                            <a:rPr lang="es-ES" sz="1600" b="0" i="0" smtClean="0">
                              <a:latin typeface="Cambria Math" panose="02040503050406030204" pitchFamily="18" charset="0"/>
                            </a:rPr>
                            <m:t>log</m:t>
                          </m:r>
                          <m:f>
                            <m:fPr>
                              <m:ctrlPr>
                                <a:rPr lang="es-ES" sz="1600" b="0" i="1" smtClean="0">
                                  <a:latin typeface="Cambria Math" panose="02040503050406030204" pitchFamily="18" charset="0"/>
                                </a:rPr>
                              </m:ctrlPr>
                            </m:fPr>
                            <m:num>
                              <m:r>
                                <a:rPr lang="es-ES" sz="1600" b="0" i="1" smtClean="0">
                                  <a:latin typeface="Cambria Math" panose="02040503050406030204" pitchFamily="18" charset="0"/>
                                </a:rPr>
                                <m:t>𝜏</m:t>
                              </m:r>
                            </m:num>
                            <m:den>
                              <m:sSub>
                                <m:sSubPr>
                                  <m:ctrlPr>
                                    <a:rPr lang="es-ES" sz="1600" b="0" i="1" smtClean="0">
                                      <a:latin typeface="Cambria Math" panose="02040503050406030204" pitchFamily="18" charset="0"/>
                                    </a:rPr>
                                  </m:ctrlPr>
                                </m:sSubPr>
                                <m:e>
                                  <m:r>
                                    <a:rPr lang="es-ES" sz="1600" b="0" i="1" smtClean="0">
                                      <a:latin typeface="Cambria Math" panose="02040503050406030204" pitchFamily="18" charset="0"/>
                                    </a:rPr>
                                    <m:t>𝜏</m:t>
                                  </m:r>
                                </m:e>
                                <m:sub>
                                  <m:r>
                                    <a:rPr lang="es-ES" sz="1600" b="0" i="1" smtClean="0">
                                      <a:latin typeface="Cambria Math" panose="02040503050406030204" pitchFamily="18" charset="0"/>
                                    </a:rPr>
                                    <m:t>𝑐𝑟</m:t>
                                  </m:r>
                                </m:sub>
                              </m:sSub>
                            </m:den>
                          </m:f>
                        </m:e>
                      </m:d>
                    </m:oMath>
                  </m:oMathPara>
                </a14:m>
                <a:endParaRPr lang="es-ES" dirty="0"/>
              </a:p>
            </p:txBody>
          </p:sp>
        </mc:Choice>
        <mc:Fallback>
          <p:sp>
            <p:nvSpPr>
              <p:cNvPr id="2" name="CuadroTexto 1">
                <a:extLst>
                  <a:ext uri="{FF2B5EF4-FFF2-40B4-BE49-F238E27FC236}">
                    <a16:creationId xmlns:a16="http://schemas.microsoft.com/office/drawing/2014/main" id="{E6AAB375-310D-46ED-B9AA-5076C4C30FA4}"/>
                  </a:ext>
                </a:extLst>
              </p:cNvPr>
              <p:cNvSpPr txBox="1">
                <a:spLocks noRot="1" noChangeAspect="1" noMove="1" noResize="1" noEditPoints="1" noAdjustHandles="1" noChangeArrowheads="1" noChangeShapeType="1" noTextEdit="1"/>
              </p:cNvSpPr>
              <p:nvPr/>
            </p:nvSpPr>
            <p:spPr>
              <a:xfrm>
                <a:off x="5552406" y="5295956"/>
                <a:ext cx="5553828" cy="1150123"/>
              </a:xfrm>
              <a:prstGeom prst="rect">
                <a:avLst/>
              </a:prstGeom>
              <a:blipFill>
                <a:blip r:embed="rId7"/>
                <a:stretch>
                  <a:fillRect l="-2634" t="-6915"/>
                </a:stretch>
              </a:blipFill>
            </p:spPr>
            <p:txBody>
              <a:bodyPr/>
              <a:lstStyle/>
              <a:p>
                <a:r>
                  <a:rPr lang="es-ES">
                    <a:noFill/>
                  </a:rPr>
                  <a:t> </a:t>
                </a:r>
              </a:p>
            </p:txBody>
          </p:sp>
        </mc:Fallback>
      </mc:AlternateContent>
      <p:sp>
        <p:nvSpPr>
          <p:cNvPr id="3" name="CuadroTexto 2">
            <a:extLst>
              <a:ext uri="{FF2B5EF4-FFF2-40B4-BE49-F238E27FC236}">
                <a16:creationId xmlns:a16="http://schemas.microsoft.com/office/drawing/2014/main" id="{E632D3E5-D890-4ADE-8839-9CEC52F4D87D}"/>
              </a:ext>
            </a:extLst>
          </p:cNvPr>
          <p:cNvSpPr txBox="1"/>
          <p:nvPr/>
        </p:nvSpPr>
        <p:spPr>
          <a:xfrm>
            <a:off x="665825" y="5405008"/>
            <a:ext cx="4092617" cy="830997"/>
          </a:xfrm>
          <a:prstGeom prst="rect">
            <a:avLst/>
          </a:prstGeom>
          <a:noFill/>
        </p:spPr>
        <p:txBody>
          <a:bodyPr wrap="square" rtlCol="0">
            <a:spAutoFit/>
          </a:bodyPr>
          <a:lstStyle/>
          <a:p>
            <a:pPr marL="285750" indent="-285750">
              <a:buFontTx/>
              <a:buChar char="-"/>
            </a:pPr>
            <a:r>
              <a:rPr lang="es-ES" sz="1600" dirty="0">
                <a:latin typeface="+mj-lt"/>
              </a:rPr>
              <a:t>Permite el pandeo</a:t>
            </a:r>
          </a:p>
          <a:p>
            <a:pPr marL="285750" indent="-285750">
              <a:buFontTx/>
              <a:buChar char="-"/>
            </a:pPr>
            <a:r>
              <a:rPr lang="es-ES" sz="1600" dirty="0">
                <a:latin typeface="+mj-lt"/>
              </a:rPr>
              <a:t>Y no desprecia el esfuerzo a compresión que aparece tras el pandeo del alma</a:t>
            </a:r>
          </a:p>
        </p:txBody>
      </p:sp>
      <p:cxnSp>
        <p:nvCxnSpPr>
          <p:cNvPr id="7" name="Conector recto 6">
            <a:extLst>
              <a:ext uri="{FF2B5EF4-FFF2-40B4-BE49-F238E27FC236}">
                <a16:creationId xmlns:a16="http://schemas.microsoft.com/office/drawing/2014/main" id="{9EA564D8-7BEF-4C48-86FB-18104E1AD9DC}"/>
              </a:ext>
            </a:extLst>
          </p:cNvPr>
          <p:cNvCxnSpPr/>
          <p:nvPr/>
        </p:nvCxnSpPr>
        <p:spPr>
          <a:xfrm>
            <a:off x="4960646" y="5150591"/>
            <a:ext cx="0" cy="1403142"/>
          </a:xfrm>
          <a:prstGeom prst="line">
            <a:avLst/>
          </a:prstGeom>
        </p:spPr>
        <p:style>
          <a:lnRef idx="1">
            <a:schemeClr val="dk1"/>
          </a:lnRef>
          <a:fillRef idx="0">
            <a:schemeClr val="dk1"/>
          </a:fillRef>
          <a:effectRef idx="0">
            <a:schemeClr val="dk1"/>
          </a:effectRef>
          <a:fontRef idx="minor">
            <a:schemeClr val="tx1"/>
          </a:fontRef>
        </p:style>
      </p:cxnSp>
      <p:sp>
        <p:nvSpPr>
          <p:cNvPr id="198" name="Diagrama de flujo: conector 197">
            <a:extLst>
              <a:ext uri="{FF2B5EF4-FFF2-40B4-BE49-F238E27FC236}">
                <a16:creationId xmlns:a16="http://schemas.microsoft.com/office/drawing/2014/main" id="{40298A1D-41B1-485C-9E0A-EAD415BEAC1F}"/>
              </a:ext>
            </a:extLst>
          </p:cNvPr>
          <p:cNvSpPr/>
          <p:nvPr/>
        </p:nvSpPr>
        <p:spPr>
          <a:xfrm rot="2970868">
            <a:off x="5785960" y="3085360"/>
            <a:ext cx="1787962" cy="168675"/>
          </a:xfrm>
          <a:prstGeom prst="flowChartConnector">
            <a:avLst/>
          </a:prstGeom>
          <a:solidFill>
            <a:schemeClr val="accent6">
              <a:lumMod val="40000"/>
              <a:lumOff val="6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0" name="Diagrama de flujo: conector 199">
            <a:extLst>
              <a:ext uri="{FF2B5EF4-FFF2-40B4-BE49-F238E27FC236}">
                <a16:creationId xmlns:a16="http://schemas.microsoft.com/office/drawing/2014/main" id="{D2C30BB5-F9A5-4E32-805F-C036B662625E}"/>
              </a:ext>
            </a:extLst>
          </p:cNvPr>
          <p:cNvSpPr/>
          <p:nvPr/>
        </p:nvSpPr>
        <p:spPr>
          <a:xfrm rot="2970868">
            <a:off x="6572152" y="2663482"/>
            <a:ext cx="1067140" cy="112808"/>
          </a:xfrm>
          <a:prstGeom prst="flowChartConnector">
            <a:avLst/>
          </a:prstGeom>
          <a:solidFill>
            <a:schemeClr val="accent6">
              <a:lumMod val="40000"/>
              <a:lumOff val="6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8" name="Diagrama de flujo: conector 207">
            <a:extLst>
              <a:ext uri="{FF2B5EF4-FFF2-40B4-BE49-F238E27FC236}">
                <a16:creationId xmlns:a16="http://schemas.microsoft.com/office/drawing/2014/main" id="{50FD148A-E073-40DA-840B-9AE641A1C067}"/>
              </a:ext>
            </a:extLst>
          </p:cNvPr>
          <p:cNvSpPr/>
          <p:nvPr/>
        </p:nvSpPr>
        <p:spPr>
          <a:xfrm rot="2970868">
            <a:off x="5809884" y="3750789"/>
            <a:ext cx="1067140" cy="112808"/>
          </a:xfrm>
          <a:prstGeom prst="flowChartConnector">
            <a:avLst/>
          </a:prstGeom>
          <a:solidFill>
            <a:schemeClr val="accent6">
              <a:lumMod val="40000"/>
              <a:lumOff val="6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9" name="Diagrama de flujo: conector 208">
            <a:extLst>
              <a:ext uri="{FF2B5EF4-FFF2-40B4-BE49-F238E27FC236}">
                <a16:creationId xmlns:a16="http://schemas.microsoft.com/office/drawing/2014/main" id="{FC61C655-01D4-4D7A-9B0A-5AFE72CCACBE}"/>
              </a:ext>
            </a:extLst>
          </p:cNvPr>
          <p:cNvSpPr/>
          <p:nvPr/>
        </p:nvSpPr>
        <p:spPr>
          <a:xfrm rot="2970868">
            <a:off x="7882889" y="3077987"/>
            <a:ext cx="1787962" cy="168675"/>
          </a:xfrm>
          <a:prstGeom prst="flowChartConnector">
            <a:avLst/>
          </a:prstGeom>
          <a:solidFill>
            <a:schemeClr val="accent6">
              <a:lumMod val="40000"/>
              <a:lumOff val="6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5" name="Diagrama de flujo: conector 214">
            <a:extLst>
              <a:ext uri="{FF2B5EF4-FFF2-40B4-BE49-F238E27FC236}">
                <a16:creationId xmlns:a16="http://schemas.microsoft.com/office/drawing/2014/main" id="{B9E98B5F-957A-4CEA-BC59-79F08AF9A67C}"/>
              </a:ext>
            </a:extLst>
          </p:cNvPr>
          <p:cNvSpPr/>
          <p:nvPr/>
        </p:nvSpPr>
        <p:spPr>
          <a:xfrm rot="2970868">
            <a:off x="8669081" y="2656109"/>
            <a:ext cx="1067140" cy="112808"/>
          </a:xfrm>
          <a:prstGeom prst="flowChartConnector">
            <a:avLst/>
          </a:prstGeom>
          <a:solidFill>
            <a:schemeClr val="accent6">
              <a:lumMod val="40000"/>
              <a:lumOff val="6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7" name="Diagrama de flujo: conector 216">
            <a:extLst>
              <a:ext uri="{FF2B5EF4-FFF2-40B4-BE49-F238E27FC236}">
                <a16:creationId xmlns:a16="http://schemas.microsoft.com/office/drawing/2014/main" id="{465FF17D-8E61-4085-8BC2-547A7F0AA519}"/>
              </a:ext>
            </a:extLst>
          </p:cNvPr>
          <p:cNvSpPr/>
          <p:nvPr/>
        </p:nvSpPr>
        <p:spPr>
          <a:xfrm rot="2970868">
            <a:off x="7906813" y="3743416"/>
            <a:ext cx="1067140" cy="112808"/>
          </a:xfrm>
          <a:prstGeom prst="flowChartConnector">
            <a:avLst/>
          </a:prstGeom>
          <a:solidFill>
            <a:schemeClr val="accent6">
              <a:lumMod val="40000"/>
              <a:lumOff val="6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9" name="CuadroTexto 218">
            <a:extLst>
              <a:ext uri="{FF2B5EF4-FFF2-40B4-BE49-F238E27FC236}">
                <a16:creationId xmlns:a16="http://schemas.microsoft.com/office/drawing/2014/main" id="{8D5DACD5-C754-49B8-9C6B-6C195B059598}"/>
              </a:ext>
            </a:extLst>
          </p:cNvPr>
          <p:cNvSpPr txBox="1"/>
          <p:nvPr/>
        </p:nvSpPr>
        <p:spPr>
          <a:xfrm>
            <a:off x="6235714" y="3053529"/>
            <a:ext cx="2112584" cy="338554"/>
          </a:xfrm>
          <a:prstGeom prst="rect">
            <a:avLst/>
          </a:prstGeom>
          <a:noFill/>
        </p:spPr>
        <p:txBody>
          <a:bodyPr wrap="square" rtlCol="0">
            <a:spAutoFit/>
          </a:bodyPr>
          <a:lstStyle/>
          <a:p>
            <a:r>
              <a:rPr lang="es-ES" sz="1600" dirty="0">
                <a:solidFill>
                  <a:schemeClr val="tx2"/>
                </a:solidFill>
              </a:rPr>
              <a:t>*arrugas*</a:t>
            </a:r>
          </a:p>
        </p:txBody>
      </p:sp>
      <p:sp>
        <p:nvSpPr>
          <p:cNvPr id="220" name="CuadroTexto 219">
            <a:extLst>
              <a:ext uri="{FF2B5EF4-FFF2-40B4-BE49-F238E27FC236}">
                <a16:creationId xmlns:a16="http://schemas.microsoft.com/office/drawing/2014/main" id="{76F57A51-015B-4FB1-ABA9-D59DEE53CA91}"/>
              </a:ext>
            </a:extLst>
          </p:cNvPr>
          <p:cNvSpPr txBox="1"/>
          <p:nvPr/>
        </p:nvSpPr>
        <p:spPr>
          <a:xfrm>
            <a:off x="8350450" y="3045633"/>
            <a:ext cx="2112584" cy="338554"/>
          </a:xfrm>
          <a:prstGeom prst="rect">
            <a:avLst/>
          </a:prstGeom>
          <a:noFill/>
        </p:spPr>
        <p:txBody>
          <a:bodyPr wrap="square" rtlCol="0">
            <a:spAutoFit/>
          </a:bodyPr>
          <a:lstStyle/>
          <a:p>
            <a:r>
              <a:rPr lang="es-ES" sz="1600" dirty="0">
                <a:solidFill>
                  <a:schemeClr val="tx2"/>
                </a:solidFill>
              </a:rPr>
              <a:t>*arrugas*</a:t>
            </a:r>
          </a:p>
        </p:txBody>
      </p:sp>
    </p:spTree>
    <p:extLst>
      <p:ext uri="{BB962C8B-B14F-4D97-AF65-F5344CB8AC3E}">
        <p14:creationId xmlns:p14="http://schemas.microsoft.com/office/powerpoint/2010/main" val="1551191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0281887-98C3-4484-8FEF-856DFAE5A9EA}"/>
              </a:ext>
            </a:extLst>
          </p:cNvPr>
          <p:cNvPicPr>
            <a:picLocks noChangeAspect="1"/>
          </p:cNvPicPr>
          <p:nvPr/>
        </p:nvPicPr>
        <p:blipFill>
          <a:blip r:embed="rId2"/>
          <a:stretch>
            <a:fillRect/>
          </a:stretch>
        </p:blipFill>
        <p:spPr>
          <a:xfrm>
            <a:off x="8475216" y="377281"/>
            <a:ext cx="3153215" cy="4201111"/>
          </a:xfrm>
          <a:prstGeom prst="rect">
            <a:avLst/>
          </a:prstGeom>
        </p:spPr>
      </p:pic>
      <p:pic>
        <p:nvPicPr>
          <p:cNvPr id="4" name="Imagen 3">
            <a:extLst>
              <a:ext uri="{FF2B5EF4-FFF2-40B4-BE49-F238E27FC236}">
                <a16:creationId xmlns:a16="http://schemas.microsoft.com/office/drawing/2014/main" id="{10E667F9-E294-4C7E-BA27-94A9D7FAC682}"/>
              </a:ext>
            </a:extLst>
          </p:cNvPr>
          <p:cNvPicPr>
            <a:picLocks noChangeAspect="1"/>
          </p:cNvPicPr>
          <p:nvPr/>
        </p:nvPicPr>
        <p:blipFill>
          <a:blip r:embed="rId3"/>
          <a:stretch>
            <a:fillRect/>
          </a:stretch>
        </p:blipFill>
        <p:spPr>
          <a:xfrm>
            <a:off x="559502" y="2156143"/>
            <a:ext cx="3127158" cy="2342350"/>
          </a:xfrm>
          <a:prstGeom prst="rect">
            <a:avLst/>
          </a:prstGeom>
        </p:spPr>
      </p:pic>
      <p:pic>
        <p:nvPicPr>
          <p:cNvPr id="6" name="Imagen 5">
            <a:extLst>
              <a:ext uri="{FF2B5EF4-FFF2-40B4-BE49-F238E27FC236}">
                <a16:creationId xmlns:a16="http://schemas.microsoft.com/office/drawing/2014/main" id="{692E9EBF-3336-4470-9B44-A6EFB16FB3C1}"/>
              </a:ext>
            </a:extLst>
          </p:cNvPr>
          <p:cNvPicPr>
            <a:picLocks noChangeAspect="1"/>
          </p:cNvPicPr>
          <p:nvPr/>
        </p:nvPicPr>
        <p:blipFill>
          <a:blip r:embed="rId4"/>
          <a:stretch>
            <a:fillRect/>
          </a:stretch>
        </p:blipFill>
        <p:spPr>
          <a:xfrm>
            <a:off x="3930497" y="2973436"/>
            <a:ext cx="4562475" cy="2820358"/>
          </a:xfrm>
          <a:prstGeom prst="rect">
            <a:avLst/>
          </a:prstGeom>
        </p:spPr>
      </p:pic>
      <p:sp>
        <p:nvSpPr>
          <p:cNvPr id="2" name="Título 1">
            <a:extLst>
              <a:ext uri="{FF2B5EF4-FFF2-40B4-BE49-F238E27FC236}">
                <a16:creationId xmlns:a16="http://schemas.microsoft.com/office/drawing/2014/main" id="{814F011D-12ED-445D-99A2-20F11FA509AB}"/>
              </a:ext>
            </a:extLst>
          </p:cNvPr>
          <p:cNvSpPr>
            <a:spLocks noGrp="1"/>
          </p:cNvSpPr>
          <p:nvPr>
            <p:ph type="title"/>
          </p:nvPr>
        </p:nvSpPr>
        <p:spPr/>
        <p:txBody>
          <a:bodyPr/>
          <a:lstStyle/>
          <a:p>
            <a:r>
              <a:rPr lang="es-ES" dirty="0"/>
              <a:t>Ejemplos</a:t>
            </a:r>
          </a:p>
        </p:txBody>
      </p:sp>
      <p:sp>
        <p:nvSpPr>
          <p:cNvPr id="3" name="CuadroTexto 2">
            <a:extLst>
              <a:ext uri="{FF2B5EF4-FFF2-40B4-BE49-F238E27FC236}">
                <a16:creationId xmlns:a16="http://schemas.microsoft.com/office/drawing/2014/main" id="{C42F91AB-1136-42E9-A95B-B7B7F66C163C}"/>
              </a:ext>
            </a:extLst>
          </p:cNvPr>
          <p:cNvSpPr txBox="1"/>
          <p:nvPr/>
        </p:nvSpPr>
        <p:spPr>
          <a:xfrm>
            <a:off x="461848" y="4484188"/>
            <a:ext cx="3127158" cy="307777"/>
          </a:xfrm>
          <a:prstGeom prst="rect">
            <a:avLst/>
          </a:prstGeom>
          <a:noFill/>
        </p:spPr>
        <p:txBody>
          <a:bodyPr wrap="square" rtlCol="0">
            <a:spAutoFit/>
          </a:bodyPr>
          <a:lstStyle/>
          <a:p>
            <a:r>
              <a:rPr lang="es-ES" sz="1400" dirty="0">
                <a:solidFill>
                  <a:srgbClr val="0000FF"/>
                </a:solidFill>
                <a:latin typeface="+mj-lt"/>
              </a:rPr>
              <a:t>Ensayo tensión diagonal</a:t>
            </a:r>
          </a:p>
        </p:txBody>
      </p:sp>
    </p:spTree>
    <p:extLst>
      <p:ext uri="{BB962C8B-B14F-4D97-AF65-F5344CB8AC3E}">
        <p14:creationId xmlns:p14="http://schemas.microsoft.com/office/powerpoint/2010/main" val="305389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B25875F-AD1F-4902-9020-8315BE8565DF}"/>
              </a:ext>
            </a:extLst>
          </p:cNvPr>
          <p:cNvSpPr txBox="1"/>
          <p:nvPr/>
        </p:nvSpPr>
        <p:spPr>
          <a:xfrm>
            <a:off x="1377518" y="1377883"/>
            <a:ext cx="9436963" cy="1200329"/>
          </a:xfrm>
          <a:prstGeom prst="rect">
            <a:avLst/>
          </a:prstGeom>
          <a:noFill/>
        </p:spPr>
        <p:txBody>
          <a:bodyPr wrap="square" rtlCol="0">
            <a:spAutoFit/>
          </a:bodyPr>
          <a:lstStyle/>
          <a:p>
            <a:r>
              <a:rPr lang="es-ES" dirty="0"/>
              <a:t>REFERENCIAS:</a:t>
            </a:r>
          </a:p>
          <a:p>
            <a:endParaRPr lang="es-ES" dirty="0"/>
          </a:p>
          <a:p>
            <a:pPr marL="285750" indent="-285750">
              <a:buFontTx/>
              <a:buChar char="-"/>
            </a:pPr>
            <a:r>
              <a:rPr lang="en-US" dirty="0"/>
              <a:t>ANALYSIS AND DESIGN OF FLIGHT VEHICLE STRUCTURES</a:t>
            </a:r>
            <a:r>
              <a:rPr lang="es-ES" dirty="0"/>
              <a:t>  -  E. F. </a:t>
            </a:r>
            <a:r>
              <a:rPr lang="es-ES" dirty="0" err="1"/>
              <a:t>Bruhn</a:t>
            </a:r>
            <a:r>
              <a:rPr lang="es-ES" dirty="0"/>
              <a:t>, B. S., M.S., C.E</a:t>
            </a:r>
          </a:p>
          <a:p>
            <a:pPr marL="285750" indent="-285750">
              <a:buFontTx/>
              <a:buChar char="-"/>
            </a:pPr>
            <a:r>
              <a:rPr lang="es-ES" dirty="0"/>
              <a:t>Introducción al análisis de las estructuras aeronáuticas  -  Enrique de la Fuente </a:t>
            </a:r>
            <a:r>
              <a:rPr lang="es-ES" dirty="0" err="1"/>
              <a:t>Tremps</a:t>
            </a:r>
            <a:endParaRPr lang="es-ES" dirty="0"/>
          </a:p>
        </p:txBody>
      </p:sp>
    </p:spTree>
    <p:extLst>
      <p:ext uri="{BB962C8B-B14F-4D97-AF65-F5344CB8AC3E}">
        <p14:creationId xmlns:p14="http://schemas.microsoft.com/office/powerpoint/2010/main" val="893481563"/>
      </p:ext>
    </p:extLst>
  </p:cSld>
  <p:clrMapOvr>
    <a:masterClrMapping/>
  </p:clrMapOvr>
</p:sld>
</file>

<file path=ppt/theme/theme1.xml><?xml version="1.0" encoding="utf-8"?>
<a:theme xmlns:a="http://schemas.openxmlformats.org/drawingml/2006/main" name="Tema de Office">
  <a:themeElements>
    <a:clrScheme name="Intermedio">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659</Words>
  <Application>Microsoft Office PowerPoint</Application>
  <PresentationFormat>Panorámica</PresentationFormat>
  <Paragraphs>80</Paragraphs>
  <Slides>9</Slides>
  <Notes>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Calibri</vt:lpstr>
      <vt:lpstr>Calibri Light</vt:lpstr>
      <vt:lpstr>Cambria Math</vt:lpstr>
      <vt:lpstr>Tema de Office</vt:lpstr>
      <vt:lpstr>Tensión diagonal  *(pequeña y humilde  introducción teórica)</vt:lpstr>
      <vt:lpstr>¿Qué es?</vt:lpstr>
      <vt:lpstr>¿Qué es?</vt:lpstr>
      <vt:lpstr>¿Dónde puede darse?</vt:lpstr>
      <vt:lpstr>MODELO 1: Vigas de alma estable</vt:lpstr>
      <vt:lpstr>MODELO 2: Vigas en tensión diagonal pura/completa (TDP)</vt:lpstr>
      <vt:lpstr>MODELO 3: Vigas en tensión diagonal incompleta (TDI)</vt:lpstr>
      <vt:lpstr>Ejemplos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Soler Anton, Irene (external) [ES]</dc:creator>
  <cp:lastModifiedBy>Soler Anton, Irene (external) [ES]</cp:lastModifiedBy>
  <cp:revision>33</cp:revision>
  <dcterms:created xsi:type="dcterms:W3CDTF">2024-11-22T12:57:11Z</dcterms:created>
  <dcterms:modified xsi:type="dcterms:W3CDTF">2024-11-26T12:03:28Z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18bb2a3a-3dbe-4ee3-983f-5781cfbb17c4</vt:lpwstr>
  </property>
  <property fmtid="{D5CDD505-2E9C-101B-9397-08002B2CF9AE}" pid="3" name="LABEL">
    <vt:lpwstr>S</vt:lpwstr>
  </property>
  <property fmtid="{D5CDD505-2E9C-101B-9397-08002B2CF9AE}" pid="4" name="L1">
    <vt:lpwstr>C-ALL</vt:lpwstr>
  </property>
  <property fmtid="{D5CDD505-2E9C-101B-9397-08002B2CF9AE}" pid="5" name="L2">
    <vt:lpwstr>C-CS</vt:lpwstr>
  </property>
  <property fmtid="{D5CDD505-2E9C-101B-9397-08002B2CF9AE}" pid="6" name="L3">
    <vt:lpwstr>C-AD-AMB</vt:lpwstr>
  </property>
  <property fmtid="{D5CDD505-2E9C-101B-9397-08002B2CF9AE}" pid="7" name="CCAV">
    <vt:lpwstr/>
  </property>
  <property fmtid="{D5CDD505-2E9C-101B-9397-08002B2CF9AE}" pid="8" name="Visual">
    <vt:lpwstr>0</vt:lpwstr>
  </property>
</Properties>
</file>
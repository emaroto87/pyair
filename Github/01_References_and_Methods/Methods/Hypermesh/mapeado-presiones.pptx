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8" r:id="rId8"/>
    <p:sldId id="269" r:id="rId9"/>
    <p:sldId id="271" r:id="rId10"/>
    <p:sldId id="272" r:id="rId11"/>
    <p:sldId id="273" r:id="rId12"/>
    <p:sldId id="274" r:id="rId13"/>
    <p:sldId id="27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78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4C0AA-D1FA-4605-9CD3-0C91C9EA8D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E584108-C51E-4970-BABB-8C05532EAE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36881F3-1FC9-45EE-A60D-CB9E32EB219D}"/>
              </a:ext>
            </a:extLst>
          </p:cNvPr>
          <p:cNvSpPr>
            <a:spLocks noGrp="1"/>
          </p:cNvSpPr>
          <p:nvPr>
            <p:ph type="dt" sz="half" idx="10"/>
          </p:nvPr>
        </p:nvSpPr>
        <p:spPr/>
        <p:txBody>
          <a:bodyPr/>
          <a:lstStyle/>
          <a:p>
            <a:fld id="{CAF2F523-CED7-46ED-AF05-6083DA3FB974}" type="datetimeFigureOut">
              <a:rPr lang="en-GB" smtClean="0"/>
              <a:t>16/01/2026</a:t>
            </a:fld>
            <a:endParaRPr lang="en-GB"/>
          </a:p>
        </p:txBody>
      </p:sp>
      <p:sp>
        <p:nvSpPr>
          <p:cNvPr id="5" name="Footer Placeholder 4">
            <a:extLst>
              <a:ext uri="{FF2B5EF4-FFF2-40B4-BE49-F238E27FC236}">
                <a16:creationId xmlns:a16="http://schemas.microsoft.com/office/drawing/2014/main" id="{1D38054E-4AFF-42EF-9FB8-E97D36608E6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FC5BEB7-967C-4EE7-B661-F709192014C5}"/>
              </a:ext>
            </a:extLst>
          </p:cNvPr>
          <p:cNvSpPr>
            <a:spLocks noGrp="1"/>
          </p:cNvSpPr>
          <p:nvPr>
            <p:ph type="sldNum" sz="quarter" idx="12"/>
          </p:nvPr>
        </p:nvSpPr>
        <p:spPr/>
        <p:txBody>
          <a:bodyPr/>
          <a:lstStyle/>
          <a:p>
            <a:fld id="{5E97DE0D-2BF0-4760-BFDE-D4655E5EDC0B}" type="slidenum">
              <a:rPr lang="en-GB" smtClean="0"/>
              <a:t>‹#›</a:t>
            </a:fld>
            <a:endParaRPr lang="en-GB"/>
          </a:p>
        </p:txBody>
      </p:sp>
      <p:sp>
        <p:nvSpPr>
          <p:cNvPr id="7" name="hlSlideMaster.Title SlideHeader" descr=".">
            <a:extLst>
              <a:ext uri="{FF2B5EF4-FFF2-40B4-BE49-F238E27FC236}">
                <a16:creationId xmlns:a16="http://schemas.microsoft.com/office/drawing/2014/main" id="{9EF748AE-E0F0-43E0-8101-3FDD41FAF5A7}"/>
              </a:ext>
            </a:extLst>
          </p:cNvPr>
          <p:cNvSpPr txBox="1"/>
          <p:nvPr userDrawn="1"/>
        </p:nvSpPr>
        <p:spPr>
          <a:xfrm>
            <a:off x="0" y="0"/>
            <a:ext cx="12192000" cy="223138"/>
          </a:xfrm>
          <a:prstGeom prst="rect">
            <a:avLst/>
          </a:prstGeom>
          <a:noFill/>
        </p:spPr>
        <p:txBody>
          <a:bodyPr vert="horz" rtlCol="0">
            <a:spAutoFit/>
          </a:bodyPr>
          <a:lstStyle/>
          <a:p>
            <a:pPr algn="l"/>
            <a:r>
              <a:rPr lang="es-ES" sz="850" b="0" i="0" u="none" baseline="0">
                <a:solidFill>
                  <a:srgbClr val="FFFFFF"/>
                </a:solidFill>
                <a:latin typeface="Microsoft Sans Serif" panose="020B0604020202020204" pitchFamily="34" charset="0"/>
              </a:rPr>
              <a:t>.</a:t>
            </a:r>
          </a:p>
        </p:txBody>
      </p:sp>
      <p:sp>
        <p:nvSpPr>
          <p:cNvPr id="8" name="flSlideMaster.Title SlideFooter" descr=".">
            <a:extLst>
              <a:ext uri="{FF2B5EF4-FFF2-40B4-BE49-F238E27FC236}">
                <a16:creationId xmlns:a16="http://schemas.microsoft.com/office/drawing/2014/main" id="{9A3E60A3-C6E3-44BA-9536-1A1FE98D5CF4}"/>
              </a:ext>
            </a:extLst>
          </p:cNvPr>
          <p:cNvSpPr txBox="1"/>
          <p:nvPr userDrawn="1"/>
        </p:nvSpPr>
        <p:spPr>
          <a:xfrm>
            <a:off x="0" y="6537960"/>
            <a:ext cx="12192000" cy="223138"/>
          </a:xfrm>
          <a:prstGeom prst="rect">
            <a:avLst/>
          </a:prstGeom>
          <a:noFill/>
        </p:spPr>
        <p:txBody>
          <a:bodyPr vert="horz" rtlCol="0">
            <a:spAutoFit/>
          </a:bodyPr>
          <a:lstStyle/>
          <a:p>
            <a:pPr algn="l"/>
            <a:r>
              <a:rPr lang="es-ES" sz="850" b="0" i="0" u="none" baseline="0">
                <a:solidFill>
                  <a:srgbClr val="FFFFFF"/>
                </a:solidFill>
                <a:latin typeface="Microsoft Sans Serif" panose="020B0604020202020204" pitchFamily="34" charset="0"/>
              </a:rPr>
              <a:t>.</a:t>
            </a:r>
          </a:p>
        </p:txBody>
      </p:sp>
    </p:spTree>
    <p:extLst>
      <p:ext uri="{BB962C8B-B14F-4D97-AF65-F5344CB8AC3E}">
        <p14:creationId xmlns:p14="http://schemas.microsoft.com/office/powerpoint/2010/main" val="3344969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79D43-B928-4DE8-B091-B1511AC8258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E7D9A3-A083-4816-B3C2-EAB66217ED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301C7B2-1B0D-401C-87C0-F59E55B2A7F5}"/>
              </a:ext>
            </a:extLst>
          </p:cNvPr>
          <p:cNvSpPr>
            <a:spLocks noGrp="1"/>
          </p:cNvSpPr>
          <p:nvPr>
            <p:ph type="dt" sz="half" idx="10"/>
          </p:nvPr>
        </p:nvSpPr>
        <p:spPr/>
        <p:txBody>
          <a:bodyPr/>
          <a:lstStyle/>
          <a:p>
            <a:fld id="{CAF2F523-CED7-46ED-AF05-6083DA3FB974}" type="datetimeFigureOut">
              <a:rPr lang="en-GB" smtClean="0"/>
              <a:t>16/01/2026</a:t>
            </a:fld>
            <a:endParaRPr lang="en-GB"/>
          </a:p>
        </p:txBody>
      </p:sp>
      <p:sp>
        <p:nvSpPr>
          <p:cNvPr id="5" name="Footer Placeholder 4">
            <a:extLst>
              <a:ext uri="{FF2B5EF4-FFF2-40B4-BE49-F238E27FC236}">
                <a16:creationId xmlns:a16="http://schemas.microsoft.com/office/drawing/2014/main" id="{F5783C2A-66A1-4DF2-8D9B-FE5000DB38A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61E860A-547C-449D-A582-C7E8520A04B9}"/>
              </a:ext>
            </a:extLst>
          </p:cNvPr>
          <p:cNvSpPr>
            <a:spLocks noGrp="1"/>
          </p:cNvSpPr>
          <p:nvPr>
            <p:ph type="sldNum" sz="quarter" idx="12"/>
          </p:nvPr>
        </p:nvSpPr>
        <p:spPr/>
        <p:txBody>
          <a:bodyPr/>
          <a:lstStyle/>
          <a:p>
            <a:fld id="{5E97DE0D-2BF0-4760-BFDE-D4655E5EDC0B}" type="slidenum">
              <a:rPr lang="en-GB" smtClean="0"/>
              <a:t>‹#›</a:t>
            </a:fld>
            <a:endParaRPr lang="en-GB"/>
          </a:p>
        </p:txBody>
      </p:sp>
      <p:sp>
        <p:nvSpPr>
          <p:cNvPr id="7" name="hlSlideMaster.Title and ContentHeader" descr=".">
            <a:extLst>
              <a:ext uri="{FF2B5EF4-FFF2-40B4-BE49-F238E27FC236}">
                <a16:creationId xmlns:a16="http://schemas.microsoft.com/office/drawing/2014/main" id="{B8107D58-F456-4DE2-9831-BF167A4FA141}"/>
              </a:ext>
            </a:extLst>
          </p:cNvPr>
          <p:cNvSpPr txBox="1"/>
          <p:nvPr userDrawn="1"/>
        </p:nvSpPr>
        <p:spPr>
          <a:xfrm>
            <a:off x="0" y="0"/>
            <a:ext cx="12192000" cy="223138"/>
          </a:xfrm>
          <a:prstGeom prst="rect">
            <a:avLst/>
          </a:prstGeom>
          <a:noFill/>
        </p:spPr>
        <p:txBody>
          <a:bodyPr vert="horz" rtlCol="0">
            <a:spAutoFit/>
          </a:bodyPr>
          <a:lstStyle/>
          <a:p>
            <a:pPr algn="l"/>
            <a:r>
              <a:rPr lang="es-ES" sz="850" b="0" i="0" u="none" baseline="0">
                <a:solidFill>
                  <a:srgbClr val="FFFFFF"/>
                </a:solidFill>
                <a:latin typeface="Microsoft Sans Serif" panose="020B0604020202020204" pitchFamily="34" charset="0"/>
              </a:rPr>
              <a:t>.</a:t>
            </a:r>
          </a:p>
        </p:txBody>
      </p:sp>
      <p:sp>
        <p:nvSpPr>
          <p:cNvPr id="8" name="flSlideMaster.Title and ContentFooter" descr=".">
            <a:extLst>
              <a:ext uri="{FF2B5EF4-FFF2-40B4-BE49-F238E27FC236}">
                <a16:creationId xmlns:a16="http://schemas.microsoft.com/office/drawing/2014/main" id="{503A54DB-725A-4FC8-9327-5021AD29333C}"/>
              </a:ext>
            </a:extLst>
          </p:cNvPr>
          <p:cNvSpPr txBox="1"/>
          <p:nvPr userDrawn="1"/>
        </p:nvSpPr>
        <p:spPr>
          <a:xfrm>
            <a:off x="0" y="6537960"/>
            <a:ext cx="12192000" cy="223138"/>
          </a:xfrm>
          <a:prstGeom prst="rect">
            <a:avLst/>
          </a:prstGeom>
          <a:noFill/>
        </p:spPr>
        <p:txBody>
          <a:bodyPr vert="horz" rtlCol="0">
            <a:spAutoFit/>
          </a:bodyPr>
          <a:lstStyle/>
          <a:p>
            <a:pPr algn="l"/>
            <a:r>
              <a:rPr lang="es-ES" sz="850" b="0" i="0" u="none" baseline="0">
                <a:solidFill>
                  <a:srgbClr val="FFFFFF"/>
                </a:solidFill>
                <a:latin typeface="Microsoft Sans Serif" panose="020B0604020202020204" pitchFamily="34" charset="0"/>
              </a:rPr>
              <a:t>.</a:t>
            </a:r>
          </a:p>
        </p:txBody>
      </p:sp>
    </p:spTree>
    <p:extLst>
      <p:ext uri="{BB962C8B-B14F-4D97-AF65-F5344CB8AC3E}">
        <p14:creationId xmlns:p14="http://schemas.microsoft.com/office/powerpoint/2010/main" val="2963999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32D2D-EB28-48EA-BA89-E8F8E4B78E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475F363-27EF-479A-A10F-88918966BF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5729D8-E0EE-4338-A8AF-C23BFA1F4869}"/>
              </a:ext>
            </a:extLst>
          </p:cNvPr>
          <p:cNvSpPr>
            <a:spLocks noGrp="1"/>
          </p:cNvSpPr>
          <p:nvPr>
            <p:ph type="dt" sz="half" idx="10"/>
          </p:nvPr>
        </p:nvSpPr>
        <p:spPr/>
        <p:txBody>
          <a:bodyPr/>
          <a:lstStyle/>
          <a:p>
            <a:fld id="{CAF2F523-CED7-46ED-AF05-6083DA3FB974}" type="datetimeFigureOut">
              <a:rPr lang="en-GB" smtClean="0"/>
              <a:t>16/01/2026</a:t>
            </a:fld>
            <a:endParaRPr lang="en-GB"/>
          </a:p>
        </p:txBody>
      </p:sp>
      <p:sp>
        <p:nvSpPr>
          <p:cNvPr id="5" name="Footer Placeholder 4">
            <a:extLst>
              <a:ext uri="{FF2B5EF4-FFF2-40B4-BE49-F238E27FC236}">
                <a16:creationId xmlns:a16="http://schemas.microsoft.com/office/drawing/2014/main" id="{C0F2183B-E049-4CB4-964E-577C01F22BE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D653217-169C-4940-BABC-96D25EA61D1F}"/>
              </a:ext>
            </a:extLst>
          </p:cNvPr>
          <p:cNvSpPr>
            <a:spLocks noGrp="1"/>
          </p:cNvSpPr>
          <p:nvPr>
            <p:ph type="sldNum" sz="quarter" idx="12"/>
          </p:nvPr>
        </p:nvSpPr>
        <p:spPr/>
        <p:txBody>
          <a:bodyPr/>
          <a:lstStyle/>
          <a:p>
            <a:fld id="{5E97DE0D-2BF0-4760-BFDE-D4655E5EDC0B}" type="slidenum">
              <a:rPr lang="en-GB" smtClean="0"/>
              <a:t>‹#›</a:t>
            </a:fld>
            <a:endParaRPr lang="en-GB"/>
          </a:p>
        </p:txBody>
      </p:sp>
      <p:sp>
        <p:nvSpPr>
          <p:cNvPr id="7" name="hlSlideMaster.Section HeaderHeader" descr=".">
            <a:extLst>
              <a:ext uri="{FF2B5EF4-FFF2-40B4-BE49-F238E27FC236}">
                <a16:creationId xmlns:a16="http://schemas.microsoft.com/office/drawing/2014/main" id="{1F0F3662-96E4-4054-8E2A-781E68509BC7}"/>
              </a:ext>
            </a:extLst>
          </p:cNvPr>
          <p:cNvSpPr txBox="1"/>
          <p:nvPr userDrawn="1"/>
        </p:nvSpPr>
        <p:spPr>
          <a:xfrm>
            <a:off x="0" y="0"/>
            <a:ext cx="12192000" cy="223138"/>
          </a:xfrm>
          <a:prstGeom prst="rect">
            <a:avLst/>
          </a:prstGeom>
          <a:noFill/>
        </p:spPr>
        <p:txBody>
          <a:bodyPr vert="horz" rtlCol="0">
            <a:spAutoFit/>
          </a:bodyPr>
          <a:lstStyle/>
          <a:p>
            <a:pPr algn="l"/>
            <a:r>
              <a:rPr lang="es-ES" sz="850" b="0" i="0" u="none" baseline="0">
                <a:solidFill>
                  <a:srgbClr val="FFFFFF"/>
                </a:solidFill>
                <a:latin typeface="Microsoft Sans Serif" panose="020B0604020202020204" pitchFamily="34" charset="0"/>
              </a:rPr>
              <a:t>.</a:t>
            </a:r>
          </a:p>
        </p:txBody>
      </p:sp>
      <p:sp>
        <p:nvSpPr>
          <p:cNvPr id="8" name="flSlideMaster.Section HeaderFooter" descr=".">
            <a:extLst>
              <a:ext uri="{FF2B5EF4-FFF2-40B4-BE49-F238E27FC236}">
                <a16:creationId xmlns:a16="http://schemas.microsoft.com/office/drawing/2014/main" id="{88B8E614-A5DE-48EC-AA1D-6129E0C44E82}"/>
              </a:ext>
            </a:extLst>
          </p:cNvPr>
          <p:cNvSpPr txBox="1"/>
          <p:nvPr userDrawn="1"/>
        </p:nvSpPr>
        <p:spPr>
          <a:xfrm>
            <a:off x="0" y="6537960"/>
            <a:ext cx="12192000" cy="223138"/>
          </a:xfrm>
          <a:prstGeom prst="rect">
            <a:avLst/>
          </a:prstGeom>
          <a:noFill/>
        </p:spPr>
        <p:txBody>
          <a:bodyPr vert="horz" rtlCol="0">
            <a:spAutoFit/>
          </a:bodyPr>
          <a:lstStyle/>
          <a:p>
            <a:pPr algn="l"/>
            <a:r>
              <a:rPr lang="es-ES" sz="850" b="0" i="0" u="none" baseline="0">
                <a:solidFill>
                  <a:srgbClr val="FFFFFF"/>
                </a:solidFill>
                <a:latin typeface="Microsoft Sans Serif" panose="020B0604020202020204" pitchFamily="34" charset="0"/>
              </a:rPr>
              <a:t>.</a:t>
            </a:r>
          </a:p>
        </p:txBody>
      </p:sp>
    </p:spTree>
    <p:extLst>
      <p:ext uri="{BB962C8B-B14F-4D97-AF65-F5344CB8AC3E}">
        <p14:creationId xmlns:p14="http://schemas.microsoft.com/office/powerpoint/2010/main" val="2264079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6363D-5E48-4729-A161-518136633D6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D72D8F4-07FC-45BC-9D4F-EF5D3AC2B0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363BA55-4656-4DD0-A9E7-B097E84683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23AC20E-6F82-47AB-9F7F-89647AB5D021}"/>
              </a:ext>
            </a:extLst>
          </p:cNvPr>
          <p:cNvSpPr>
            <a:spLocks noGrp="1"/>
          </p:cNvSpPr>
          <p:nvPr>
            <p:ph type="dt" sz="half" idx="10"/>
          </p:nvPr>
        </p:nvSpPr>
        <p:spPr/>
        <p:txBody>
          <a:bodyPr/>
          <a:lstStyle/>
          <a:p>
            <a:fld id="{CAF2F523-CED7-46ED-AF05-6083DA3FB974}" type="datetimeFigureOut">
              <a:rPr lang="en-GB" smtClean="0"/>
              <a:t>16/01/2026</a:t>
            </a:fld>
            <a:endParaRPr lang="en-GB"/>
          </a:p>
        </p:txBody>
      </p:sp>
      <p:sp>
        <p:nvSpPr>
          <p:cNvPr id="6" name="Footer Placeholder 5">
            <a:extLst>
              <a:ext uri="{FF2B5EF4-FFF2-40B4-BE49-F238E27FC236}">
                <a16:creationId xmlns:a16="http://schemas.microsoft.com/office/drawing/2014/main" id="{1C5FE090-37B5-4C12-B8A2-02EFBAC9B60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026EB9D-7C03-44C3-921F-CF701EE0FC5E}"/>
              </a:ext>
            </a:extLst>
          </p:cNvPr>
          <p:cNvSpPr>
            <a:spLocks noGrp="1"/>
          </p:cNvSpPr>
          <p:nvPr>
            <p:ph type="sldNum" sz="quarter" idx="12"/>
          </p:nvPr>
        </p:nvSpPr>
        <p:spPr/>
        <p:txBody>
          <a:bodyPr/>
          <a:lstStyle/>
          <a:p>
            <a:fld id="{5E97DE0D-2BF0-4760-BFDE-D4655E5EDC0B}" type="slidenum">
              <a:rPr lang="en-GB" smtClean="0"/>
              <a:t>‹#›</a:t>
            </a:fld>
            <a:endParaRPr lang="en-GB"/>
          </a:p>
        </p:txBody>
      </p:sp>
      <p:sp>
        <p:nvSpPr>
          <p:cNvPr id="8" name="hlSlideMaster.Two ContentHeader" descr=".">
            <a:extLst>
              <a:ext uri="{FF2B5EF4-FFF2-40B4-BE49-F238E27FC236}">
                <a16:creationId xmlns:a16="http://schemas.microsoft.com/office/drawing/2014/main" id="{31E5EC54-08DE-4041-BAA7-B14B8A390F84}"/>
              </a:ext>
            </a:extLst>
          </p:cNvPr>
          <p:cNvSpPr txBox="1"/>
          <p:nvPr userDrawn="1"/>
        </p:nvSpPr>
        <p:spPr>
          <a:xfrm>
            <a:off x="0" y="0"/>
            <a:ext cx="12192000" cy="223138"/>
          </a:xfrm>
          <a:prstGeom prst="rect">
            <a:avLst/>
          </a:prstGeom>
          <a:noFill/>
        </p:spPr>
        <p:txBody>
          <a:bodyPr vert="horz" rtlCol="0">
            <a:spAutoFit/>
          </a:bodyPr>
          <a:lstStyle/>
          <a:p>
            <a:pPr algn="l"/>
            <a:r>
              <a:rPr lang="es-ES" sz="850" b="0" i="0" u="none" baseline="0">
                <a:solidFill>
                  <a:srgbClr val="FFFFFF"/>
                </a:solidFill>
                <a:latin typeface="Microsoft Sans Serif" panose="020B0604020202020204" pitchFamily="34" charset="0"/>
              </a:rPr>
              <a:t>.</a:t>
            </a:r>
          </a:p>
        </p:txBody>
      </p:sp>
      <p:sp>
        <p:nvSpPr>
          <p:cNvPr id="9" name="flSlideMaster.Two ContentFooter" descr=".">
            <a:extLst>
              <a:ext uri="{FF2B5EF4-FFF2-40B4-BE49-F238E27FC236}">
                <a16:creationId xmlns:a16="http://schemas.microsoft.com/office/drawing/2014/main" id="{79973AC3-2A0B-433D-ABED-8EE8DF5B0265}"/>
              </a:ext>
            </a:extLst>
          </p:cNvPr>
          <p:cNvSpPr txBox="1"/>
          <p:nvPr userDrawn="1"/>
        </p:nvSpPr>
        <p:spPr>
          <a:xfrm>
            <a:off x="0" y="6537960"/>
            <a:ext cx="12192000" cy="223138"/>
          </a:xfrm>
          <a:prstGeom prst="rect">
            <a:avLst/>
          </a:prstGeom>
          <a:noFill/>
        </p:spPr>
        <p:txBody>
          <a:bodyPr vert="horz" rtlCol="0">
            <a:spAutoFit/>
          </a:bodyPr>
          <a:lstStyle/>
          <a:p>
            <a:pPr algn="l"/>
            <a:r>
              <a:rPr lang="es-ES" sz="850" b="0" i="0" u="none" baseline="0">
                <a:solidFill>
                  <a:srgbClr val="FFFFFF"/>
                </a:solidFill>
                <a:latin typeface="Microsoft Sans Serif" panose="020B0604020202020204" pitchFamily="34" charset="0"/>
              </a:rPr>
              <a:t>.</a:t>
            </a:r>
          </a:p>
        </p:txBody>
      </p:sp>
    </p:spTree>
    <p:extLst>
      <p:ext uri="{BB962C8B-B14F-4D97-AF65-F5344CB8AC3E}">
        <p14:creationId xmlns:p14="http://schemas.microsoft.com/office/powerpoint/2010/main" val="1330307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C6723-2206-43A0-9CF5-96B15D9D69D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1AA0451-9B28-48C9-98B8-79A90F097E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26BF0E-E4E3-472A-8E1A-9A3B52F65B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43DCBCB-3217-4B8F-9A8D-24DFF3FA60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52F8CF-BC1C-4098-806A-9F0370BF81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9E003C1-D914-4BEC-BD47-0835E39F45CA}"/>
              </a:ext>
            </a:extLst>
          </p:cNvPr>
          <p:cNvSpPr>
            <a:spLocks noGrp="1"/>
          </p:cNvSpPr>
          <p:nvPr>
            <p:ph type="dt" sz="half" idx="10"/>
          </p:nvPr>
        </p:nvSpPr>
        <p:spPr/>
        <p:txBody>
          <a:bodyPr/>
          <a:lstStyle/>
          <a:p>
            <a:fld id="{CAF2F523-CED7-46ED-AF05-6083DA3FB974}" type="datetimeFigureOut">
              <a:rPr lang="en-GB" smtClean="0"/>
              <a:t>16/01/2026</a:t>
            </a:fld>
            <a:endParaRPr lang="en-GB"/>
          </a:p>
        </p:txBody>
      </p:sp>
      <p:sp>
        <p:nvSpPr>
          <p:cNvPr id="8" name="Footer Placeholder 7">
            <a:extLst>
              <a:ext uri="{FF2B5EF4-FFF2-40B4-BE49-F238E27FC236}">
                <a16:creationId xmlns:a16="http://schemas.microsoft.com/office/drawing/2014/main" id="{BC58FE6D-8E9E-41B3-ADAB-14C1726B228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816FE4B-2AAD-4D44-B271-46DC255139AA}"/>
              </a:ext>
            </a:extLst>
          </p:cNvPr>
          <p:cNvSpPr>
            <a:spLocks noGrp="1"/>
          </p:cNvSpPr>
          <p:nvPr>
            <p:ph type="sldNum" sz="quarter" idx="12"/>
          </p:nvPr>
        </p:nvSpPr>
        <p:spPr/>
        <p:txBody>
          <a:bodyPr/>
          <a:lstStyle/>
          <a:p>
            <a:fld id="{5E97DE0D-2BF0-4760-BFDE-D4655E5EDC0B}" type="slidenum">
              <a:rPr lang="en-GB" smtClean="0"/>
              <a:t>‹#›</a:t>
            </a:fld>
            <a:endParaRPr lang="en-GB"/>
          </a:p>
        </p:txBody>
      </p:sp>
      <p:sp>
        <p:nvSpPr>
          <p:cNvPr id="10" name="hlSlideMaster.ComparisonHeader" descr=".">
            <a:extLst>
              <a:ext uri="{FF2B5EF4-FFF2-40B4-BE49-F238E27FC236}">
                <a16:creationId xmlns:a16="http://schemas.microsoft.com/office/drawing/2014/main" id="{A8740010-E98A-4536-BF95-4923AD839457}"/>
              </a:ext>
            </a:extLst>
          </p:cNvPr>
          <p:cNvSpPr txBox="1"/>
          <p:nvPr userDrawn="1"/>
        </p:nvSpPr>
        <p:spPr>
          <a:xfrm>
            <a:off x="0" y="0"/>
            <a:ext cx="12192000" cy="223138"/>
          </a:xfrm>
          <a:prstGeom prst="rect">
            <a:avLst/>
          </a:prstGeom>
          <a:noFill/>
        </p:spPr>
        <p:txBody>
          <a:bodyPr vert="horz" rtlCol="0">
            <a:spAutoFit/>
          </a:bodyPr>
          <a:lstStyle/>
          <a:p>
            <a:pPr algn="l"/>
            <a:r>
              <a:rPr lang="es-ES" sz="850" b="0" i="0" u="none" baseline="0">
                <a:solidFill>
                  <a:srgbClr val="FFFFFF"/>
                </a:solidFill>
                <a:latin typeface="Microsoft Sans Serif" panose="020B0604020202020204" pitchFamily="34" charset="0"/>
              </a:rPr>
              <a:t>.</a:t>
            </a:r>
          </a:p>
        </p:txBody>
      </p:sp>
      <p:sp>
        <p:nvSpPr>
          <p:cNvPr id="11" name="flSlideMaster.ComparisonFooter" descr=".">
            <a:extLst>
              <a:ext uri="{FF2B5EF4-FFF2-40B4-BE49-F238E27FC236}">
                <a16:creationId xmlns:a16="http://schemas.microsoft.com/office/drawing/2014/main" id="{FD16F5E8-1C54-4B3F-AA4C-8E47D6BAB932}"/>
              </a:ext>
            </a:extLst>
          </p:cNvPr>
          <p:cNvSpPr txBox="1"/>
          <p:nvPr userDrawn="1"/>
        </p:nvSpPr>
        <p:spPr>
          <a:xfrm>
            <a:off x="0" y="6537960"/>
            <a:ext cx="12192000" cy="223138"/>
          </a:xfrm>
          <a:prstGeom prst="rect">
            <a:avLst/>
          </a:prstGeom>
          <a:noFill/>
        </p:spPr>
        <p:txBody>
          <a:bodyPr vert="horz" rtlCol="0">
            <a:spAutoFit/>
          </a:bodyPr>
          <a:lstStyle/>
          <a:p>
            <a:pPr algn="l"/>
            <a:r>
              <a:rPr lang="es-ES" sz="850" b="0" i="0" u="none" baseline="0">
                <a:solidFill>
                  <a:srgbClr val="FFFFFF"/>
                </a:solidFill>
                <a:latin typeface="Microsoft Sans Serif" panose="020B0604020202020204" pitchFamily="34" charset="0"/>
              </a:rPr>
              <a:t>.</a:t>
            </a:r>
          </a:p>
        </p:txBody>
      </p:sp>
    </p:spTree>
    <p:extLst>
      <p:ext uri="{BB962C8B-B14F-4D97-AF65-F5344CB8AC3E}">
        <p14:creationId xmlns:p14="http://schemas.microsoft.com/office/powerpoint/2010/main" val="3395458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ECC3E-3F4A-44B6-B555-268BDF431B8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6B10837-E5F3-45FF-B37C-2E1CCE344B97}"/>
              </a:ext>
            </a:extLst>
          </p:cNvPr>
          <p:cNvSpPr>
            <a:spLocks noGrp="1"/>
          </p:cNvSpPr>
          <p:nvPr>
            <p:ph type="dt" sz="half" idx="10"/>
          </p:nvPr>
        </p:nvSpPr>
        <p:spPr/>
        <p:txBody>
          <a:bodyPr/>
          <a:lstStyle/>
          <a:p>
            <a:fld id="{CAF2F523-CED7-46ED-AF05-6083DA3FB974}" type="datetimeFigureOut">
              <a:rPr lang="en-GB" smtClean="0"/>
              <a:t>16/01/2026</a:t>
            </a:fld>
            <a:endParaRPr lang="en-GB"/>
          </a:p>
        </p:txBody>
      </p:sp>
      <p:sp>
        <p:nvSpPr>
          <p:cNvPr id="4" name="Footer Placeholder 3">
            <a:extLst>
              <a:ext uri="{FF2B5EF4-FFF2-40B4-BE49-F238E27FC236}">
                <a16:creationId xmlns:a16="http://schemas.microsoft.com/office/drawing/2014/main" id="{9331EA28-B5F8-463D-B541-CBAFD56A481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B86373F-B62D-4EC9-B140-679BF4B37D16}"/>
              </a:ext>
            </a:extLst>
          </p:cNvPr>
          <p:cNvSpPr>
            <a:spLocks noGrp="1"/>
          </p:cNvSpPr>
          <p:nvPr>
            <p:ph type="sldNum" sz="quarter" idx="12"/>
          </p:nvPr>
        </p:nvSpPr>
        <p:spPr/>
        <p:txBody>
          <a:bodyPr/>
          <a:lstStyle/>
          <a:p>
            <a:fld id="{5E97DE0D-2BF0-4760-BFDE-D4655E5EDC0B}" type="slidenum">
              <a:rPr lang="en-GB" smtClean="0"/>
              <a:t>‹#›</a:t>
            </a:fld>
            <a:endParaRPr lang="en-GB"/>
          </a:p>
        </p:txBody>
      </p:sp>
      <p:sp>
        <p:nvSpPr>
          <p:cNvPr id="6" name="hlSlideMaster.Title OnlyHeader" descr=".">
            <a:extLst>
              <a:ext uri="{FF2B5EF4-FFF2-40B4-BE49-F238E27FC236}">
                <a16:creationId xmlns:a16="http://schemas.microsoft.com/office/drawing/2014/main" id="{4047C4AA-2B68-420D-9441-2955C1902E4D}"/>
              </a:ext>
            </a:extLst>
          </p:cNvPr>
          <p:cNvSpPr txBox="1"/>
          <p:nvPr userDrawn="1"/>
        </p:nvSpPr>
        <p:spPr>
          <a:xfrm>
            <a:off x="0" y="0"/>
            <a:ext cx="12192000" cy="223138"/>
          </a:xfrm>
          <a:prstGeom prst="rect">
            <a:avLst/>
          </a:prstGeom>
          <a:noFill/>
        </p:spPr>
        <p:txBody>
          <a:bodyPr vert="horz" rtlCol="0">
            <a:spAutoFit/>
          </a:bodyPr>
          <a:lstStyle/>
          <a:p>
            <a:pPr algn="l"/>
            <a:r>
              <a:rPr lang="es-ES" sz="850" b="0" i="0" u="none" baseline="0">
                <a:solidFill>
                  <a:srgbClr val="FFFFFF"/>
                </a:solidFill>
                <a:latin typeface="Microsoft Sans Serif" panose="020B0604020202020204" pitchFamily="34" charset="0"/>
              </a:rPr>
              <a:t>.</a:t>
            </a:r>
          </a:p>
        </p:txBody>
      </p:sp>
      <p:sp>
        <p:nvSpPr>
          <p:cNvPr id="7" name="flSlideMaster.Title OnlyFooter" descr=".">
            <a:extLst>
              <a:ext uri="{FF2B5EF4-FFF2-40B4-BE49-F238E27FC236}">
                <a16:creationId xmlns:a16="http://schemas.microsoft.com/office/drawing/2014/main" id="{72D32A77-1DC1-436E-9F34-3F3F08D5E8FB}"/>
              </a:ext>
            </a:extLst>
          </p:cNvPr>
          <p:cNvSpPr txBox="1"/>
          <p:nvPr userDrawn="1"/>
        </p:nvSpPr>
        <p:spPr>
          <a:xfrm>
            <a:off x="0" y="6537960"/>
            <a:ext cx="12192000" cy="223138"/>
          </a:xfrm>
          <a:prstGeom prst="rect">
            <a:avLst/>
          </a:prstGeom>
          <a:noFill/>
        </p:spPr>
        <p:txBody>
          <a:bodyPr vert="horz" rtlCol="0">
            <a:spAutoFit/>
          </a:bodyPr>
          <a:lstStyle/>
          <a:p>
            <a:pPr algn="l"/>
            <a:r>
              <a:rPr lang="es-ES" sz="850" b="0" i="0" u="none" baseline="0">
                <a:solidFill>
                  <a:srgbClr val="FFFFFF"/>
                </a:solidFill>
                <a:latin typeface="Microsoft Sans Serif" panose="020B0604020202020204" pitchFamily="34" charset="0"/>
              </a:rPr>
              <a:t>.</a:t>
            </a:r>
          </a:p>
        </p:txBody>
      </p:sp>
    </p:spTree>
    <p:extLst>
      <p:ext uri="{BB962C8B-B14F-4D97-AF65-F5344CB8AC3E}">
        <p14:creationId xmlns:p14="http://schemas.microsoft.com/office/powerpoint/2010/main" val="967916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F7A638-0AB5-4634-8C41-B914C67650D7}"/>
              </a:ext>
            </a:extLst>
          </p:cNvPr>
          <p:cNvSpPr>
            <a:spLocks noGrp="1"/>
          </p:cNvSpPr>
          <p:nvPr>
            <p:ph type="dt" sz="half" idx="10"/>
          </p:nvPr>
        </p:nvSpPr>
        <p:spPr/>
        <p:txBody>
          <a:bodyPr/>
          <a:lstStyle/>
          <a:p>
            <a:fld id="{CAF2F523-CED7-46ED-AF05-6083DA3FB974}" type="datetimeFigureOut">
              <a:rPr lang="en-GB" smtClean="0"/>
              <a:t>16/01/2026</a:t>
            </a:fld>
            <a:endParaRPr lang="en-GB"/>
          </a:p>
        </p:txBody>
      </p:sp>
      <p:sp>
        <p:nvSpPr>
          <p:cNvPr id="3" name="Footer Placeholder 2">
            <a:extLst>
              <a:ext uri="{FF2B5EF4-FFF2-40B4-BE49-F238E27FC236}">
                <a16:creationId xmlns:a16="http://schemas.microsoft.com/office/drawing/2014/main" id="{427F0726-EF7C-4E98-B214-4AEB1EB654E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13E27C8-CBD7-4191-8273-90E26E409AD0}"/>
              </a:ext>
            </a:extLst>
          </p:cNvPr>
          <p:cNvSpPr>
            <a:spLocks noGrp="1"/>
          </p:cNvSpPr>
          <p:nvPr>
            <p:ph type="sldNum" sz="quarter" idx="12"/>
          </p:nvPr>
        </p:nvSpPr>
        <p:spPr/>
        <p:txBody>
          <a:bodyPr/>
          <a:lstStyle/>
          <a:p>
            <a:fld id="{5E97DE0D-2BF0-4760-BFDE-D4655E5EDC0B}" type="slidenum">
              <a:rPr lang="en-GB" smtClean="0"/>
              <a:t>‹#›</a:t>
            </a:fld>
            <a:endParaRPr lang="en-GB"/>
          </a:p>
        </p:txBody>
      </p:sp>
      <p:sp>
        <p:nvSpPr>
          <p:cNvPr id="5" name="hlSlideMaster.BlankHeader" descr=".">
            <a:extLst>
              <a:ext uri="{FF2B5EF4-FFF2-40B4-BE49-F238E27FC236}">
                <a16:creationId xmlns:a16="http://schemas.microsoft.com/office/drawing/2014/main" id="{BFB5F37C-119D-46EF-9B5E-9F353EDB11BD}"/>
              </a:ext>
            </a:extLst>
          </p:cNvPr>
          <p:cNvSpPr txBox="1"/>
          <p:nvPr userDrawn="1"/>
        </p:nvSpPr>
        <p:spPr>
          <a:xfrm>
            <a:off x="0" y="0"/>
            <a:ext cx="12192000" cy="223138"/>
          </a:xfrm>
          <a:prstGeom prst="rect">
            <a:avLst/>
          </a:prstGeom>
          <a:noFill/>
        </p:spPr>
        <p:txBody>
          <a:bodyPr vert="horz" rtlCol="0">
            <a:spAutoFit/>
          </a:bodyPr>
          <a:lstStyle/>
          <a:p>
            <a:pPr algn="l"/>
            <a:r>
              <a:rPr lang="es-ES" sz="850" b="0" i="0" u="none" baseline="0">
                <a:solidFill>
                  <a:srgbClr val="FFFFFF"/>
                </a:solidFill>
                <a:latin typeface="Microsoft Sans Serif" panose="020B0604020202020204" pitchFamily="34" charset="0"/>
              </a:rPr>
              <a:t>.</a:t>
            </a:r>
          </a:p>
        </p:txBody>
      </p:sp>
      <p:sp>
        <p:nvSpPr>
          <p:cNvPr id="6" name="flSlideMaster.BlankFooter" descr=".">
            <a:extLst>
              <a:ext uri="{FF2B5EF4-FFF2-40B4-BE49-F238E27FC236}">
                <a16:creationId xmlns:a16="http://schemas.microsoft.com/office/drawing/2014/main" id="{358AFA69-D873-4534-8802-636ACF66EB0C}"/>
              </a:ext>
            </a:extLst>
          </p:cNvPr>
          <p:cNvSpPr txBox="1"/>
          <p:nvPr userDrawn="1"/>
        </p:nvSpPr>
        <p:spPr>
          <a:xfrm>
            <a:off x="0" y="6537960"/>
            <a:ext cx="12192000" cy="223138"/>
          </a:xfrm>
          <a:prstGeom prst="rect">
            <a:avLst/>
          </a:prstGeom>
          <a:noFill/>
        </p:spPr>
        <p:txBody>
          <a:bodyPr vert="horz" rtlCol="0">
            <a:spAutoFit/>
          </a:bodyPr>
          <a:lstStyle/>
          <a:p>
            <a:pPr algn="l"/>
            <a:r>
              <a:rPr lang="es-ES" sz="850" b="0" i="0" u="none" baseline="0">
                <a:solidFill>
                  <a:srgbClr val="FFFFFF"/>
                </a:solidFill>
                <a:latin typeface="Microsoft Sans Serif" panose="020B0604020202020204" pitchFamily="34" charset="0"/>
              </a:rPr>
              <a:t>.</a:t>
            </a:r>
          </a:p>
        </p:txBody>
      </p:sp>
    </p:spTree>
    <p:extLst>
      <p:ext uri="{BB962C8B-B14F-4D97-AF65-F5344CB8AC3E}">
        <p14:creationId xmlns:p14="http://schemas.microsoft.com/office/powerpoint/2010/main" val="2170526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2ABDD-64FF-496F-9090-DEC0D0BCD0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BED0C8F-3584-4AB3-961A-56A8527083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7AA8504-A5A7-4F8A-B50A-F290C6800A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8D1A29-9B2D-48AE-A51A-628891ABCF69}"/>
              </a:ext>
            </a:extLst>
          </p:cNvPr>
          <p:cNvSpPr>
            <a:spLocks noGrp="1"/>
          </p:cNvSpPr>
          <p:nvPr>
            <p:ph type="dt" sz="half" idx="10"/>
          </p:nvPr>
        </p:nvSpPr>
        <p:spPr/>
        <p:txBody>
          <a:bodyPr/>
          <a:lstStyle/>
          <a:p>
            <a:fld id="{CAF2F523-CED7-46ED-AF05-6083DA3FB974}" type="datetimeFigureOut">
              <a:rPr lang="en-GB" smtClean="0"/>
              <a:t>16/01/2026</a:t>
            </a:fld>
            <a:endParaRPr lang="en-GB"/>
          </a:p>
        </p:txBody>
      </p:sp>
      <p:sp>
        <p:nvSpPr>
          <p:cNvPr id="6" name="Footer Placeholder 5">
            <a:extLst>
              <a:ext uri="{FF2B5EF4-FFF2-40B4-BE49-F238E27FC236}">
                <a16:creationId xmlns:a16="http://schemas.microsoft.com/office/drawing/2014/main" id="{23A04143-846C-47EC-9600-66DC6E023C4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36BCDB5-47EF-4076-BDCD-A6DDFCA1745D}"/>
              </a:ext>
            </a:extLst>
          </p:cNvPr>
          <p:cNvSpPr>
            <a:spLocks noGrp="1"/>
          </p:cNvSpPr>
          <p:nvPr>
            <p:ph type="sldNum" sz="quarter" idx="12"/>
          </p:nvPr>
        </p:nvSpPr>
        <p:spPr/>
        <p:txBody>
          <a:bodyPr/>
          <a:lstStyle/>
          <a:p>
            <a:fld id="{5E97DE0D-2BF0-4760-BFDE-D4655E5EDC0B}" type="slidenum">
              <a:rPr lang="en-GB" smtClean="0"/>
              <a:t>‹#›</a:t>
            </a:fld>
            <a:endParaRPr lang="en-GB"/>
          </a:p>
        </p:txBody>
      </p:sp>
      <p:sp>
        <p:nvSpPr>
          <p:cNvPr id="8" name="hlSlideMaster.Content with CaptionHeader" descr=".">
            <a:extLst>
              <a:ext uri="{FF2B5EF4-FFF2-40B4-BE49-F238E27FC236}">
                <a16:creationId xmlns:a16="http://schemas.microsoft.com/office/drawing/2014/main" id="{71D6B628-3B32-41D5-937A-CFBC84839E6E}"/>
              </a:ext>
            </a:extLst>
          </p:cNvPr>
          <p:cNvSpPr txBox="1"/>
          <p:nvPr userDrawn="1"/>
        </p:nvSpPr>
        <p:spPr>
          <a:xfrm>
            <a:off x="0" y="0"/>
            <a:ext cx="12192000" cy="223138"/>
          </a:xfrm>
          <a:prstGeom prst="rect">
            <a:avLst/>
          </a:prstGeom>
          <a:noFill/>
        </p:spPr>
        <p:txBody>
          <a:bodyPr vert="horz" rtlCol="0">
            <a:spAutoFit/>
          </a:bodyPr>
          <a:lstStyle/>
          <a:p>
            <a:pPr algn="l"/>
            <a:r>
              <a:rPr lang="es-ES" sz="850" b="0" i="0" u="none" baseline="0">
                <a:solidFill>
                  <a:srgbClr val="FFFFFF"/>
                </a:solidFill>
                <a:latin typeface="Microsoft Sans Serif" panose="020B0604020202020204" pitchFamily="34" charset="0"/>
              </a:rPr>
              <a:t>.</a:t>
            </a:r>
          </a:p>
        </p:txBody>
      </p:sp>
      <p:sp>
        <p:nvSpPr>
          <p:cNvPr id="9" name="flSlideMaster.Content with CaptionFooter" descr=".">
            <a:extLst>
              <a:ext uri="{FF2B5EF4-FFF2-40B4-BE49-F238E27FC236}">
                <a16:creationId xmlns:a16="http://schemas.microsoft.com/office/drawing/2014/main" id="{D9F98421-34D2-42D5-866F-A3160264A4E8}"/>
              </a:ext>
            </a:extLst>
          </p:cNvPr>
          <p:cNvSpPr txBox="1"/>
          <p:nvPr userDrawn="1"/>
        </p:nvSpPr>
        <p:spPr>
          <a:xfrm>
            <a:off x="0" y="6537960"/>
            <a:ext cx="12192000" cy="223138"/>
          </a:xfrm>
          <a:prstGeom prst="rect">
            <a:avLst/>
          </a:prstGeom>
          <a:noFill/>
        </p:spPr>
        <p:txBody>
          <a:bodyPr vert="horz" rtlCol="0">
            <a:spAutoFit/>
          </a:bodyPr>
          <a:lstStyle/>
          <a:p>
            <a:pPr algn="l"/>
            <a:r>
              <a:rPr lang="es-ES" sz="850" b="0" i="0" u="none" baseline="0">
                <a:solidFill>
                  <a:srgbClr val="FFFFFF"/>
                </a:solidFill>
                <a:latin typeface="Microsoft Sans Serif" panose="020B0604020202020204" pitchFamily="34" charset="0"/>
              </a:rPr>
              <a:t>.</a:t>
            </a:r>
          </a:p>
        </p:txBody>
      </p:sp>
    </p:spTree>
    <p:extLst>
      <p:ext uri="{BB962C8B-B14F-4D97-AF65-F5344CB8AC3E}">
        <p14:creationId xmlns:p14="http://schemas.microsoft.com/office/powerpoint/2010/main" val="262688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47F1E-FBD3-4034-BE9C-3D5ED3DF4D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D4A3AE7-8F29-43D7-B11F-B389ADDA97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F2D7207-2BDE-4EA0-89F4-00CC85771A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341F90-7633-4165-B880-194A00ADECC3}"/>
              </a:ext>
            </a:extLst>
          </p:cNvPr>
          <p:cNvSpPr>
            <a:spLocks noGrp="1"/>
          </p:cNvSpPr>
          <p:nvPr>
            <p:ph type="dt" sz="half" idx="10"/>
          </p:nvPr>
        </p:nvSpPr>
        <p:spPr/>
        <p:txBody>
          <a:bodyPr/>
          <a:lstStyle/>
          <a:p>
            <a:fld id="{CAF2F523-CED7-46ED-AF05-6083DA3FB974}" type="datetimeFigureOut">
              <a:rPr lang="en-GB" smtClean="0"/>
              <a:t>16/01/2026</a:t>
            </a:fld>
            <a:endParaRPr lang="en-GB"/>
          </a:p>
        </p:txBody>
      </p:sp>
      <p:sp>
        <p:nvSpPr>
          <p:cNvPr id="6" name="Footer Placeholder 5">
            <a:extLst>
              <a:ext uri="{FF2B5EF4-FFF2-40B4-BE49-F238E27FC236}">
                <a16:creationId xmlns:a16="http://schemas.microsoft.com/office/drawing/2014/main" id="{D946D844-071F-47F0-A891-AFF07A34095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CACE9F5-B1B2-4281-83A9-7895012C2A31}"/>
              </a:ext>
            </a:extLst>
          </p:cNvPr>
          <p:cNvSpPr>
            <a:spLocks noGrp="1"/>
          </p:cNvSpPr>
          <p:nvPr>
            <p:ph type="sldNum" sz="quarter" idx="12"/>
          </p:nvPr>
        </p:nvSpPr>
        <p:spPr/>
        <p:txBody>
          <a:bodyPr/>
          <a:lstStyle/>
          <a:p>
            <a:fld id="{5E97DE0D-2BF0-4760-BFDE-D4655E5EDC0B}" type="slidenum">
              <a:rPr lang="en-GB" smtClean="0"/>
              <a:t>‹#›</a:t>
            </a:fld>
            <a:endParaRPr lang="en-GB"/>
          </a:p>
        </p:txBody>
      </p:sp>
      <p:sp>
        <p:nvSpPr>
          <p:cNvPr id="8" name="hlSlideMaster.Picture with CaptionHeader" descr=".">
            <a:extLst>
              <a:ext uri="{FF2B5EF4-FFF2-40B4-BE49-F238E27FC236}">
                <a16:creationId xmlns:a16="http://schemas.microsoft.com/office/drawing/2014/main" id="{E909984E-9326-4197-92A1-81A889FC7468}"/>
              </a:ext>
            </a:extLst>
          </p:cNvPr>
          <p:cNvSpPr txBox="1"/>
          <p:nvPr userDrawn="1"/>
        </p:nvSpPr>
        <p:spPr>
          <a:xfrm>
            <a:off x="0" y="0"/>
            <a:ext cx="12192000" cy="223138"/>
          </a:xfrm>
          <a:prstGeom prst="rect">
            <a:avLst/>
          </a:prstGeom>
          <a:noFill/>
        </p:spPr>
        <p:txBody>
          <a:bodyPr vert="horz" rtlCol="0">
            <a:spAutoFit/>
          </a:bodyPr>
          <a:lstStyle/>
          <a:p>
            <a:pPr algn="l"/>
            <a:r>
              <a:rPr lang="es-ES" sz="850" b="0" i="0" u="none" baseline="0">
                <a:solidFill>
                  <a:srgbClr val="FFFFFF"/>
                </a:solidFill>
                <a:latin typeface="Microsoft Sans Serif" panose="020B0604020202020204" pitchFamily="34" charset="0"/>
              </a:rPr>
              <a:t>.</a:t>
            </a:r>
          </a:p>
        </p:txBody>
      </p:sp>
      <p:sp>
        <p:nvSpPr>
          <p:cNvPr id="9" name="flSlideMaster.Picture with CaptionFooter" descr=".">
            <a:extLst>
              <a:ext uri="{FF2B5EF4-FFF2-40B4-BE49-F238E27FC236}">
                <a16:creationId xmlns:a16="http://schemas.microsoft.com/office/drawing/2014/main" id="{42350863-B096-4CE7-A49B-E85292D99F00}"/>
              </a:ext>
            </a:extLst>
          </p:cNvPr>
          <p:cNvSpPr txBox="1"/>
          <p:nvPr userDrawn="1"/>
        </p:nvSpPr>
        <p:spPr>
          <a:xfrm>
            <a:off x="0" y="6537960"/>
            <a:ext cx="12192000" cy="223138"/>
          </a:xfrm>
          <a:prstGeom prst="rect">
            <a:avLst/>
          </a:prstGeom>
          <a:noFill/>
        </p:spPr>
        <p:txBody>
          <a:bodyPr vert="horz" rtlCol="0">
            <a:spAutoFit/>
          </a:bodyPr>
          <a:lstStyle/>
          <a:p>
            <a:pPr algn="l"/>
            <a:r>
              <a:rPr lang="es-ES" sz="850" b="0" i="0" u="none" baseline="0">
                <a:solidFill>
                  <a:srgbClr val="FFFFFF"/>
                </a:solidFill>
                <a:latin typeface="Microsoft Sans Serif" panose="020B0604020202020204" pitchFamily="34" charset="0"/>
              </a:rPr>
              <a:t>.</a:t>
            </a:r>
          </a:p>
        </p:txBody>
      </p:sp>
    </p:spTree>
    <p:extLst>
      <p:ext uri="{BB962C8B-B14F-4D97-AF65-F5344CB8AC3E}">
        <p14:creationId xmlns:p14="http://schemas.microsoft.com/office/powerpoint/2010/main" val="1491115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41EC8-9A6B-40F2-94B3-BE93104BD7F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06BA50E-DB71-4149-B1B0-A064784F33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8CA505A-32F4-43DA-A24E-8D45377BE67C}"/>
              </a:ext>
            </a:extLst>
          </p:cNvPr>
          <p:cNvSpPr>
            <a:spLocks noGrp="1"/>
          </p:cNvSpPr>
          <p:nvPr>
            <p:ph type="dt" sz="half" idx="10"/>
          </p:nvPr>
        </p:nvSpPr>
        <p:spPr/>
        <p:txBody>
          <a:bodyPr/>
          <a:lstStyle/>
          <a:p>
            <a:fld id="{CAF2F523-CED7-46ED-AF05-6083DA3FB974}" type="datetimeFigureOut">
              <a:rPr lang="en-GB" smtClean="0"/>
              <a:t>16/01/2026</a:t>
            </a:fld>
            <a:endParaRPr lang="en-GB"/>
          </a:p>
        </p:txBody>
      </p:sp>
      <p:sp>
        <p:nvSpPr>
          <p:cNvPr id="5" name="Footer Placeholder 4">
            <a:extLst>
              <a:ext uri="{FF2B5EF4-FFF2-40B4-BE49-F238E27FC236}">
                <a16:creationId xmlns:a16="http://schemas.microsoft.com/office/drawing/2014/main" id="{A6A698D3-1FE2-4174-AEDA-2FBB2454C8B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0154E4E-9FCA-446D-BD54-89041DAFE223}"/>
              </a:ext>
            </a:extLst>
          </p:cNvPr>
          <p:cNvSpPr>
            <a:spLocks noGrp="1"/>
          </p:cNvSpPr>
          <p:nvPr>
            <p:ph type="sldNum" sz="quarter" idx="12"/>
          </p:nvPr>
        </p:nvSpPr>
        <p:spPr/>
        <p:txBody>
          <a:bodyPr/>
          <a:lstStyle/>
          <a:p>
            <a:fld id="{5E97DE0D-2BF0-4760-BFDE-D4655E5EDC0B}" type="slidenum">
              <a:rPr lang="en-GB" smtClean="0"/>
              <a:t>‹#›</a:t>
            </a:fld>
            <a:endParaRPr lang="en-GB"/>
          </a:p>
        </p:txBody>
      </p:sp>
      <p:sp>
        <p:nvSpPr>
          <p:cNvPr id="7" name="hlSlideMaster.Title and Vertical TextHeader" descr=".">
            <a:extLst>
              <a:ext uri="{FF2B5EF4-FFF2-40B4-BE49-F238E27FC236}">
                <a16:creationId xmlns:a16="http://schemas.microsoft.com/office/drawing/2014/main" id="{939CD09B-829C-4FAF-897F-6BCC4DA50DD1}"/>
              </a:ext>
            </a:extLst>
          </p:cNvPr>
          <p:cNvSpPr txBox="1"/>
          <p:nvPr userDrawn="1"/>
        </p:nvSpPr>
        <p:spPr>
          <a:xfrm>
            <a:off x="0" y="0"/>
            <a:ext cx="12192000" cy="223138"/>
          </a:xfrm>
          <a:prstGeom prst="rect">
            <a:avLst/>
          </a:prstGeom>
          <a:noFill/>
        </p:spPr>
        <p:txBody>
          <a:bodyPr vert="horz" rtlCol="0">
            <a:spAutoFit/>
          </a:bodyPr>
          <a:lstStyle/>
          <a:p>
            <a:pPr algn="l"/>
            <a:r>
              <a:rPr lang="es-ES" sz="850" b="0" i="0" u="none" baseline="0">
                <a:solidFill>
                  <a:srgbClr val="FFFFFF"/>
                </a:solidFill>
                <a:latin typeface="Microsoft Sans Serif" panose="020B0604020202020204" pitchFamily="34" charset="0"/>
              </a:rPr>
              <a:t>.</a:t>
            </a:r>
          </a:p>
        </p:txBody>
      </p:sp>
      <p:sp>
        <p:nvSpPr>
          <p:cNvPr id="8" name="flSlideMaster.Title and Vertical TextFooter" descr=".">
            <a:extLst>
              <a:ext uri="{FF2B5EF4-FFF2-40B4-BE49-F238E27FC236}">
                <a16:creationId xmlns:a16="http://schemas.microsoft.com/office/drawing/2014/main" id="{C5C7B389-0B24-42C8-AECD-23F55E24983A}"/>
              </a:ext>
            </a:extLst>
          </p:cNvPr>
          <p:cNvSpPr txBox="1"/>
          <p:nvPr userDrawn="1"/>
        </p:nvSpPr>
        <p:spPr>
          <a:xfrm>
            <a:off x="0" y="6537960"/>
            <a:ext cx="12192000" cy="223138"/>
          </a:xfrm>
          <a:prstGeom prst="rect">
            <a:avLst/>
          </a:prstGeom>
          <a:noFill/>
        </p:spPr>
        <p:txBody>
          <a:bodyPr vert="horz" rtlCol="0">
            <a:spAutoFit/>
          </a:bodyPr>
          <a:lstStyle/>
          <a:p>
            <a:pPr algn="l"/>
            <a:r>
              <a:rPr lang="es-ES" sz="850" b="0" i="0" u="none" baseline="0">
                <a:solidFill>
                  <a:srgbClr val="FFFFFF"/>
                </a:solidFill>
                <a:latin typeface="Microsoft Sans Serif" panose="020B0604020202020204" pitchFamily="34" charset="0"/>
              </a:rPr>
              <a:t>.</a:t>
            </a:r>
          </a:p>
        </p:txBody>
      </p:sp>
    </p:spTree>
    <p:extLst>
      <p:ext uri="{BB962C8B-B14F-4D97-AF65-F5344CB8AC3E}">
        <p14:creationId xmlns:p14="http://schemas.microsoft.com/office/powerpoint/2010/main" val="1054762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E5D2A0-19AC-4085-8C95-D23D4C64CE3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558E415-F79D-42B4-97A5-DD4F478C3E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D7D8A53-C2DE-4D88-990E-6F70857FD4F1}"/>
              </a:ext>
            </a:extLst>
          </p:cNvPr>
          <p:cNvSpPr>
            <a:spLocks noGrp="1"/>
          </p:cNvSpPr>
          <p:nvPr>
            <p:ph type="dt" sz="half" idx="10"/>
          </p:nvPr>
        </p:nvSpPr>
        <p:spPr/>
        <p:txBody>
          <a:bodyPr/>
          <a:lstStyle/>
          <a:p>
            <a:fld id="{CAF2F523-CED7-46ED-AF05-6083DA3FB974}" type="datetimeFigureOut">
              <a:rPr lang="en-GB" smtClean="0"/>
              <a:t>16/01/2026</a:t>
            </a:fld>
            <a:endParaRPr lang="en-GB"/>
          </a:p>
        </p:txBody>
      </p:sp>
      <p:sp>
        <p:nvSpPr>
          <p:cNvPr id="5" name="Footer Placeholder 4">
            <a:extLst>
              <a:ext uri="{FF2B5EF4-FFF2-40B4-BE49-F238E27FC236}">
                <a16:creationId xmlns:a16="http://schemas.microsoft.com/office/drawing/2014/main" id="{014183B3-09BA-488D-A155-0EFCDEC6220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437DB66-06A9-496B-A4F1-E02DF60FAFBA}"/>
              </a:ext>
            </a:extLst>
          </p:cNvPr>
          <p:cNvSpPr>
            <a:spLocks noGrp="1"/>
          </p:cNvSpPr>
          <p:nvPr>
            <p:ph type="sldNum" sz="quarter" idx="12"/>
          </p:nvPr>
        </p:nvSpPr>
        <p:spPr/>
        <p:txBody>
          <a:bodyPr/>
          <a:lstStyle/>
          <a:p>
            <a:fld id="{5E97DE0D-2BF0-4760-BFDE-D4655E5EDC0B}" type="slidenum">
              <a:rPr lang="en-GB" smtClean="0"/>
              <a:t>‹#›</a:t>
            </a:fld>
            <a:endParaRPr lang="en-GB"/>
          </a:p>
        </p:txBody>
      </p:sp>
      <p:sp>
        <p:nvSpPr>
          <p:cNvPr id="7" name="hlSlideMaster.Vertical Title and TextHeader" descr=".">
            <a:extLst>
              <a:ext uri="{FF2B5EF4-FFF2-40B4-BE49-F238E27FC236}">
                <a16:creationId xmlns:a16="http://schemas.microsoft.com/office/drawing/2014/main" id="{7A84FBEF-4074-44D1-B3CB-B5186B901FAC}"/>
              </a:ext>
            </a:extLst>
          </p:cNvPr>
          <p:cNvSpPr txBox="1"/>
          <p:nvPr userDrawn="1"/>
        </p:nvSpPr>
        <p:spPr>
          <a:xfrm>
            <a:off x="0" y="0"/>
            <a:ext cx="12192000" cy="223138"/>
          </a:xfrm>
          <a:prstGeom prst="rect">
            <a:avLst/>
          </a:prstGeom>
          <a:noFill/>
        </p:spPr>
        <p:txBody>
          <a:bodyPr vert="horz" rtlCol="0">
            <a:spAutoFit/>
          </a:bodyPr>
          <a:lstStyle/>
          <a:p>
            <a:pPr algn="l"/>
            <a:r>
              <a:rPr lang="es-ES" sz="850" b="0" i="0" u="none" baseline="0">
                <a:solidFill>
                  <a:srgbClr val="FFFFFF"/>
                </a:solidFill>
                <a:latin typeface="Microsoft Sans Serif" panose="020B0604020202020204" pitchFamily="34" charset="0"/>
              </a:rPr>
              <a:t>.</a:t>
            </a:r>
          </a:p>
        </p:txBody>
      </p:sp>
      <p:sp>
        <p:nvSpPr>
          <p:cNvPr id="8" name="flSlideMaster.Vertical Title and TextFooter" descr=".">
            <a:extLst>
              <a:ext uri="{FF2B5EF4-FFF2-40B4-BE49-F238E27FC236}">
                <a16:creationId xmlns:a16="http://schemas.microsoft.com/office/drawing/2014/main" id="{626400DD-3D1C-4382-A120-29022358B622}"/>
              </a:ext>
            </a:extLst>
          </p:cNvPr>
          <p:cNvSpPr txBox="1"/>
          <p:nvPr userDrawn="1"/>
        </p:nvSpPr>
        <p:spPr>
          <a:xfrm>
            <a:off x="0" y="6537960"/>
            <a:ext cx="12192000" cy="223138"/>
          </a:xfrm>
          <a:prstGeom prst="rect">
            <a:avLst/>
          </a:prstGeom>
          <a:noFill/>
        </p:spPr>
        <p:txBody>
          <a:bodyPr vert="horz" rtlCol="0">
            <a:spAutoFit/>
          </a:bodyPr>
          <a:lstStyle/>
          <a:p>
            <a:pPr algn="l"/>
            <a:r>
              <a:rPr lang="es-ES" sz="850" b="0" i="0" u="none" baseline="0">
                <a:solidFill>
                  <a:srgbClr val="FFFFFF"/>
                </a:solidFill>
                <a:latin typeface="Microsoft Sans Serif" panose="020B0604020202020204" pitchFamily="34" charset="0"/>
              </a:rPr>
              <a:t>.</a:t>
            </a:r>
          </a:p>
        </p:txBody>
      </p:sp>
    </p:spTree>
    <p:extLst>
      <p:ext uri="{BB962C8B-B14F-4D97-AF65-F5344CB8AC3E}">
        <p14:creationId xmlns:p14="http://schemas.microsoft.com/office/powerpoint/2010/main" val="1854991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CB5220-1326-4E9A-A020-4BD208F6F1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C5CEF48-3EAE-4B63-8140-D255B36D10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036A61B-5929-489D-AF43-53AA05A748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F2F523-CED7-46ED-AF05-6083DA3FB974}" type="datetimeFigureOut">
              <a:rPr lang="en-GB" smtClean="0"/>
              <a:t>16/01/2026</a:t>
            </a:fld>
            <a:endParaRPr lang="en-GB"/>
          </a:p>
        </p:txBody>
      </p:sp>
      <p:sp>
        <p:nvSpPr>
          <p:cNvPr id="5" name="Footer Placeholder 4">
            <a:extLst>
              <a:ext uri="{FF2B5EF4-FFF2-40B4-BE49-F238E27FC236}">
                <a16:creationId xmlns:a16="http://schemas.microsoft.com/office/drawing/2014/main" id="{8E4DD48A-77ED-4237-888A-77423C4D18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675FF15-5D9A-46F2-94C8-141FBCC6D2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97DE0D-2BF0-4760-BFDE-D4655E5EDC0B}" type="slidenum">
              <a:rPr lang="en-GB" smtClean="0"/>
              <a:t>‹#›</a:t>
            </a:fld>
            <a:endParaRPr lang="en-GB"/>
          </a:p>
        </p:txBody>
      </p:sp>
    </p:spTree>
    <p:extLst>
      <p:ext uri="{BB962C8B-B14F-4D97-AF65-F5344CB8AC3E}">
        <p14:creationId xmlns:p14="http://schemas.microsoft.com/office/powerpoint/2010/main" val="40592422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407F67-E2EE-44EA-AF2F-8A0441EEEEC0}"/>
              </a:ext>
            </a:extLst>
          </p:cNvPr>
          <p:cNvSpPr txBox="1"/>
          <p:nvPr/>
        </p:nvSpPr>
        <p:spPr>
          <a:xfrm>
            <a:off x="863029" y="308494"/>
            <a:ext cx="11044719" cy="1200329"/>
          </a:xfrm>
          <a:prstGeom prst="rect">
            <a:avLst/>
          </a:prstGeom>
          <a:noFill/>
        </p:spPr>
        <p:txBody>
          <a:bodyPr wrap="square" rtlCol="0">
            <a:spAutoFit/>
          </a:bodyPr>
          <a:lstStyle/>
          <a:p>
            <a:r>
              <a:rPr lang="es-ES" dirty="0"/>
              <a:t>1º Importar modelo con presiones L1</a:t>
            </a:r>
          </a:p>
          <a:p>
            <a:r>
              <a:rPr lang="es-ES" dirty="0"/>
              <a:t>2º botón derecho en el árbol del modelo </a:t>
            </a:r>
            <a:r>
              <a:rPr lang="es-ES" dirty="0" err="1"/>
              <a:t>Create</a:t>
            </a:r>
            <a:r>
              <a:rPr lang="es-ES" dirty="0"/>
              <a:t> Field. Renombrar con el caso de carga que queremos mapear</a:t>
            </a:r>
          </a:p>
          <a:p>
            <a:r>
              <a:rPr lang="es-ES" dirty="0"/>
              <a:t>3º mapeado continuo, fuente modelo actual, presiones</a:t>
            </a:r>
          </a:p>
          <a:p>
            <a:endParaRPr lang="es-ES" dirty="0"/>
          </a:p>
        </p:txBody>
      </p:sp>
      <p:pic>
        <p:nvPicPr>
          <p:cNvPr id="8" name="Picture 7">
            <a:extLst>
              <a:ext uri="{FF2B5EF4-FFF2-40B4-BE49-F238E27FC236}">
                <a16:creationId xmlns:a16="http://schemas.microsoft.com/office/drawing/2014/main" id="{7DC18978-DB33-4E76-86B4-CB0ED92A2647}"/>
              </a:ext>
            </a:extLst>
          </p:cNvPr>
          <p:cNvPicPr>
            <a:picLocks noChangeAspect="1"/>
          </p:cNvPicPr>
          <p:nvPr/>
        </p:nvPicPr>
        <p:blipFill>
          <a:blip r:embed="rId2"/>
          <a:stretch>
            <a:fillRect/>
          </a:stretch>
        </p:blipFill>
        <p:spPr>
          <a:xfrm>
            <a:off x="770562" y="1457453"/>
            <a:ext cx="4210050" cy="4676775"/>
          </a:xfrm>
          <a:prstGeom prst="rect">
            <a:avLst/>
          </a:prstGeom>
        </p:spPr>
      </p:pic>
      <p:pic>
        <p:nvPicPr>
          <p:cNvPr id="10" name="Picture 9">
            <a:extLst>
              <a:ext uri="{FF2B5EF4-FFF2-40B4-BE49-F238E27FC236}">
                <a16:creationId xmlns:a16="http://schemas.microsoft.com/office/drawing/2014/main" id="{7471342B-BD74-495E-955E-ABCB59B0F546}"/>
              </a:ext>
            </a:extLst>
          </p:cNvPr>
          <p:cNvPicPr>
            <a:picLocks noChangeAspect="1"/>
          </p:cNvPicPr>
          <p:nvPr/>
        </p:nvPicPr>
        <p:blipFill>
          <a:blip r:embed="rId3"/>
          <a:stretch>
            <a:fillRect/>
          </a:stretch>
        </p:blipFill>
        <p:spPr>
          <a:xfrm>
            <a:off x="5521512" y="1536543"/>
            <a:ext cx="3379755" cy="4597685"/>
          </a:xfrm>
          <a:prstGeom prst="rect">
            <a:avLst/>
          </a:prstGeom>
        </p:spPr>
      </p:pic>
    </p:spTree>
    <p:extLst>
      <p:ext uri="{BB962C8B-B14F-4D97-AF65-F5344CB8AC3E}">
        <p14:creationId xmlns:p14="http://schemas.microsoft.com/office/powerpoint/2010/main" val="2877288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407F67-E2EE-44EA-AF2F-8A0441EEEEC0}"/>
              </a:ext>
            </a:extLst>
          </p:cNvPr>
          <p:cNvSpPr txBox="1"/>
          <p:nvPr/>
        </p:nvSpPr>
        <p:spPr>
          <a:xfrm>
            <a:off x="863029" y="308494"/>
            <a:ext cx="11044719" cy="369332"/>
          </a:xfrm>
          <a:prstGeom prst="rect">
            <a:avLst/>
          </a:prstGeom>
          <a:noFill/>
        </p:spPr>
        <p:txBody>
          <a:bodyPr wrap="square" rtlCol="0">
            <a:spAutoFit/>
          </a:bodyPr>
          <a:lstStyle/>
          <a:p>
            <a:r>
              <a:rPr lang="es-ES" dirty="0"/>
              <a:t>4º. </a:t>
            </a:r>
            <a:r>
              <a:rPr lang="es-ES" dirty="0" err="1"/>
              <a:t>Source</a:t>
            </a:r>
            <a:r>
              <a:rPr lang="es-ES" dirty="0"/>
              <a:t> </a:t>
            </a:r>
            <a:r>
              <a:rPr lang="es-ES" dirty="0" err="1"/>
              <a:t>entity</a:t>
            </a:r>
            <a:r>
              <a:rPr lang="es-ES" dirty="0">
                <a:sym typeface="Wingdings" panose="05000000000000000000" pitchFamily="2" charset="2"/>
              </a:rPr>
              <a:t> elegir el load colector que se quiere mapear</a:t>
            </a:r>
            <a:endParaRPr lang="es-ES" dirty="0"/>
          </a:p>
        </p:txBody>
      </p:sp>
      <p:pic>
        <p:nvPicPr>
          <p:cNvPr id="3" name="Picture 2">
            <a:extLst>
              <a:ext uri="{FF2B5EF4-FFF2-40B4-BE49-F238E27FC236}">
                <a16:creationId xmlns:a16="http://schemas.microsoft.com/office/drawing/2014/main" id="{3E95579E-24FF-418E-976A-162A3794B5D2}"/>
              </a:ext>
            </a:extLst>
          </p:cNvPr>
          <p:cNvPicPr>
            <a:picLocks noChangeAspect="1"/>
          </p:cNvPicPr>
          <p:nvPr/>
        </p:nvPicPr>
        <p:blipFill>
          <a:blip r:embed="rId2"/>
          <a:stretch>
            <a:fillRect/>
          </a:stretch>
        </p:blipFill>
        <p:spPr>
          <a:xfrm>
            <a:off x="674670" y="994429"/>
            <a:ext cx="10664575" cy="5051641"/>
          </a:xfrm>
          <a:prstGeom prst="rect">
            <a:avLst/>
          </a:prstGeom>
        </p:spPr>
      </p:pic>
    </p:spTree>
    <p:extLst>
      <p:ext uri="{BB962C8B-B14F-4D97-AF65-F5344CB8AC3E}">
        <p14:creationId xmlns:p14="http://schemas.microsoft.com/office/powerpoint/2010/main" val="3783416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407F67-E2EE-44EA-AF2F-8A0441EEEEC0}"/>
              </a:ext>
            </a:extLst>
          </p:cNvPr>
          <p:cNvSpPr txBox="1"/>
          <p:nvPr/>
        </p:nvSpPr>
        <p:spPr>
          <a:xfrm>
            <a:off x="863029" y="308494"/>
            <a:ext cx="11044719" cy="369332"/>
          </a:xfrm>
          <a:prstGeom prst="rect">
            <a:avLst/>
          </a:prstGeom>
          <a:noFill/>
        </p:spPr>
        <p:txBody>
          <a:bodyPr wrap="square" rtlCol="0">
            <a:spAutoFit/>
          </a:bodyPr>
          <a:lstStyle/>
          <a:p>
            <a:r>
              <a:rPr lang="es-ES" dirty="0"/>
              <a:t>4º. </a:t>
            </a:r>
            <a:r>
              <a:rPr lang="es-ES" dirty="0" err="1"/>
              <a:t>Source</a:t>
            </a:r>
            <a:r>
              <a:rPr lang="es-ES" dirty="0"/>
              <a:t> </a:t>
            </a:r>
            <a:r>
              <a:rPr lang="es-ES" dirty="0" err="1"/>
              <a:t>entity</a:t>
            </a:r>
            <a:r>
              <a:rPr lang="es-ES" dirty="0">
                <a:sym typeface="Wingdings" panose="05000000000000000000" pitchFamily="2" charset="2"/>
              </a:rPr>
              <a:t> elegir el load colector que se quiere mapear</a:t>
            </a:r>
            <a:endParaRPr lang="es-ES" dirty="0"/>
          </a:p>
        </p:txBody>
      </p:sp>
      <p:pic>
        <p:nvPicPr>
          <p:cNvPr id="5" name="Picture 4">
            <a:extLst>
              <a:ext uri="{FF2B5EF4-FFF2-40B4-BE49-F238E27FC236}">
                <a16:creationId xmlns:a16="http://schemas.microsoft.com/office/drawing/2014/main" id="{AB4C97C2-7744-4349-8184-EEF24BADBCDF}"/>
              </a:ext>
            </a:extLst>
          </p:cNvPr>
          <p:cNvPicPr>
            <a:picLocks noChangeAspect="1"/>
          </p:cNvPicPr>
          <p:nvPr/>
        </p:nvPicPr>
        <p:blipFill>
          <a:blip r:embed="rId2"/>
          <a:stretch>
            <a:fillRect/>
          </a:stretch>
        </p:blipFill>
        <p:spPr>
          <a:xfrm>
            <a:off x="3991725" y="809839"/>
            <a:ext cx="3450764" cy="5238322"/>
          </a:xfrm>
          <a:prstGeom prst="rect">
            <a:avLst/>
          </a:prstGeom>
        </p:spPr>
      </p:pic>
    </p:spTree>
    <p:extLst>
      <p:ext uri="{BB962C8B-B14F-4D97-AF65-F5344CB8AC3E}">
        <p14:creationId xmlns:p14="http://schemas.microsoft.com/office/powerpoint/2010/main" val="1801247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407F67-E2EE-44EA-AF2F-8A0441EEEEC0}"/>
              </a:ext>
            </a:extLst>
          </p:cNvPr>
          <p:cNvSpPr txBox="1"/>
          <p:nvPr/>
        </p:nvSpPr>
        <p:spPr>
          <a:xfrm>
            <a:off x="863029" y="308494"/>
            <a:ext cx="11044719" cy="369332"/>
          </a:xfrm>
          <a:prstGeom prst="rect">
            <a:avLst/>
          </a:prstGeom>
          <a:noFill/>
        </p:spPr>
        <p:txBody>
          <a:bodyPr wrap="square" rtlCol="0">
            <a:spAutoFit/>
          </a:bodyPr>
          <a:lstStyle/>
          <a:p>
            <a:r>
              <a:rPr lang="es-ES" dirty="0"/>
              <a:t>5º. Borrar malla. </a:t>
            </a:r>
            <a:r>
              <a:rPr lang="es-ES" dirty="0" err="1"/>
              <a:t>Components</a:t>
            </a:r>
            <a:r>
              <a:rPr lang="es-ES" dirty="0"/>
              <a:t>, botón derecho, </a:t>
            </a:r>
            <a:r>
              <a:rPr lang="es-ES" dirty="0" err="1"/>
              <a:t>delete</a:t>
            </a:r>
            <a:r>
              <a:rPr lang="es-ES" dirty="0"/>
              <a:t>. Borrar load </a:t>
            </a:r>
            <a:r>
              <a:rPr lang="es-ES" dirty="0" err="1"/>
              <a:t>colectors</a:t>
            </a:r>
            <a:r>
              <a:rPr lang="es-ES" dirty="0"/>
              <a:t> y load step</a:t>
            </a:r>
          </a:p>
        </p:txBody>
      </p:sp>
      <p:pic>
        <p:nvPicPr>
          <p:cNvPr id="3" name="Picture 2">
            <a:extLst>
              <a:ext uri="{FF2B5EF4-FFF2-40B4-BE49-F238E27FC236}">
                <a16:creationId xmlns:a16="http://schemas.microsoft.com/office/drawing/2014/main" id="{1F61B11D-4123-4B32-ACE1-BF9CC9D576BE}"/>
              </a:ext>
            </a:extLst>
          </p:cNvPr>
          <p:cNvPicPr>
            <a:picLocks noChangeAspect="1"/>
          </p:cNvPicPr>
          <p:nvPr/>
        </p:nvPicPr>
        <p:blipFill rotWithShape="1">
          <a:blip r:embed="rId2"/>
          <a:srcRect l="54944" r="32669" b="20268"/>
          <a:stretch/>
        </p:blipFill>
        <p:spPr>
          <a:xfrm>
            <a:off x="671230" y="862760"/>
            <a:ext cx="2988914" cy="5902503"/>
          </a:xfrm>
          <a:prstGeom prst="rect">
            <a:avLst/>
          </a:prstGeom>
        </p:spPr>
      </p:pic>
    </p:spTree>
    <p:extLst>
      <p:ext uri="{BB962C8B-B14F-4D97-AF65-F5344CB8AC3E}">
        <p14:creationId xmlns:p14="http://schemas.microsoft.com/office/powerpoint/2010/main" val="1213517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407F67-E2EE-44EA-AF2F-8A0441EEEEC0}"/>
              </a:ext>
            </a:extLst>
          </p:cNvPr>
          <p:cNvSpPr txBox="1"/>
          <p:nvPr/>
        </p:nvSpPr>
        <p:spPr>
          <a:xfrm>
            <a:off x="863029" y="308494"/>
            <a:ext cx="11044719" cy="923330"/>
          </a:xfrm>
          <a:prstGeom prst="rect">
            <a:avLst/>
          </a:prstGeom>
          <a:noFill/>
        </p:spPr>
        <p:txBody>
          <a:bodyPr wrap="square" rtlCol="0">
            <a:spAutoFit/>
          </a:bodyPr>
          <a:lstStyle/>
          <a:p>
            <a:r>
              <a:rPr lang="es-ES" dirty="0"/>
              <a:t>6º. Importar malla a la que se quiere hacer el mapeado (malla de L2). El lanzador </a:t>
            </a:r>
            <a:r>
              <a:rPr lang="es-ES" dirty="0" err="1"/>
              <a:t>bdf</a:t>
            </a:r>
            <a:r>
              <a:rPr lang="es-ES" dirty="0"/>
              <a:t> del modelo de L2 mejor ponerlo sin cargas y sin </a:t>
            </a:r>
            <a:r>
              <a:rPr lang="es-ES" dirty="0" err="1"/>
              <a:t>subcases</a:t>
            </a:r>
            <a:r>
              <a:rPr lang="es-ES" dirty="0"/>
              <a:t> (mejor sólo malla).</a:t>
            </a:r>
          </a:p>
          <a:p>
            <a:r>
              <a:rPr lang="es-ES" dirty="0"/>
              <a:t>7º Aislar la malla del tanque de combustible (dejar sólo los componentes necesarios)</a:t>
            </a:r>
          </a:p>
        </p:txBody>
      </p:sp>
      <p:pic>
        <p:nvPicPr>
          <p:cNvPr id="3" name="Picture 2">
            <a:extLst>
              <a:ext uri="{FF2B5EF4-FFF2-40B4-BE49-F238E27FC236}">
                <a16:creationId xmlns:a16="http://schemas.microsoft.com/office/drawing/2014/main" id="{B2FAE033-1BE2-4345-8C41-6F7C4DE2B666}"/>
              </a:ext>
            </a:extLst>
          </p:cNvPr>
          <p:cNvPicPr>
            <a:picLocks noChangeAspect="1"/>
          </p:cNvPicPr>
          <p:nvPr/>
        </p:nvPicPr>
        <p:blipFill>
          <a:blip r:embed="rId2"/>
          <a:stretch>
            <a:fillRect/>
          </a:stretch>
        </p:blipFill>
        <p:spPr>
          <a:xfrm>
            <a:off x="952500" y="1525658"/>
            <a:ext cx="10287000" cy="4505325"/>
          </a:xfrm>
          <a:prstGeom prst="rect">
            <a:avLst/>
          </a:prstGeom>
        </p:spPr>
      </p:pic>
    </p:spTree>
    <p:extLst>
      <p:ext uri="{BB962C8B-B14F-4D97-AF65-F5344CB8AC3E}">
        <p14:creationId xmlns:p14="http://schemas.microsoft.com/office/powerpoint/2010/main" val="3586635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407F67-E2EE-44EA-AF2F-8A0441EEEEC0}"/>
              </a:ext>
            </a:extLst>
          </p:cNvPr>
          <p:cNvSpPr txBox="1"/>
          <p:nvPr/>
        </p:nvSpPr>
        <p:spPr>
          <a:xfrm>
            <a:off x="863029" y="308494"/>
            <a:ext cx="11044719" cy="430887"/>
          </a:xfrm>
          <a:prstGeom prst="rect">
            <a:avLst/>
          </a:prstGeom>
          <a:noFill/>
        </p:spPr>
        <p:txBody>
          <a:bodyPr wrap="square" rtlCol="0">
            <a:spAutoFit/>
          </a:bodyPr>
          <a:lstStyle/>
          <a:p>
            <a:r>
              <a:rPr lang="es-ES" sz="1100" dirty="0"/>
              <a:t>8º. Ir al </a:t>
            </a:r>
            <a:r>
              <a:rPr lang="es-ES" sz="1100" dirty="0" err="1"/>
              <a:t>field</a:t>
            </a:r>
            <a:r>
              <a:rPr lang="es-ES" sz="1100" dirty="0"/>
              <a:t> del LC1003, botón derecho</a:t>
            </a:r>
            <a:r>
              <a:rPr lang="es-ES" sz="1100" dirty="0">
                <a:sym typeface="Wingdings" panose="05000000000000000000" pitchFamily="2" charset="2"/>
              </a:rPr>
              <a:t> realice</a:t>
            </a:r>
          </a:p>
          <a:p>
            <a:r>
              <a:rPr lang="es-ES" sz="1100" dirty="0">
                <a:sym typeface="Wingdings" panose="05000000000000000000" pitchFamily="2" charset="2"/>
              </a:rPr>
              <a:t>9º </a:t>
            </a:r>
            <a:r>
              <a:rPr lang="es-ES" sz="1100" dirty="0" err="1">
                <a:sym typeface="Wingdings" panose="05000000000000000000" pitchFamily="2" charset="2"/>
              </a:rPr>
              <a:t>Node</a:t>
            </a:r>
            <a:r>
              <a:rPr lang="es-ES" sz="1100" dirty="0">
                <a:sym typeface="Wingdings" panose="05000000000000000000" pitchFamily="2" charset="2"/>
              </a:rPr>
              <a:t>, Table, </a:t>
            </a:r>
            <a:r>
              <a:rPr lang="es-ES" sz="1100" dirty="0" err="1">
                <a:sym typeface="Wingdings" panose="05000000000000000000" pitchFamily="2" charset="2"/>
              </a:rPr>
              <a:t>proximity</a:t>
            </a:r>
            <a:r>
              <a:rPr lang="es-ES" sz="1100" dirty="0">
                <a:sym typeface="Wingdings" panose="05000000000000000000" pitchFamily="2" charset="2"/>
              </a:rPr>
              <a:t>, </a:t>
            </a:r>
            <a:r>
              <a:rPr lang="es-ES" sz="1100" dirty="0" err="1">
                <a:sym typeface="Wingdings" panose="05000000000000000000" pitchFamily="2" charset="2"/>
              </a:rPr>
              <a:t>search</a:t>
            </a:r>
            <a:r>
              <a:rPr lang="es-ES" sz="1100" dirty="0">
                <a:sym typeface="Wingdings" panose="05000000000000000000" pitchFamily="2" charset="2"/>
              </a:rPr>
              <a:t> </a:t>
            </a:r>
            <a:r>
              <a:rPr lang="es-ES" sz="1100" dirty="0" err="1">
                <a:sym typeface="Wingdings" panose="05000000000000000000" pitchFamily="2" charset="2"/>
              </a:rPr>
              <a:t>radius</a:t>
            </a:r>
            <a:r>
              <a:rPr lang="es-ES" sz="1100" dirty="0">
                <a:sym typeface="Wingdings" panose="05000000000000000000" pitchFamily="2" charset="2"/>
              </a:rPr>
              <a:t>=130 (tamaño máximo de elemento, para asegurarnos que se cogen todos los nodos que nos interesan). Elegir los nodos y luego a </a:t>
            </a:r>
            <a:r>
              <a:rPr lang="es-ES" sz="1100" dirty="0" err="1">
                <a:sym typeface="Wingdings" panose="05000000000000000000" pitchFamily="2" charset="2"/>
              </a:rPr>
              <a:t>Realize</a:t>
            </a:r>
            <a:endParaRPr lang="es-ES" sz="1100" dirty="0">
              <a:sym typeface="Wingdings" panose="05000000000000000000" pitchFamily="2" charset="2"/>
            </a:endParaRPr>
          </a:p>
        </p:txBody>
      </p:sp>
      <p:sp>
        <p:nvSpPr>
          <p:cNvPr id="6" name="TextBox 5">
            <a:extLst>
              <a:ext uri="{FF2B5EF4-FFF2-40B4-BE49-F238E27FC236}">
                <a16:creationId xmlns:a16="http://schemas.microsoft.com/office/drawing/2014/main" id="{0BBCAF5B-5F64-43F4-BE6A-3960DB0E6578}"/>
              </a:ext>
            </a:extLst>
          </p:cNvPr>
          <p:cNvSpPr txBox="1"/>
          <p:nvPr/>
        </p:nvSpPr>
        <p:spPr>
          <a:xfrm>
            <a:off x="647271" y="3715691"/>
            <a:ext cx="11044719" cy="369332"/>
          </a:xfrm>
          <a:prstGeom prst="rect">
            <a:avLst/>
          </a:prstGeom>
          <a:noFill/>
        </p:spPr>
        <p:txBody>
          <a:bodyPr wrap="square" rtlCol="0">
            <a:spAutoFit/>
          </a:bodyPr>
          <a:lstStyle/>
          <a:p>
            <a:r>
              <a:rPr lang="es-ES" dirty="0"/>
              <a:t>Esto crea una tabla en hm con el ID de los nodos y el valor de presión. Exportamos la tabla</a:t>
            </a:r>
            <a:endParaRPr lang="es-ES" dirty="0">
              <a:sym typeface="Wingdings" panose="05000000000000000000" pitchFamily="2" charset="2"/>
            </a:endParaRPr>
          </a:p>
        </p:txBody>
      </p:sp>
      <p:pic>
        <p:nvPicPr>
          <p:cNvPr id="9" name="Picture 8">
            <a:extLst>
              <a:ext uri="{FF2B5EF4-FFF2-40B4-BE49-F238E27FC236}">
                <a16:creationId xmlns:a16="http://schemas.microsoft.com/office/drawing/2014/main" id="{7FB6AECE-05D6-4387-8DE8-2C378906451F}"/>
              </a:ext>
            </a:extLst>
          </p:cNvPr>
          <p:cNvPicPr>
            <a:picLocks noChangeAspect="1"/>
          </p:cNvPicPr>
          <p:nvPr/>
        </p:nvPicPr>
        <p:blipFill>
          <a:blip r:embed="rId2"/>
          <a:stretch>
            <a:fillRect/>
          </a:stretch>
        </p:blipFill>
        <p:spPr>
          <a:xfrm>
            <a:off x="863029" y="835503"/>
            <a:ext cx="8243298" cy="2880188"/>
          </a:xfrm>
          <a:prstGeom prst="rect">
            <a:avLst/>
          </a:prstGeom>
        </p:spPr>
      </p:pic>
      <p:pic>
        <p:nvPicPr>
          <p:cNvPr id="11" name="Picture 10">
            <a:extLst>
              <a:ext uri="{FF2B5EF4-FFF2-40B4-BE49-F238E27FC236}">
                <a16:creationId xmlns:a16="http://schemas.microsoft.com/office/drawing/2014/main" id="{A96353B3-76C6-46D2-AF91-1CCB4D26064B}"/>
              </a:ext>
            </a:extLst>
          </p:cNvPr>
          <p:cNvPicPr>
            <a:picLocks noChangeAspect="1"/>
          </p:cNvPicPr>
          <p:nvPr/>
        </p:nvPicPr>
        <p:blipFill rotWithShape="1">
          <a:blip r:embed="rId3"/>
          <a:srcRect l="54522" b="16972"/>
          <a:stretch/>
        </p:blipFill>
        <p:spPr>
          <a:xfrm>
            <a:off x="3174715" y="4085023"/>
            <a:ext cx="4818579" cy="2699137"/>
          </a:xfrm>
          <a:prstGeom prst="rect">
            <a:avLst/>
          </a:prstGeom>
        </p:spPr>
      </p:pic>
    </p:spTree>
    <p:extLst>
      <p:ext uri="{BB962C8B-B14F-4D97-AF65-F5344CB8AC3E}">
        <p14:creationId xmlns:p14="http://schemas.microsoft.com/office/powerpoint/2010/main" val="2739516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407F67-E2EE-44EA-AF2F-8A0441EEEEC0}"/>
              </a:ext>
            </a:extLst>
          </p:cNvPr>
          <p:cNvSpPr txBox="1"/>
          <p:nvPr/>
        </p:nvSpPr>
        <p:spPr>
          <a:xfrm>
            <a:off x="863029" y="308494"/>
            <a:ext cx="11044719" cy="369332"/>
          </a:xfrm>
          <a:prstGeom prst="rect">
            <a:avLst/>
          </a:prstGeom>
          <a:noFill/>
        </p:spPr>
        <p:txBody>
          <a:bodyPr wrap="square" rtlCol="0">
            <a:spAutoFit/>
          </a:bodyPr>
          <a:lstStyle/>
          <a:p>
            <a:r>
              <a:rPr lang="es-ES" dirty="0"/>
              <a:t>10º. Pedimos las coordenadas de todos los nodos del tanque de L2 con el </a:t>
            </a:r>
            <a:r>
              <a:rPr lang="es-ES" dirty="0" err="1"/>
              <a:t>matrix</a:t>
            </a:r>
            <a:r>
              <a:rPr lang="es-ES" dirty="0"/>
              <a:t> browser</a:t>
            </a:r>
            <a:endParaRPr lang="es-ES" dirty="0">
              <a:sym typeface="Wingdings" panose="05000000000000000000" pitchFamily="2" charset="2"/>
            </a:endParaRPr>
          </a:p>
        </p:txBody>
      </p:sp>
      <p:pic>
        <p:nvPicPr>
          <p:cNvPr id="3" name="Picture 2">
            <a:extLst>
              <a:ext uri="{FF2B5EF4-FFF2-40B4-BE49-F238E27FC236}">
                <a16:creationId xmlns:a16="http://schemas.microsoft.com/office/drawing/2014/main" id="{776A4523-A45A-4B49-B1BF-D6E842232AE5}"/>
              </a:ext>
            </a:extLst>
          </p:cNvPr>
          <p:cNvPicPr>
            <a:picLocks noChangeAspect="1"/>
          </p:cNvPicPr>
          <p:nvPr/>
        </p:nvPicPr>
        <p:blipFill>
          <a:blip r:embed="rId2"/>
          <a:stretch>
            <a:fillRect/>
          </a:stretch>
        </p:blipFill>
        <p:spPr>
          <a:xfrm>
            <a:off x="1356189" y="677826"/>
            <a:ext cx="9972782" cy="5014844"/>
          </a:xfrm>
          <a:prstGeom prst="rect">
            <a:avLst/>
          </a:prstGeom>
        </p:spPr>
      </p:pic>
    </p:spTree>
    <p:extLst>
      <p:ext uri="{BB962C8B-B14F-4D97-AF65-F5344CB8AC3E}">
        <p14:creationId xmlns:p14="http://schemas.microsoft.com/office/powerpoint/2010/main" val="1072384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407F67-E2EE-44EA-AF2F-8A0441EEEEC0}"/>
              </a:ext>
            </a:extLst>
          </p:cNvPr>
          <p:cNvSpPr txBox="1"/>
          <p:nvPr/>
        </p:nvSpPr>
        <p:spPr>
          <a:xfrm>
            <a:off x="440076" y="226300"/>
            <a:ext cx="11044719" cy="369332"/>
          </a:xfrm>
          <a:prstGeom prst="rect">
            <a:avLst/>
          </a:prstGeom>
          <a:noFill/>
        </p:spPr>
        <p:txBody>
          <a:bodyPr wrap="square" rtlCol="0">
            <a:spAutoFit/>
          </a:bodyPr>
          <a:lstStyle/>
          <a:p>
            <a:r>
              <a:rPr lang="es-ES" dirty="0"/>
              <a:t>11º. Pinchar en la columna de </a:t>
            </a:r>
            <a:r>
              <a:rPr lang="es-ES" dirty="0" err="1"/>
              <a:t>nodes</a:t>
            </a:r>
            <a:r>
              <a:rPr lang="es-ES" dirty="0"/>
              <a:t> y pedir las coordenadas de los nodos. Exportar la tabla</a:t>
            </a:r>
            <a:endParaRPr lang="es-ES" dirty="0">
              <a:sym typeface="Wingdings" panose="05000000000000000000" pitchFamily="2" charset="2"/>
            </a:endParaRPr>
          </a:p>
        </p:txBody>
      </p:sp>
      <p:pic>
        <p:nvPicPr>
          <p:cNvPr id="5" name="Picture 4">
            <a:extLst>
              <a:ext uri="{FF2B5EF4-FFF2-40B4-BE49-F238E27FC236}">
                <a16:creationId xmlns:a16="http://schemas.microsoft.com/office/drawing/2014/main" id="{6F6EFE97-0145-45C5-B151-77A1B447C40D}"/>
              </a:ext>
            </a:extLst>
          </p:cNvPr>
          <p:cNvPicPr>
            <a:picLocks noChangeAspect="1"/>
          </p:cNvPicPr>
          <p:nvPr/>
        </p:nvPicPr>
        <p:blipFill>
          <a:blip r:embed="rId2"/>
          <a:stretch>
            <a:fillRect/>
          </a:stretch>
        </p:blipFill>
        <p:spPr>
          <a:xfrm>
            <a:off x="3978240" y="677826"/>
            <a:ext cx="3637129" cy="5953874"/>
          </a:xfrm>
          <a:prstGeom prst="rect">
            <a:avLst/>
          </a:prstGeom>
        </p:spPr>
      </p:pic>
    </p:spTree>
    <p:extLst>
      <p:ext uri="{BB962C8B-B14F-4D97-AF65-F5344CB8AC3E}">
        <p14:creationId xmlns:p14="http://schemas.microsoft.com/office/powerpoint/2010/main" val="71538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407F67-E2EE-44EA-AF2F-8A0441EEEEC0}"/>
              </a:ext>
            </a:extLst>
          </p:cNvPr>
          <p:cNvSpPr txBox="1"/>
          <p:nvPr/>
        </p:nvSpPr>
        <p:spPr>
          <a:xfrm>
            <a:off x="440076" y="226300"/>
            <a:ext cx="11044719" cy="923330"/>
          </a:xfrm>
          <a:prstGeom prst="rect">
            <a:avLst/>
          </a:prstGeom>
          <a:noFill/>
        </p:spPr>
        <p:txBody>
          <a:bodyPr wrap="square" rtlCol="0">
            <a:spAutoFit/>
          </a:bodyPr>
          <a:lstStyle/>
          <a:p>
            <a:r>
              <a:rPr lang="es-ES" dirty="0"/>
              <a:t>12º. Con las 2 tablas anteriores construir un nuevo </a:t>
            </a:r>
            <a:r>
              <a:rPr lang="es-ES" dirty="0" err="1"/>
              <a:t>csv</a:t>
            </a:r>
            <a:r>
              <a:rPr lang="es-ES" dirty="0"/>
              <a:t> con la información X,Y,Z y valor de presión. El archivo de presiones tiene menos nodos que el archivo de coordenadas, así que aquellos nodos que no estén en el archivo de presión se rellenan con 0.0</a:t>
            </a:r>
            <a:endParaRPr lang="es-ES" dirty="0">
              <a:sym typeface="Wingdings" panose="05000000000000000000" pitchFamily="2" charset="2"/>
            </a:endParaRPr>
          </a:p>
        </p:txBody>
      </p:sp>
      <p:pic>
        <p:nvPicPr>
          <p:cNvPr id="3" name="Picture 2">
            <a:extLst>
              <a:ext uri="{FF2B5EF4-FFF2-40B4-BE49-F238E27FC236}">
                <a16:creationId xmlns:a16="http://schemas.microsoft.com/office/drawing/2014/main" id="{8FBA5B25-CED0-4D57-BE3C-7A27388473A4}"/>
              </a:ext>
            </a:extLst>
          </p:cNvPr>
          <p:cNvPicPr>
            <a:picLocks noChangeAspect="1"/>
          </p:cNvPicPr>
          <p:nvPr/>
        </p:nvPicPr>
        <p:blipFill>
          <a:blip r:embed="rId2"/>
          <a:stretch>
            <a:fillRect/>
          </a:stretch>
        </p:blipFill>
        <p:spPr>
          <a:xfrm>
            <a:off x="4099235" y="1975203"/>
            <a:ext cx="3726399" cy="2907594"/>
          </a:xfrm>
          <a:prstGeom prst="rect">
            <a:avLst/>
          </a:prstGeom>
        </p:spPr>
      </p:pic>
    </p:spTree>
    <p:extLst>
      <p:ext uri="{BB962C8B-B14F-4D97-AF65-F5344CB8AC3E}">
        <p14:creationId xmlns:p14="http://schemas.microsoft.com/office/powerpoint/2010/main" val="3134107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B56D4E-7212-48EF-85CD-1F70F17286D8}"/>
              </a:ext>
            </a:extLst>
          </p:cNvPr>
          <p:cNvSpPr txBox="1"/>
          <p:nvPr/>
        </p:nvSpPr>
        <p:spPr>
          <a:xfrm>
            <a:off x="573640" y="76506"/>
            <a:ext cx="11044719" cy="369332"/>
          </a:xfrm>
          <a:prstGeom prst="rect">
            <a:avLst/>
          </a:prstGeom>
          <a:noFill/>
        </p:spPr>
        <p:txBody>
          <a:bodyPr wrap="square" rtlCol="0">
            <a:spAutoFit/>
          </a:bodyPr>
          <a:lstStyle/>
          <a:p>
            <a:r>
              <a:rPr lang="es-ES" dirty="0"/>
              <a:t>13º. Crear un nuevo campo con la tabla creada anteriormente</a:t>
            </a:r>
            <a:endParaRPr lang="es-ES" dirty="0">
              <a:sym typeface="Wingdings" panose="05000000000000000000" pitchFamily="2" charset="2"/>
            </a:endParaRPr>
          </a:p>
        </p:txBody>
      </p:sp>
      <p:pic>
        <p:nvPicPr>
          <p:cNvPr id="8" name="Picture 7">
            <a:extLst>
              <a:ext uri="{FF2B5EF4-FFF2-40B4-BE49-F238E27FC236}">
                <a16:creationId xmlns:a16="http://schemas.microsoft.com/office/drawing/2014/main" id="{1C2AD5C0-9BE1-4F16-B26D-BFFBD611BCD4}"/>
              </a:ext>
            </a:extLst>
          </p:cNvPr>
          <p:cNvPicPr>
            <a:picLocks noChangeAspect="1"/>
          </p:cNvPicPr>
          <p:nvPr/>
        </p:nvPicPr>
        <p:blipFill>
          <a:blip r:embed="rId2"/>
          <a:stretch>
            <a:fillRect/>
          </a:stretch>
        </p:blipFill>
        <p:spPr>
          <a:xfrm>
            <a:off x="4000714" y="674522"/>
            <a:ext cx="4457700" cy="5248275"/>
          </a:xfrm>
          <a:prstGeom prst="rect">
            <a:avLst/>
          </a:prstGeom>
        </p:spPr>
      </p:pic>
    </p:spTree>
    <p:extLst>
      <p:ext uri="{BB962C8B-B14F-4D97-AF65-F5344CB8AC3E}">
        <p14:creationId xmlns:p14="http://schemas.microsoft.com/office/powerpoint/2010/main" val="3975426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B56D4E-7212-48EF-85CD-1F70F17286D8}"/>
              </a:ext>
            </a:extLst>
          </p:cNvPr>
          <p:cNvSpPr txBox="1"/>
          <p:nvPr/>
        </p:nvSpPr>
        <p:spPr>
          <a:xfrm>
            <a:off x="573640" y="76506"/>
            <a:ext cx="11044719" cy="369332"/>
          </a:xfrm>
          <a:prstGeom prst="rect">
            <a:avLst/>
          </a:prstGeom>
          <a:noFill/>
        </p:spPr>
        <p:txBody>
          <a:bodyPr wrap="square" rtlCol="0">
            <a:spAutoFit/>
          </a:bodyPr>
          <a:lstStyle/>
          <a:p>
            <a:r>
              <a:rPr lang="es-ES" dirty="0"/>
              <a:t>14º. Botón derecho sobre el campo recién creado </a:t>
            </a:r>
            <a:r>
              <a:rPr lang="es-ES" dirty="0">
                <a:sym typeface="Wingdings" panose="05000000000000000000" pitchFamily="2" charset="2"/>
              </a:rPr>
              <a:t> Realice, </a:t>
            </a:r>
            <a:r>
              <a:rPr lang="es-ES" dirty="0" err="1">
                <a:sym typeface="Wingdings" panose="05000000000000000000" pitchFamily="2" charset="2"/>
              </a:rPr>
              <a:t>pressure</a:t>
            </a:r>
            <a:r>
              <a:rPr lang="es-ES" dirty="0">
                <a:sym typeface="Wingdings" panose="05000000000000000000" pitchFamily="2" charset="2"/>
              </a:rPr>
              <a:t>, </a:t>
            </a:r>
            <a:r>
              <a:rPr lang="es-ES" dirty="0" err="1">
                <a:sym typeface="Wingdings" panose="05000000000000000000" pitchFamily="2" charset="2"/>
              </a:rPr>
              <a:t>proximity</a:t>
            </a:r>
            <a:endParaRPr lang="es-ES" dirty="0">
              <a:sym typeface="Wingdings" panose="05000000000000000000" pitchFamily="2" charset="2"/>
            </a:endParaRPr>
          </a:p>
        </p:txBody>
      </p:sp>
      <p:pic>
        <p:nvPicPr>
          <p:cNvPr id="4" name="Picture 3">
            <a:extLst>
              <a:ext uri="{FF2B5EF4-FFF2-40B4-BE49-F238E27FC236}">
                <a16:creationId xmlns:a16="http://schemas.microsoft.com/office/drawing/2014/main" id="{A3F977B2-A7B5-477E-B070-0629645DDCC6}"/>
              </a:ext>
            </a:extLst>
          </p:cNvPr>
          <p:cNvPicPr>
            <a:picLocks noChangeAspect="1"/>
          </p:cNvPicPr>
          <p:nvPr/>
        </p:nvPicPr>
        <p:blipFill>
          <a:blip r:embed="rId2"/>
          <a:stretch>
            <a:fillRect/>
          </a:stretch>
        </p:blipFill>
        <p:spPr>
          <a:xfrm>
            <a:off x="470898" y="925198"/>
            <a:ext cx="11250202" cy="5233636"/>
          </a:xfrm>
          <a:prstGeom prst="rect">
            <a:avLst/>
          </a:prstGeom>
        </p:spPr>
      </p:pic>
    </p:spTree>
    <p:extLst>
      <p:ext uri="{BB962C8B-B14F-4D97-AF65-F5344CB8AC3E}">
        <p14:creationId xmlns:p14="http://schemas.microsoft.com/office/powerpoint/2010/main" val="1390649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B56D4E-7212-48EF-85CD-1F70F17286D8}"/>
              </a:ext>
            </a:extLst>
          </p:cNvPr>
          <p:cNvSpPr txBox="1"/>
          <p:nvPr/>
        </p:nvSpPr>
        <p:spPr>
          <a:xfrm>
            <a:off x="573640" y="76506"/>
            <a:ext cx="11044719" cy="369332"/>
          </a:xfrm>
          <a:prstGeom prst="rect">
            <a:avLst/>
          </a:prstGeom>
          <a:noFill/>
        </p:spPr>
        <p:txBody>
          <a:bodyPr wrap="square" rtlCol="0">
            <a:spAutoFit/>
          </a:bodyPr>
          <a:lstStyle/>
          <a:p>
            <a:r>
              <a:rPr lang="es-ES" dirty="0"/>
              <a:t>15º. Pestaña </a:t>
            </a:r>
            <a:r>
              <a:rPr lang="es-ES" dirty="0" err="1"/>
              <a:t>BCs</a:t>
            </a:r>
            <a:r>
              <a:rPr lang="es-ES" dirty="0"/>
              <a:t>, </a:t>
            </a:r>
            <a:r>
              <a:rPr lang="es-ES" dirty="0" err="1"/>
              <a:t>contour</a:t>
            </a:r>
            <a:r>
              <a:rPr lang="es-ES" dirty="0"/>
              <a:t> </a:t>
            </a:r>
            <a:r>
              <a:rPr lang="es-ES" dirty="0" err="1"/>
              <a:t>loads</a:t>
            </a:r>
            <a:r>
              <a:rPr lang="es-ES" dirty="0"/>
              <a:t> </a:t>
            </a:r>
            <a:endParaRPr lang="es-ES" dirty="0">
              <a:sym typeface="Wingdings" panose="05000000000000000000" pitchFamily="2" charset="2"/>
            </a:endParaRPr>
          </a:p>
        </p:txBody>
      </p:sp>
      <p:pic>
        <p:nvPicPr>
          <p:cNvPr id="3" name="Picture 2">
            <a:extLst>
              <a:ext uri="{FF2B5EF4-FFF2-40B4-BE49-F238E27FC236}">
                <a16:creationId xmlns:a16="http://schemas.microsoft.com/office/drawing/2014/main" id="{EA047934-56D2-4219-817F-85703E2CDAD4}"/>
              </a:ext>
            </a:extLst>
          </p:cNvPr>
          <p:cNvPicPr>
            <a:picLocks noChangeAspect="1"/>
          </p:cNvPicPr>
          <p:nvPr/>
        </p:nvPicPr>
        <p:blipFill rotWithShape="1">
          <a:blip r:embed="rId2"/>
          <a:srcRect l="54438" b="23418"/>
          <a:stretch/>
        </p:blipFill>
        <p:spPr>
          <a:xfrm>
            <a:off x="609174" y="590220"/>
            <a:ext cx="11009185" cy="5677559"/>
          </a:xfrm>
          <a:prstGeom prst="rect">
            <a:avLst/>
          </a:prstGeom>
        </p:spPr>
      </p:pic>
    </p:spTree>
    <p:extLst>
      <p:ext uri="{BB962C8B-B14F-4D97-AF65-F5344CB8AC3E}">
        <p14:creationId xmlns:p14="http://schemas.microsoft.com/office/powerpoint/2010/main" val="2573425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B56D4E-7212-48EF-85CD-1F70F17286D8}"/>
              </a:ext>
            </a:extLst>
          </p:cNvPr>
          <p:cNvSpPr txBox="1"/>
          <p:nvPr/>
        </p:nvSpPr>
        <p:spPr>
          <a:xfrm>
            <a:off x="573640" y="76506"/>
            <a:ext cx="11044719" cy="369332"/>
          </a:xfrm>
          <a:prstGeom prst="rect">
            <a:avLst/>
          </a:prstGeom>
          <a:noFill/>
        </p:spPr>
        <p:txBody>
          <a:bodyPr wrap="square" rtlCol="0">
            <a:spAutoFit/>
          </a:bodyPr>
          <a:lstStyle/>
          <a:p>
            <a:r>
              <a:rPr lang="es-ES" dirty="0"/>
              <a:t>15º. Comparativa</a:t>
            </a:r>
            <a:endParaRPr lang="es-ES" dirty="0">
              <a:sym typeface="Wingdings" panose="05000000000000000000" pitchFamily="2" charset="2"/>
            </a:endParaRPr>
          </a:p>
        </p:txBody>
      </p:sp>
      <p:pic>
        <p:nvPicPr>
          <p:cNvPr id="8" name="Picture 7">
            <a:extLst>
              <a:ext uri="{FF2B5EF4-FFF2-40B4-BE49-F238E27FC236}">
                <a16:creationId xmlns:a16="http://schemas.microsoft.com/office/drawing/2014/main" id="{F6A21393-A147-4585-A8B3-536E2DA2F2F2}"/>
              </a:ext>
            </a:extLst>
          </p:cNvPr>
          <p:cNvPicPr>
            <a:picLocks noChangeAspect="1"/>
          </p:cNvPicPr>
          <p:nvPr/>
        </p:nvPicPr>
        <p:blipFill>
          <a:blip r:embed="rId2"/>
          <a:stretch>
            <a:fillRect/>
          </a:stretch>
        </p:blipFill>
        <p:spPr>
          <a:xfrm>
            <a:off x="1838323" y="445838"/>
            <a:ext cx="8842379" cy="3135385"/>
          </a:xfrm>
          <a:prstGeom prst="rect">
            <a:avLst/>
          </a:prstGeom>
        </p:spPr>
      </p:pic>
      <p:pic>
        <p:nvPicPr>
          <p:cNvPr id="10" name="Picture 9">
            <a:extLst>
              <a:ext uri="{FF2B5EF4-FFF2-40B4-BE49-F238E27FC236}">
                <a16:creationId xmlns:a16="http://schemas.microsoft.com/office/drawing/2014/main" id="{823CA752-948B-4B72-A570-CAA3A1F9D62E}"/>
              </a:ext>
            </a:extLst>
          </p:cNvPr>
          <p:cNvPicPr>
            <a:picLocks noChangeAspect="1"/>
          </p:cNvPicPr>
          <p:nvPr/>
        </p:nvPicPr>
        <p:blipFill>
          <a:blip r:embed="rId3"/>
          <a:stretch>
            <a:fillRect/>
          </a:stretch>
        </p:blipFill>
        <p:spPr>
          <a:xfrm>
            <a:off x="1838324" y="3667194"/>
            <a:ext cx="8842378" cy="2982739"/>
          </a:xfrm>
          <a:prstGeom prst="rect">
            <a:avLst/>
          </a:prstGeom>
        </p:spPr>
      </p:pic>
      <p:sp>
        <p:nvSpPr>
          <p:cNvPr id="11" name="TextBox 10">
            <a:extLst>
              <a:ext uri="{FF2B5EF4-FFF2-40B4-BE49-F238E27FC236}">
                <a16:creationId xmlns:a16="http://schemas.microsoft.com/office/drawing/2014/main" id="{F1A170A4-B73E-4E26-A018-556120A72096}"/>
              </a:ext>
            </a:extLst>
          </p:cNvPr>
          <p:cNvSpPr txBox="1"/>
          <p:nvPr/>
        </p:nvSpPr>
        <p:spPr>
          <a:xfrm>
            <a:off x="13781" y="1722541"/>
            <a:ext cx="1773769" cy="369332"/>
          </a:xfrm>
          <a:prstGeom prst="rect">
            <a:avLst/>
          </a:prstGeom>
          <a:noFill/>
        </p:spPr>
        <p:txBody>
          <a:bodyPr wrap="square" rtlCol="0">
            <a:spAutoFit/>
          </a:bodyPr>
          <a:lstStyle/>
          <a:p>
            <a:pPr algn="ctr"/>
            <a:r>
              <a:rPr lang="es-ES" dirty="0">
                <a:sym typeface="Wingdings" panose="05000000000000000000" pitchFamily="2" charset="2"/>
              </a:rPr>
              <a:t>Tanque L2</a:t>
            </a:r>
          </a:p>
        </p:txBody>
      </p:sp>
      <p:sp>
        <p:nvSpPr>
          <p:cNvPr id="12" name="TextBox 11">
            <a:extLst>
              <a:ext uri="{FF2B5EF4-FFF2-40B4-BE49-F238E27FC236}">
                <a16:creationId xmlns:a16="http://schemas.microsoft.com/office/drawing/2014/main" id="{DFEDF0A1-40DA-4DCC-ABF1-5F36F9DB9FBA}"/>
              </a:ext>
            </a:extLst>
          </p:cNvPr>
          <p:cNvSpPr txBox="1"/>
          <p:nvPr/>
        </p:nvSpPr>
        <p:spPr>
          <a:xfrm>
            <a:off x="64554" y="4752734"/>
            <a:ext cx="1773769" cy="369332"/>
          </a:xfrm>
          <a:prstGeom prst="rect">
            <a:avLst/>
          </a:prstGeom>
          <a:noFill/>
        </p:spPr>
        <p:txBody>
          <a:bodyPr wrap="square" rtlCol="0">
            <a:spAutoFit/>
          </a:bodyPr>
          <a:lstStyle/>
          <a:p>
            <a:pPr algn="ctr"/>
            <a:r>
              <a:rPr lang="es-ES" dirty="0">
                <a:sym typeface="Wingdings" panose="05000000000000000000" pitchFamily="2" charset="2"/>
              </a:rPr>
              <a:t>Tanque L1</a:t>
            </a:r>
          </a:p>
        </p:txBody>
      </p:sp>
    </p:spTree>
    <p:extLst>
      <p:ext uri="{BB962C8B-B14F-4D97-AF65-F5344CB8AC3E}">
        <p14:creationId xmlns:p14="http://schemas.microsoft.com/office/powerpoint/2010/main" val="3668815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328</Words>
  <Application>Microsoft Office PowerPoint</Application>
  <PresentationFormat>Widescreen</PresentationFormat>
  <Paragraphs>20</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Microsoft Sans 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Jarque Leria, Enrique [ES]</dc:creator>
  <cp:lastModifiedBy>Jarque Leria, Enrique [ES]</cp:lastModifiedBy>
  <cp:revision>22</cp:revision>
  <dcterms:created xsi:type="dcterms:W3CDTF">2023-09-04T15:31:39Z</dcterms:created>
  <dcterms:modified xsi:type="dcterms:W3CDTF">2026-01-16T10:33:11Z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4faaf300-7fec-42f4-8067-7d0819bab4e7</vt:lpwstr>
  </property>
  <property fmtid="{D5CDD505-2E9C-101B-9397-08002B2CF9AE}" pid="3" name="LABEL">
    <vt:lpwstr>S</vt:lpwstr>
  </property>
  <property fmtid="{D5CDD505-2E9C-101B-9397-08002B2CF9AE}" pid="4" name="L1">
    <vt:lpwstr>C-ALL</vt:lpwstr>
  </property>
  <property fmtid="{D5CDD505-2E9C-101B-9397-08002B2CF9AE}" pid="5" name="L2">
    <vt:lpwstr>C-CS</vt:lpwstr>
  </property>
  <property fmtid="{D5CDD505-2E9C-101B-9397-08002B2CF9AE}" pid="6" name="L3">
    <vt:lpwstr>C-AD-AMB</vt:lpwstr>
  </property>
  <property fmtid="{D5CDD505-2E9C-101B-9397-08002B2CF9AE}" pid="7" name="CCAV">
    <vt:lpwstr/>
  </property>
  <property fmtid="{D5CDD505-2E9C-101B-9397-08002B2CF9AE}" pid="8" name="Visual">
    <vt:lpwstr>0</vt:lpwstr>
  </property>
  <property fmtid="{D5CDD505-2E9C-101B-9397-08002B2CF9AE}" pid="9" name="TaggedBy">
    <vt:lpwstr>c04102</vt:lpwstr>
  </property>
  <property fmtid="{D5CDD505-2E9C-101B-9397-08002B2CF9AE}" pid="10" name="L">
    <vt:lpwstr>XXPUB</vt:lpwstr>
  </property>
  <property fmtid="{D5CDD505-2E9C-101B-9397-08002B2CF9AE}" pid="11" name="STAMP">
    <vt:lpwstr>NO</vt:lpwstr>
  </property>
</Properties>
</file>
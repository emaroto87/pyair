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5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B309D-3590-4FD1-851F-996DE927B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7E95CA-9474-4EF8-AAEB-6CD9DFBDC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D8065D-55F5-4ECD-B3F7-5AF665FE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CA3-842F-4554-8F2A-E5303C3FBEA8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6A6ACD-0878-4541-9B00-8D1E9AD9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A2C3AC-F2C3-48FD-9979-D6F5046E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3AB9B-E558-43B0-82DF-157AFAE7FB79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hlSlideMaster.Diapositiva de títuloHeader" descr=".">
            <a:extLst>
              <a:ext uri="{FF2B5EF4-FFF2-40B4-BE49-F238E27FC236}">
                <a16:creationId xmlns:a16="http://schemas.microsoft.com/office/drawing/2014/main" id="{BCF29E36-0C38-413E-8F9F-E415524B6427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Diapositiva de títuloFooter" descr=".">
            <a:extLst>
              <a:ext uri="{FF2B5EF4-FFF2-40B4-BE49-F238E27FC236}">
                <a16:creationId xmlns:a16="http://schemas.microsoft.com/office/drawing/2014/main" id="{0C1F1DA1-6E0A-455E-AF0A-9DC5F59A0C1A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238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A6C24-18A5-4024-9D44-F52E9E08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79D65A-50C6-4EFD-A332-CA6ADABFD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52929B-4E88-474E-B7A5-550DA6A4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CA3-842F-4554-8F2A-E5303C3FBEA8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965DB5-520E-467C-AA46-E22FEB2B1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A4F205-63D7-4CBF-9FAB-DBEFAFE79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3AB9B-E558-43B0-82DF-157AFAE7FB79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hlSlideMaster.Título y objetosHeader" descr=".">
            <a:extLst>
              <a:ext uri="{FF2B5EF4-FFF2-40B4-BE49-F238E27FC236}">
                <a16:creationId xmlns:a16="http://schemas.microsoft.com/office/drawing/2014/main" id="{C1B3ED79-EFEA-421C-87D0-148AED9D892D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Título y objetosFooter" descr=".">
            <a:extLst>
              <a:ext uri="{FF2B5EF4-FFF2-40B4-BE49-F238E27FC236}">
                <a16:creationId xmlns:a16="http://schemas.microsoft.com/office/drawing/2014/main" id="{F30C9CE5-9B0A-4050-B994-0AA57BC9D7D4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641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A6F89-E164-4167-9185-19D7ACEBE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767753-AD8A-4D7F-869C-06DD4F97E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0188A2-E9EC-4CEF-9169-C10A02F6F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CA3-842F-4554-8F2A-E5303C3FBEA8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D94134-4DA4-49C9-923A-ED9AFBCDF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0140E9-B07A-4814-8493-760E840C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3AB9B-E558-43B0-82DF-157AFAE7FB79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hlSlideMaster.Encabezado de secciónHeader" descr=".">
            <a:extLst>
              <a:ext uri="{FF2B5EF4-FFF2-40B4-BE49-F238E27FC236}">
                <a16:creationId xmlns:a16="http://schemas.microsoft.com/office/drawing/2014/main" id="{153520F8-9E5D-4037-9CEA-97B29A91A353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Encabezado de secciónFooter" descr=".">
            <a:extLst>
              <a:ext uri="{FF2B5EF4-FFF2-40B4-BE49-F238E27FC236}">
                <a16:creationId xmlns:a16="http://schemas.microsoft.com/office/drawing/2014/main" id="{C50BC130-DED7-4EE1-B1CE-A8248778D9A4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136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854529-1D59-48E9-8554-BD6493042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3C3648-4C59-4CB5-A7D4-0069B3B20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D9D547-99FA-4C1D-AF66-9E1981208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D3F356-A804-4F27-8CB9-06F190AF8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CA3-842F-4554-8F2A-E5303C3FBEA8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A51037-40CD-41B8-8381-DFE4E3A2F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35D183-15CE-4552-B6E0-25DAEEF8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3AB9B-E558-43B0-82DF-157AFAE7FB79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hlSlideMaster.Dos objetosHeader" descr=".">
            <a:extLst>
              <a:ext uri="{FF2B5EF4-FFF2-40B4-BE49-F238E27FC236}">
                <a16:creationId xmlns:a16="http://schemas.microsoft.com/office/drawing/2014/main" id="{13BF66BB-F25E-4AB5-928F-16E10E1FCE2E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9" name="flSlideMaster.Dos objetosFooter" descr=".">
            <a:extLst>
              <a:ext uri="{FF2B5EF4-FFF2-40B4-BE49-F238E27FC236}">
                <a16:creationId xmlns:a16="http://schemas.microsoft.com/office/drawing/2014/main" id="{F679B615-B798-4AA8-9394-71A524F32B43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8569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26805-AAA2-4F76-8FFE-769E4972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A93889-D217-4844-AE0A-10FA63391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80B626-EB3A-4A01-BB87-EBD4B00BC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5B5B3E-15E3-488F-86EA-807B3273B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9E1CA8-ACB2-45A3-B180-0A415FDFE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5EB7D9E-D767-4B29-9D2F-AEADB410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CA3-842F-4554-8F2A-E5303C3FBEA8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184F8B3-6539-4A86-9F8D-7DBBEFD1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26453BB-B469-47FA-8A66-C35E32B5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3AB9B-E558-43B0-82DF-157AFAE7FB79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hlSlideMaster.ComparaciónHeader" descr=".">
            <a:extLst>
              <a:ext uri="{FF2B5EF4-FFF2-40B4-BE49-F238E27FC236}">
                <a16:creationId xmlns:a16="http://schemas.microsoft.com/office/drawing/2014/main" id="{BF36B3EB-905A-42B1-A881-3D266D1C92F9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11" name="flSlideMaster.ComparaciónFooter" descr=".">
            <a:extLst>
              <a:ext uri="{FF2B5EF4-FFF2-40B4-BE49-F238E27FC236}">
                <a16:creationId xmlns:a16="http://schemas.microsoft.com/office/drawing/2014/main" id="{70829D69-149A-4533-8EF7-754360A8EA9F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853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392FE-2FE8-4E59-BAA3-EF057BE2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C53A3B-074A-40E9-8B46-E66CDFC55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CA3-842F-4554-8F2A-E5303C3FBEA8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13C4FE-9F53-4C26-82E9-546FA95A3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D9B0FD-609B-4EA3-B5CB-CB3B48278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3AB9B-E558-43B0-82DF-157AFAE7FB79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hlSlideMaster.Solo el títuloHeader" descr=".">
            <a:extLst>
              <a:ext uri="{FF2B5EF4-FFF2-40B4-BE49-F238E27FC236}">
                <a16:creationId xmlns:a16="http://schemas.microsoft.com/office/drawing/2014/main" id="{A58960B9-2733-4D87-9AA0-E27A049250F4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7" name="flSlideMaster.Solo el títuloFooter" descr=".">
            <a:extLst>
              <a:ext uri="{FF2B5EF4-FFF2-40B4-BE49-F238E27FC236}">
                <a16:creationId xmlns:a16="http://schemas.microsoft.com/office/drawing/2014/main" id="{0A0BCD9D-A844-4244-8DF2-8098611AE3B8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709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FC05436-A211-4FA2-A6FA-B8884ACC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CA3-842F-4554-8F2A-E5303C3FBEA8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1232A96-CFF6-4C56-9A61-23EE21DB5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EC8280-6374-4CD1-8CB8-ED2BEB0C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3AB9B-E558-43B0-82DF-157AFAE7FB79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hlSlideMaster.En blancoHeader" descr=".">
            <a:extLst>
              <a:ext uri="{FF2B5EF4-FFF2-40B4-BE49-F238E27FC236}">
                <a16:creationId xmlns:a16="http://schemas.microsoft.com/office/drawing/2014/main" id="{EAB4DAB5-1890-4FA6-A51A-0D52D499861B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6" name="flSlideMaster.En blancoFooter" descr=".">
            <a:extLst>
              <a:ext uri="{FF2B5EF4-FFF2-40B4-BE49-F238E27FC236}">
                <a16:creationId xmlns:a16="http://schemas.microsoft.com/office/drawing/2014/main" id="{E086389D-B5E5-45F6-AA82-89ADFDFF8F4B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4249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F1E76-D565-4CA4-9789-CFD065FFD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845DF2-AD63-464D-822D-4D3CEB3E7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C9243E-186E-486C-9560-2AC5EA03B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D2C5E8-8270-4E3E-B31E-8EA6D11E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CA3-842F-4554-8F2A-E5303C3FBEA8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820378-93FF-48B0-8C8D-2A208DB85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710031-ADE5-4CAA-98E0-048F0017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3AB9B-E558-43B0-82DF-157AFAE7FB79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hlSlideMaster.Contenido con títuloHeader" descr=".">
            <a:extLst>
              <a:ext uri="{FF2B5EF4-FFF2-40B4-BE49-F238E27FC236}">
                <a16:creationId xmlns:a16="http://schemas.microsoft.com/office/drawing/2014/main" id="{3582E57F-88E4-4909-973E-95B9193F7388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9" name="flSlideMaster.Contenido con títuloFooter" descr=".">
            <a:extLst>
              <a:ext uri="{FF2B5EF4-FFF2-40B4-BE49-F238E27FC236}">
                <a16:creationId xmlns:a16="http://schemas.microsoft.com/office/drawing/2014/main" id="{E79F02C7-9A67-4A05-809F-7A37AFE50535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1839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376A0-25C4-48DC-A793-4B484945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765DFD-3FC6-43D4-BDA4-72B34D9D0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1376B3-1544-4875-A551-8A3DB8084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780323-5E94-4061-AA8A-3C25B108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CA3-842F-4554-8F2A-E5303C3FBEA8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8D4645-6C40-43D6-BCE2-CE295674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39B2CA-6B06-4110-8ACE-B709D4F4D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3AB9B-E558-43B0-82DF-157AFAE7FB79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hlSlideMaster.Imagen con títuloHeader" descr=".">
            <a:extLst>
              <a:ext uri="{FF2B5EF4-FFF2-40B4-BE49-F238E27FC236}">
                <a16:creationId xmlns:a16="http://schemas.microsoft.com/office/drawing/2014/main" id="{73EB0FD4-5302-42AD-B6E8-E7FF9058272C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9" name="flSlideMaster.Imagen con títuloFooter" descr=".">
            <a:extLst>
              <a:ext uri="{FF2B5EF4-FFF2-40B4-BE49-F238E27FC236}">
                <a16:creationId xmlns:a16="http://schemas.microsoft.com/office/drawing/2014/main" id="{E205890A-FF82-4CE3-88D3-B6A29E1C1439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3280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3BCA0-02BC-4EFB-9CA5-14B49B07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430355-4E56-4DD0-BAE0-FFB04C76E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B40563-6D73-4F83-82A3-4606383E8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CA3-842F-4554-8F2A-E5303C3FBEA8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CAA274-FD61-4B52-A5FD-2C55A1856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E4376B-68B2-43D4-8E4C-D56068B5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3AB9B-E558-43B0-82DF-157AFAE7FB79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hlSlideMaster.Título y texto verticalHeader" descr=".">
            <a:extLst>
              <a:ext uri="{FF2B5EF4-FFF2-40B4-BE49-F238E27FC236}">
                <a16:creationId xmlns:a16="http://schemas.microsoft.com/office/drawing/2014/main" id="{624534B5-0382-41DA-BCC4-ED3B3F32578F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Título y texto verticalFooter" descr=".">
            <a:extLst>
              <a:ext uri="{FF2B5EF4-FFF2-40B4-BE49-F238E27FC236}">
                <a16:creationId xmlns:a16="http://schemas.microsoft.com/office/drawing/2014/main" id="{742E1AEB-5997-4F95-A03D-8E2B55BD763D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5082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DBF4B8-0329-46C0-ADB3-BF05F0829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F8FF4F-F1AC-4615-A045-72D55252D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945A5E-620F-4761-A922-EEA4212A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CA3-842F-4554-8F2A-E5303C3FBEA8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B4DC96-5A0A-4876-BEFE-0C8FE39C1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FEF9EA-6D2A-4E1C-A80F-76AC7142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3AB9B-E558-43B0-82DF-157AFAE7FB79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hlSlideMaster.Título vertical y textoHeader" descr=".">
            <a:extLst>
              <a:ext uri="{FF2B5EF4-FFF2-40B4-BE49-F238E27FC236}">
                <a16:creationId xmlns:a16="http://schemas.microsoft.com/office/drawing/2014/main" id="{880137F3-CA8D-46AB-AB40-5F0392B7404B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Título vertical y textoFooter" descr=".">
            <a:extLst>
              <a:ext uri="{FF2B5EF4-FFF2-40B4-BE49-F238E27FC236}">
                <a16:creationId xmlns:a16="http://schemas.microsoft.com/office/drawing/2014/main" id="{9E6BE62D-44CC-425D-81B9-95B1752A9AF1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s-E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055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04137F-9024-4CE4-8FA4-FB1594163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DC2755-F98C-43D4-AF97-3016903CF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6C0017-332D-4661-B890-B882B9C7F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CCCA3-842F-4554-8F2A-E5303C3FBEA8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FEA9E6-7FAC-4362-840C-B671C3E67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968CF5-68E9-4E83-99B5-AE0B80F39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3AB9B-E558-43B0-82DF-157AFAE7FB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6321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FF97F-6A94-444D-BCEE-3456F77C2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4762" y="193786"/>
            <a:ext cx="8945525" cy="1301114"/>
          </a:xfrm>
        </p:spPr>
        <p:txBody>
          <a:bodyPr/>
          <a:lstStyle/>
          <a:p>
            <a:r>
              <a:rPr lang="es-ES" dirty="0"/>
              <a:t>Generar </a:t>
            </a:r>
            <a:r>
              <a:rPr lang="es-ES" dirty="0" err="1"/>
              <a:t>structural</a:t>
            </a:r>
            <a:r>
              <a:rPr lang="es-ES" dirty="0"/>
              <a:t> </a:t>
            </a:r>
            <a:r>
              <a:rPr lang="es-ES" dirty="0" err="1"/>
              <a:t>property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20063D-6AD1-40D2-82BD-F0AC3F01B1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5231AB-1769-476F-9CA3-6BC5FEF19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839" y="2419420"/>
            <a:ext cx="3743847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5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084FD3-EDC6-4F86-B41C-19E438944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1E0FFAB-5959-4AAA-962E-91FF91425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4089" y="2001554"/>
            <a:ext cx="3886742" cy="3801005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992E445-EF85-4537-A220-D2825F319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463" y="1690688"/>
            <a:ext cx="3124636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53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0AFC7-3D86-4D7F-AA34-885E649D8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Cargar el OP2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D131132-8A9A-47B4-9964-E21519DD9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0928" y="1825625"/>
            <a:ext cx="4250143" cy="435133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A7BC8AA-2E8B-4430-8CC6-5BBE1564E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532" y="2429397"/>
            <a:ext cx="4915586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62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DBDD5-34D1-4600-851C-08D1E8CE6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Abrir menú </a:t>
            </a:r>
            <a:r>
              <a:rPr lang="es-ES" dirty="0" err="1"/>
              <a:t>certificacion</a:t>
            </a:r>
            <a:endParaRPr lang="es-ES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1510BC16-84E6-405E-BBB0-AE4F70E50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4050" y="2091265"/>
            <a:ext cx="3943900" cy="3820058"/>
          </a:xfr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B3A9987-6812-4516-8A77-5C187A658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050" y="1518971"/>
            <a:ext cx="3943900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15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A4542-101B-4473-AD8A-22C8C1AD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Seleccionar Rivet y luego botón derecho crear DDP set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45274F1-F93E-47A0-8FD0-C47F09A3E2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84" y="1575054"/>
            <a:ext cx="5144218" cy="3505689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5BF10DC-AC76-4B4E-B9DF-A7C4F622E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28030"/>
            <a:ext cx="5210902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95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59350-9CAD-4E4D-9876-43395006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Desde aquí en adelante, el flujo de trabajo es igual al de la versión 2019 descrito en la presentación de la academia que os pasé ayer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5925772-0EE6-4203-875B-3D06C1D34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9583" y="2360427"/>
            <a:ext cx="4294631" cy="3816535"/>
          </a:xfrm>
        </p:spPr>
      </p:pic>
    </p:spTree>
    <p:extLst>
      <p:ext uri="{BB962C8B-B14F-4D97-AF65-F5344CB8AC3E}">
        <p14:creationId xmlns:p14="http://schemas.microsoft.com/office/powerpoint/2010/main" val="7950707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Panorámica</PresentationFormat>
  <Paragraphs>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Microsoft Sans Serif</vt:lpstr>
      <vt:lpstr>Tema de Office</vt:lpstr>
      <vt:lpstr>Generar structural property</vt:lpstr>
      <vt:lpstr>Presentación de PowerPoint</vt:lpstr>
      <vt:lpstr>Cargar el OP2</vt:lpstr>
      <vt:lpstr>Abrir menú certificacion</vt:lpstr>
      <vt:lpstr>Seleccionar Rivet y luego botón derecho crear DDP set</vt:lpstr>
      <vt:lpstr>Desde aquí en adelante, el flujo de trabajo es igual al de la versión 2019 descrito en la presentación de la academia que os pasé ayer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Generar structural property</dc:title>
  <dc:creator>Puertas Trigo, Jose Manuel [ES]</dc:creator>
  <cp:lastModifiedBy>Puertas Trigo, Jose Manuel [ES]</cp:lastModifiedBy>
  <cp:revision>4</cp:revision>
  <dcterms:created xsi:type="dcterms:W3CDTF">2025-03-06T11:04:09Z</dcterms:created>
  <dcterms:modified xsi:type="dcterms:W3CDTF">2025-03-06T11:33:20Z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d1d37ccb-6266-4472-9708-07d9ae01fb69</vt:lpwstr>
  </property>
  <property fmtid="{D5CDD505-2E9C-101B-9397-08002B2CF9AE}" pid="3" name="TaggedBy">
    <vt:lpwstr>C40657</vt:lpwstr>
  </property>
  <property fmtid="{D5CDD505-2E9C-101B-9397-08002B2CF9AE}" pid="4" name="L">
    <vt:lpwstr>XXPRI</vt:lpwstr>
  </property>
  <property fmtid="{D5CDD505-2E9C-101B-9397-08002B2CF9AE}" pid="5" name="STAMP">
    <vt:lpwstr>NO</vt:lpwstr>
  </property>
</Properties>
</file>
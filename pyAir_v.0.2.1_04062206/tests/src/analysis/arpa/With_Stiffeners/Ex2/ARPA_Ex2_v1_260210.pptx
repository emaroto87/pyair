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5DE61F-580F-4B1D-806B-22CAF0BDCF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EEAC717-4D4C-4A8A-A8EA-DBF38F5E9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EAAD4BB-D393-432A-BD09-ECC1DD0C5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ACEC2-D33E-4858-84DC-16EA4099FDC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155617-F6B3-4E2C-ADF2-4AEE2631E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9D51C4-AAC2-4A14-A452-594E84A8B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03269-409B-4ED5-9A9A-E7DAF719BFB7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hlSlideMaster.Diapositiva de títuloHeader" descr=".">
            <a:extLst>
              <a:ext uri="{FF2B5EF4-FFF2-40B4-BE49-F238E27FC236}">
                <a16:creationId xmlns:a16="http://schemas.microsoft.com/office/drawing/2014/main" id="{9B8FF896-6BA1-4AF3-AC04-FE522348D038}"/>
              </a:ext>
            </a:extLst>
          </p:cNvPr>
          <p:cNvSpPr txBox="1"/>
          <p:nvPr userDrawn="1"/>
        </p:nvSpPr>
        <p:spPr>
          <a:xfrm>
            <a:off x="0" y="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  <p:sp>
        <p:nvSpPr>
          <p:cNvPr id="8" name="flSlideMaster.Diapositiva de títuloFooter" descr=".">
            <a:extLst>
              <a:ext uri="{FF2B5EF4-FFF2-40B4-BE49-F238E27FC236}">
                <a16:creationId xmlns:a16="http://schemas.microsoft.com/office/drawing/2014/main" id="{E935FB5A-6DA4-4B32-8E31-740A27B019A6}"/>
              </a:ext>
            </a:extLst>
          </p:cNvPr>
          <p:cNvSpPr txBox="1"/>
          <p:nvPr userDrawn="1"/>
        </p:nvSpPr>
        <p:spPr>
          <a:xfrm>
            <a:off x="0" y="653796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00741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0BFA0E-19F9-4AD4-ADEE-8B7F081A2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E969C60-C066-44B2-99D9-E4D15B09A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5C6E6ED-59B9-4795-A014-8CB5C33B6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ACEC2-D33E-4858-84DC-16EA4099FDC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AC593B-701F-4DD4-959E-2DB2DD980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5DFB92-1C1F-4B4F-8573-3B815005A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03269-409B-4ED5-9A9A-E7DAF719BFB7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hlSlideMaster.Título y objetosHeader" descr=".">
            <a:extLst>
              <a:ext uri="{FF2B5EF4-FFF2-40B4-BE49-F238E27FC236}">
                <a16:creationId xmlns:a16="http://schemas.microsoft.com/office/drawing/2014/main" id="{2C135D47-07F5-45E2-B1AF-C440E2F9A656}"/>
              </a:ext>
            </a:extLst>
          </p:cNvPr>
          <p:cNvSpPr txBox="1"/>
          <p:nvPr userDrawn="1"/>
        </p:nvSpPr>
        <p:spPr>
          <a:xfrm>
            <a:off x="0" y="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  <p:sp>
        <p:nvSpPr>
          <p:cNvPr id="8" name="flSlideMaster.Título y objetosFooter" descr=".">
            <a:extLst>
              <a:ext uri="{FF2B5EF4-FFF2-40B4-BE49-F238E27FC236}">
                <a16:creationId xmlns:a16="http://schemas.microsoft.com/office/drawing/2014/main" id="{F25A64C6-7F70-4151-BF58-43E471916B6B}"/>
              </a:ext>
            </a:extLst>
          </p:cNvPr>
          <p:cNvSpPr txBox="1"/>
          <p:nvPr userDrawn="1"/>
        </p:nvSpPr>
        <p:spPr>
          <a:xfrm>
            <a:off x="0" y="653796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69680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3378C0-C21A-4655-BBAC-ADEBF32C2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6A4C79-9C0B-41CF-9E84-048C7C33A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3680BFA-EE90-48A6-8C6D-76AA62C30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ACEC2-D33E-4858-84DC-16EA4099FDC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44E7685-37D5-40A5-B207-720CC9D8C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0BFC89-C310-4DE3-86C6-801554A38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03269-409B-4ED5-9A9A-E7DAF719BFB7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hlSlideMaster.Encabezado de secciónHeader" descr=".">
            <a:extLst>
              <a:ext uri="{FF2B5EF4-FFF2-40B4-BE49-F238E27FC236}">
                <a16:creationId xmlns:a16="http://schemas.microsoft.com/office/drawing/2014/main" id="{030F5581-735A-42CE-B9F5-A753BC94828F}"/>
              </a:ext>
            </a:extLst>
          </p:cNvPr>
          <p:cNvSpPr txBox="1"/>
          <p:nvPr userDrawn="1"/>
        </p:nvSpPr>
        <p:spPr>
          <a:xfrm>
            <a:off x="0" y="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  <p:sp>
        <p:nvSpPr>
          <p:cNvPr id="8" name="flSlideMaster.Encabezado de secciónFooter" descr=".">
            <a:extLst>
              <a:ext uri="{FF2B5EF4-FFF2-40B4-BE49-F238E27FC236}">
                <a16:creationId xmlns:a16="http://schemas.microsoft.com/office/drawing/2014/main" id="{0845F2C0-4A2C-436B-BA20-CD1013818B12}"/>
              </a:ext>
            </a:extLst>
          </p:cNvPr>
          <p:cNvSpPr txBox="1"/>
          <p:nvPr userDrawn="1"/>
        </p:nvSpPr>
        <p:spPr>
          <a:xfrm>
            <a:off x="0" y="653796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9015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8BBDB6-21EC-4087-8257-9456A727C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380986F-B265-42C1-8EB7-CDB9E32131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4273D23-1DC7-429F-A5DB-1B1CE344F5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FCDA8A-FB9B-4E49-A38C-2EF742BE0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ACEC2-D33E-4858-84DC-16EA4099FDC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E01D407-0214-4D54-801D-4B32B3312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F895487-19D2-421F-8871-3E083C640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03269-409B-4ED5-9A9A-E7DAF719BFB7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hlSlideMaster.Dos objetosHeader" descr=".">
            <a:extLst>
              <a:ext uri="{FF2B5EF4-FFF2-40B4-BE49-F238E27FC236}">
                <a16:creationId xmlns:a16="http://schemas.microsoft.com/office/drawing/2014/main" id="{D39787A4-7FBF-4FBE-80C6-86DB3DC6EABF}"/>
              </a:ext>
            </a:extLst>
          </p:cNvPr>
          <p:cNvSpPr txBox="1"/>
          <p:nvPr userDrawn="1"/>
        </p:nvSpPr>
        <p:spPr>
          <a:xfrm>
            <a:off x="0" y="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  <p:sp>
        <p:nvSpPr>
          <p:cNvPr id="9" name="flSlideMaster.Dos objetosFooter" descr=".">
            <a:extLst>
              <a:ext uri="{FF2B5EF4-FFF2-40B4-BE49-F238E27FC236}">
                <a16:creationId xmlns:a16="http://schemas.microsoft.com/office/drawing/2014/main" id="{3643FCAE-F598-4FC0-AA4F-15F4CEEF4147}"/>
              </a:ext>
            </a:extLst>
          </p:cNvPr>
          <p:cNvSpPr txBox="1"/>
          <p:nvPr userDrawn="1"/>
        </p:nvSpPr>
        <p:spPr>
          <a:xfrm>
            <a:off x="0" y="653796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049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410FED-C9DA-4B6C-96ED-4F739340D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1336C44-359F-4087-AADB-2461618BC3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BE49182-54C7-4DD2-8363-4CAB72E107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2415B96-6CCD-4046-8AFA-706446E85B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C051A98-FB29-4287-A12B-93285B1C8F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E661B63-C145-4F85-AD79-6F6DB7EAA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ACEC2-D33E-4858-84DC-16EA4099FDC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6BCB457-00AF-4BA4-87E6-C1B9D0E08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59B8EBC-EF11-4314-BC73-5671B0F26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03269-409B-4ED5-9A9A-E7DAF719BFB7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hlSlideMaster.ComparaciónHeader" descr=".">
            <a:extLst>
              <a:ext uri="{FF2B5EF4-FFF2-40B4-BE49-F238E27FC236}">
                <a16:creationId xmlns:a16="http://schemas.microsoft.com/office/drawing/2014/main" id="{7A146105-6F66-4A22-9414-5A60C95E3D98}"/>
              </a:ext>
            </a:extLst>
          </p:cNvPr>
          <p:cNvSpPr txBox="1"/>
          <p:nvPr userDrawn="1"/>
        </p:nvSpPr>
        <p:spPr>
          <a:xfrm>
            <a:off x="0" y="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  <p:sp>
        <p:nvSpPr>
          <p:cNvPr id="11" name="flSlideMaster.ComparaciónFooter" descr=".">
            <a:extLst>
              <a:ext uri="{FF2B5EF4-FFF2-40B4-BE49-F238E27FC236}">
                <a16:creationId xmlns:a16="http://schemas.microsoft.com/office/drawing/2014/main" id="{DEE9BB3C-64B2-4626-946E-11B5708389D0}"/>
              </a:ext>
            </a:extLst>
          </p:cNvPr>
          <p:cNvSpPr txBox="1"/>
          <p:nvPr userDrawn="1"/>
        </p:nvSpPr>
        <p:spPr>
          <a:xfrm>
            <a:off x="0" y="653796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27113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EBF628-C148-46EA-9B63-A16F14E41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1425712-65E0-44D3-B77C-72B2D3AA9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ACEC2-D33E-4858-84DC-16EA4099FDC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F993AA7-B5F5-45F7-BC6C-85F8E29E1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3E082C9-87D3-45C3-9D3E-833571670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03269-409B-4ED5-9A9A-E7DAF719BFB7}" type="slidenum">
              <a:rPr lang="en-US" smtClean="0"/>
              <a:t>‹Nº›</a:t>
            </a:fld>
            <a:endParaRPr lang="en-US"/>
          </a:p>
        </p:txBody>
      </p:sp>
      <p:sp>
        <p:nvSpPr>
          <p:cNvPr id="6" name="hlSlideMaster.Solo el títuloHeader" descr=".">
            <a:extLst>
              <a:ext uri="{FF2B5EF4-FFF2-40B4-BE49-F238E27FC236}">
                <a16:creationId xmlns:a16="http://schemas.microsoft.com/office/drawing/2014/main" id="{1E5F44A0-F2DF-4C39-89BF-25B65FC599FA}"/>
              </a:ext>
            </a:extLst>
          </p:cNvPr>
          <p:cNvSpPr txBox="1"/>
          <p:nvPr userDrawn="1"/>
        </p:nvSpPr>
        <p:spPr>
          <a:xfrm>
            <a:off x="0" y="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  <p:sp>
        <p:nvSpPr>
          <p:cNvPr id="7" name="flSlideMaster.Solo el títuloFooter" descr=".">
            <a:extLst>
              <a:ext uri="{FF2B5EF4-FFF2-40B4-BE49-F238E27FC236}">
                <a16:creationId xmlns:a16="http://schemas.microsoft.com/office/drawing/2014/main" id="{6C5B223A-D558-4B14-A525-A1C4AE8FEA44}"/>
              </a:ext>
            </a:extLst>
          </p:cNvPr>
          <p:cNvSpPr txBox="1"/>
          <p:nvPr userDrawn="1"/>
        </p:nvSpPr>
        <p:spPr>
          <a:xfrm>
            <a:off x="0" y="653796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81358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E400DFD-307C-491D-8B47-6BD82623B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ACEC2-D33E-4858-84DC-16EA4099FDC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EE04B48-A163-4E70-B795-393151B0E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6ACA74B-B5D6-479B-B581-1F3F28030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03269-409B-4ED5-9A9A-E7DAF719BFB7}" type="slidenum">
              <a:rPr lang="en-US" smtClean="0"/>
              <a:t>‹Nº›</a:t>
            </a:fld>
            <a:endParaRPr lang="en-US"/>
          </a:p>
        </p:txBody>
      </p:sp>
      <p:sp>
        <p:nvSpPr>
          <p:cNvPr id="5" name="hlSlideMaster.En blancoHeader" descr=".">
            <a:extLst>
              <a:ext uri="{FF2B5EF4-FFF2-40B4-BE49-F238E27FC236}">
                <a16:creationId xmlns:a16="http://schemas.microsoft.com/office/drawing/2014/main" id="{E1CE927A-FA6E-4C74-9903-C3D2D52DEAC5}"/>
              </a:ext>
            </a:extLst>
          </p:cNvPr>
          <p:cNvSpPr txBox="1"/>
          <p:nvPr userDrawn="1"/>
        </p:nvSpPr>
        <p:spPr>
          <a:xfrm>
            <a:off x="0" y="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  <p:sp>
        <p:nvSpPr>
          <p:cNvPr id="6" name="flSlideMaster.En blancoFooter" descr=".">
            <a:extLst>
              <a:ext uri="{FF2B5EF4-FFF2-40B4-BE49-F238E27FC236}">
                <a16:creationId xmlns:a16="http://schemas.microsoft.com/office/drawing/2014/main" id="{F5A7A917-8FEE-4B13-838F-D4DC4C9BBF44}"/>
              </a:ext>
            </a:extLst>
          </p:cNvPr>
          <p:cNvSpPr txBox="1"/>
          <p:nvPr userDrawn="1"/>
        </p:nvSpPr>
        <p:spPr>
          <a:xfrm>
            <a:off x="0" y="653796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78687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8964EA-9012-4E76-9DD7-C32C41D82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A12B1DD-10E4-4BC1-A7D9-708C17A9D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6FFA7B1-7419-4847-B5D3-F53456D400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25F6F81-B9B8-48AA-80BA-257FE0357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ACEC2-D33E-4858-84DC-16EA4099FDC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C7E09F-EE44-4972-A229-995623157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D28380B-E850-4D40-8406-6596B40C2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03269-409B-4ED5-9A9A-E7DAF719BFB7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hlSlideMaster.Contenido con títuloHeader" descr=".">
            <a:extLst>
              <a:ext uri="{FF2B5EF4-FFF2-40B4-BE49-F238E27FC236}">
                <a16:creationId xmlns:a16="http://schemas.microsoft.com/office/drawing/2014/main" id="{89460193-6D23-4EDC-85A0-C935008FE8B6}"/>
              </a:ext>
            </a:extLst>
          </p:cNvPr>
          <p:cNvSpPr txBox="1"/>
          <p:nvPr userDrawn="1"/>
        </p:nvSpPr>
        <p:spPr>
          <a:xfrm>
            <a:off x="0" y="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  <p:sp>
        <p:nvSpPr>
          <p:cNvPr id="9" name="flSlideMaster.Contenido con títuloFooter" descr=".">
            <a:extLst>
              <a:ext uri="{FF2B5EF4-FFF2-40B4-BE49-F238E27FC236}">
                <a16:creationId xmlns:a16="http://schemas.microsoft.com/office/drawing/2014/main" id="{714BA61A-F70A-4FA2-92FA-3B17EE07BEC3}"/>
              </a:ext>
            </a:extLst>
          </p:cNvPr>
          <p:cNvSpPr txBox="1"/>
          <p:nvPr userDrawn="1"/>
        </p:nvSpPr>
        <p:spPr>
          <a:xfrm>
            <a:off x="0" y="653796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55638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715955-E18B-4054-BB72-0B4FD4587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6FBDA07-B8D0-4042-8D3D-F928810598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8CC64A-4692-403B-9BA4-F2E3CF870C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F238867-7A98-4BE3-A4AD-D8B88568F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ACEC2-D33E-4858-84DC-16EA4099FDC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38B4045-F246-4926-81AB-CD5CC3C33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68CC7FD-976E-4691-ADCD-60E3D9F21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03269-409B-4ED5-9A9A-E7DAF719BFB7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hlSlideMaster.Imagen con títuloHeader" descr=".">
            <a:extLst>
              <a:ext uri="{FF2B5EF4-FFF2-40B4-BE49-F238E27FC236}">
                <a16:creationId xmlns:a16="http://schemas.microsoft.com/office/drawing/2014/main" id="{E7742F14-4855-4134-9122-0B38462B0E05}"/>
              </a:ext>
            </a:extLst>
          </p:cNvPr>
          <p:cNvSpPr txBox="1"/>
          <p:nvPr userDrawn="1"/>
        </p:nvSpPr>
        <p:spPr>
          <a:xfrm>
            <a:off x="0" y="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  <p:sp>
        <p:nvSpPr>
          <p:cNvPr id="9" name="flSlideMaster.Imagen con títuloFooter" descr=".">
            <a:extLst>
              <a:ext uri="{FF2B5EF4-FFF2-40B4-BE49-F238E27FC236}">
                <a16:creationId xmlns:a16="http://schemas.microsoft.com/office/drawing/2014/main" id="{713BC343-7048-4636-8E2F-92CBBA611BDC}"/>
              </a:ext>
            </a:extLst>
          </p:cNvPr>
          <p:cNvSpPr txBox="1"/>
          <p:nvPr userDrawn="1"/>
        </p:nvSpPr>
        <p:spPr>
          <a:xfrm>
            <a:off x="0" y="653796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0216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FC6345-678C-47B9-9AC7-0D1293D25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5A8F63D-0482-4A69-93A9-90363711CE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3BA998-4D5D-43A9-8E14-999D7DDC6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ACEC2-D33E-4858-84DC-16EA4099FDC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89434B-5358-4776-9BE0-06E709BB3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38C614-9352-401E-A1CA-5E4E9DE3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03269-409B-4ED5-9A9A-E7DAF719BFB7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hlSlideMaster.Título y texto verticalHeader" descr=".">
            <a:extLst>
              <a:ext uri="{FF2B5EF4-FFF2-40B4-BE49-F238E27FC236}">
                <a16:creationId xmlns:a16="http://schemas.microsoft.com/office/drawing/2014/main" id="{63DA5F84-88D1-4128-8787-D09FD3409971}"/>
              </a:ext>
            </a:extLst>
          </p:cNvPr>
          <p:cNvSpPr txBox="1"/>
          <p:nvPr userDrawn="1"/>
        </p:nvSpPr>
        <p:spPr>
          <a:xfrm>
            <a:off x="0" y="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  <p:sp>
        <p:nvSpPr>
          <p:cNvPr id="8" name="flSlideMaster.Título y texto verticalFooter" descr=".">
            <a:extLst>
              <a:ext uri="{FF2B5EF4-FFF2-40B4-BE49-F238E27FC236}">
                <a16:creationId xmlns:a16="http://schemas.microsoft.com/office/drawing/2014/main" id="{F1B30EA6-F8C6-426D-B192-B5383CD08C45}"/>
              </a:ext>
            </a:extLst>
          </p:cNvPr>
          <p:cNvSpPr txBox="1"/>
          <p:nvPr userDrawn="1"/>
        </p:nvSpPr>
        <p:spPr>
          <a:xfrm>
            <a:off x="0" y="653796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78507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1DE5C2-4FE5-4D10-A025-6870B6296E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A94B66F-AA0E-4597-95BA-702CAFC93D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88BA64D-12D4-463A-A718-98FACC91D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ACEC2-D33E-4858-84DC-16EA4099FDC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29A0013-7EF4-4BE1-9578-D01E1A200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F58FD1F-23C7-45B1-8543-DE317A0C1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03269-409B-4ED5-9A9A-E7DAF719BFB7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hlSlideMaster.Título vertical y textoHeader" descr=".">
            <a:extLst>
              <a:ext uri="{FF2B5EF4-FFF2-40B4-BE49-F238E27FC236}">
                <a16:creationId xmlns:a16="http://schemas.microsoft.com/office/drawing/2014/main" id="{61C671A5-DFCD-4CE0-9640-91F93603BA8E}"/>
              </a:ext>
            </a:extLst>
          </p:cNvPr>
          <p:cNvSpPr txBox="1"/>
          <p:nvPr userDrawn="1"/>
        </p:nvSpPr>
        <p:spPr>
          <a:xfrm>
            <a:off x="0" y="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  <p:sp>
        <p:nvSpPr>
          <p:cNvPr id="8" name="flSlideMaster.Título vertical y textoFooter" descr=".">
            <a:extLst>
              <a:ext uri="{FF2B5EF4-FFF2-40B4-BE49-F238E27FC236}">
                <a16:creationId xmlns:a16="http://schemas.microsoft.com/office/drawing/2014/main" id="{A69C1672-7843-451F-BC4C-4F912224FD56}"/>
              </a:ext>
            </a:extLst>
          </p:cNvPr>
          <p:cNvSpPr txBox="1"/>
          <p:nvPr userDrawn="1"/>
        </p:nvSpPr>
        <p:spPr>
          <a:xfrm>
            <a:off x="0" y="653796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73815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B5E2FE2-2CA4-4615-BFE2-FEEC1A3C8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4C0B371-1834-4188-98E6-C8A8B15571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89DC153-0177-46FF-9679-0FBDA776D9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8ACEC2-D33E-4858-84DC-16EA4099FDC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E8269C-F0BB-454D-9C7A-D008E7C581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195EA9F-2DA6-4A67-864E-1296A00F5D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E03269-409B-4ED5-9A9A-E7DAF719BFB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583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2DEF248B-0B55-4A31-AF1C-7B662368B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635" y="3712923"/>
            <a:ext cx="4458322" cy="243874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D0C72703-8A6C-4E01-AC0B-387E0B0B5AB1}"/>
              </a:ext>
            </a:extLst>
          </p:cNvPr>
          <p:cNvSpPr/>
          <p:nvPr/>
        </p:nvSpPr>
        <p:spPr>
          <a:xfrm>
            <a:off x="819807" y="4903694"/>
            <a:ext cx="4167158" cy="112128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B2DF175-6479-4E1E-8C67-616139C0AF5C}"/>
              </a:ext>
            </a:extLst>
          </p:cNvPr>
          <p:cNvSpPr txBox="1"/>
          <p:nvPr/>
        </p:nvSpPr>
        <p:spPr>
          <a:xfrm>
            <a:off x="5233957" y="5141171"/>
            <a:ext cx="3815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Cuadra</a:t>
            </a:r>
            <a:r>
              <a:rPr lang="en-US" dirty="0"/>
              <a:t> bien con </a:t>
            </a:r>
            <a:r>
              <a:rPr lang="en-US" dirty="0" err="1"/>
              <a:t>el</a:t>
            </a:r>
            <a:r>
              <a:rPr lang="en-US" dirty="0"/>
              <a:t> FEM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cuanto</a:t>
            </a:r>
            <a:r>
              <a:rPr lang="en-US" dirty="0"/>
              <a:t> a </a:t>
            </a:r>
            <a:r>
              <a:rPr lang="en-US" dirty="0" err="1"/>
              <a:t>autovalores</a:t>
            </a:r>
            <a:r>
              <a:rPr lang="en-US" dirty="0"/>
              <a:t> y </a:t>
            </a:r>
            <a:r>
              <a:rPr lang="en-US" dirty="0" err="1"/>
              <a:t>ondas</a:t>
            </a:r>
            <a:endParaRPr lang="en-US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7D9C2332-F488-4FDF-B3B6-FF0154D9CE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635" y="833018"/>
            <a:ext cx="8830907" cy="200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960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1B5D146C-A33E-44B2-9B75-367B9421B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11430000" cy="67056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B136C5F6-437C-405D-9E02-FC9AF087652D}"/>
              </a:ext>
            </a:extLst>
          </p:cNvPr>
          <p:cNvSpPr txBox="1"/>
          <p:nvPr/>
        </p:nvSpPr>
        <p:spPr>
          <a:xfrm>
            <a:off x="2360500" y="1007139"/>
            <a:ext cx="42251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HALFWAVES X : 3</a:t>
            </a:r>
          </a:p>
          <a:p>
            <a:r>
              <a:rPr lang="en-US" dirty="0"/>
              <a:t>HALFWAVES Y : 1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A4CFA6B-63AA-4C46-A34B-1DCEC2E16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682" y="4087906"/>
            <a:ext cx="3941930" cy="2430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687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B4A3CC7F-453A-475E-B448-190B9319D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11430000" cy="670560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D571A0BA-3F1D-4A1A-B4D2-CB79D5A0D9A6}"/>
              </a:ext>
            </a:extLst>
          </p:cNvPr>
          <p:cNvSpPr txBox="1"/>
          <p:nvPr/>
        </p:nvSpPr>
        <p:spPr>
          <a:xfrm>
            <a:off x="2306712" y="935421"/>
            <a:ext cx="42251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HALFWAVES X : 4</a:t>
            </a:r>
          </a:p>
          <a:p>
            <a:r>
              <a:rPr lang="en-US" dirty="0"/>
              <a:t>HALFWAVES Y : 1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D8F9A6B-1A18-45E4-AC36-9F2B9B88A8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2243" y="4132728"/>
            <a:ext cx="3328757" cy="2528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527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B38BE750-A7F3-4433-8733-9E0098741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11430000" cy="67056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15C13391-322B-4906-9CBD-3666DFA9D263}"/>
              </a:ext>
            </a:extLst>
          </p:cNvPr>
          <p:cNvSpPr txBox="1"/>
          <p:nvPr/>
        </p:nvSpPr>
        <p:spPr>
          <a:xfrm>
            <a:off x="2217065" y="1087821"/>
            <a:ext cx="42251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HALFWAVES X : 2</a:t>
            </a:r>
          </a:p>
          <a:p>
            <a:r>
              <a:rPr lang="en-US" dirty="0"/>
              <a:t>HALFWAVES Y : 1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55DF7C8-0817-4CDB-8E66-3E6DFA36FB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9294" y="3945938"/>
            <a:ext cx="3890681" cy="2541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433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1571B4A8-B23C-4C5F-9ED9-91C730929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11430000" cy="67056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163CDE4-1ED9-48C2-A8C8-1DEA1F61FEF2}"/>
              </a:ext>
            </a:extLst>
          </p:cNvPr>
          <p:cNvSpPr txBox="1"/>
          <p:nvPr/>
        </p:nvSpPr>
        <p:spPr>
          <a:xfrm>
            <a:off x="2432217" y="800950"/>
            <a:ext cx="42251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HALFWAVES X : 5</a:t>
            </a:r>
          </a:p>
          <a:p>
            <a:r>
              <a:rPr lang="en-US" dirty="0"/>
              <a:t>HALFWAVES Y : 1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66BCD72-7E80-43EB-B08C-8447AB382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2644" y="4482353"/>
            <a:ext cx="3688356" cy="2195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909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0D48F558-F468-4B73-A367-8E7E4EDD6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11430000" cy="67056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1CFA8BD-5A1F-4971-A1D8-23EA3302B77D}"/>
              </a:ext>
            </a:extLst>
          </p:cNvPr>
          <p:cNvSpPr txBox="1"/>
          <p:nvPr/>
        </p:nvSpPr>
        <p:spPr>
          <a:xfrm>
            <a:off x="2109488" y="899562"/>
            <a:ext cx="42251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HALFWAVES X : 6</a:t>
            </a:r>
          </a:p>
          <a:p>
            <a:r>
              <a:rPr lang="en-US" dirty="0"/>
              <a:t>HALFWAVES Y : 1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1FAFBC8-8AE9-40D1-9C8E-D314E7EF4E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682" y="4511239"/>
            <a:ext cx="3711778" cy="2270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7989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</Words>
  <Application>Microsoft Office PowerPoint</Application>
  <PresentationFormat>Panorámica</PresentationFormat>
  <Paragraphs>11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Microsoft Sans Serif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Maroto Herreros, Enrique (external) [ES]</dc:creator>
  <cp:lastModifiedBy>Maroto Herreros, Enrique (external) [ES]</cp:lastModifiedBy>
  <cp:revision>9</cp:revision>
  <dcterms:created xsi:type="dcterms:W3CDTF">2026-02-10T08:25:37Z</dcterms:created>
  <dcterms:modified xsi:type="dcterms:W3CDTF">2026-04-15T09:28:44Z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f7f09d74-aa71-4799-87e1-5fecda98735f</vt:lpwstr>
  </property>
  <property fmtid="{D5CDD505-2E9C-101B-9397-08002B2CF9AE}" pid="3" name="TaggedBy">
    <vt:lpwstr>U69432</vt:lpwstr>
  </property>
  <property fmtid="{D5CDD505-2E9C-101B-9397-08002B2CF9AE}" pid="4" name="L">
    <vt:lpwstr>XXPRI</vt:lpwstr>
  </property>
  <property fmtid="{D5CDD505-2E9C-101B-9397-08002B2CF9AE}" pid="5" name="STAMP">
    <vt:lpwstr>NO</vt:lpwstr>
  </property>
</Properties>
</file>
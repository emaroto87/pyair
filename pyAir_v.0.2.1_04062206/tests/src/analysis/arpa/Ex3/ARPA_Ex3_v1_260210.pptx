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E61F-580F-4B1D-806B-22CAF0BDC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EAC717-4D4C-4A8A-A8EA-DBF38F5E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AAD4BB-D393-432A-BD09-ECC1DD0C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55617-F6B3-4E2C-ADF2-4AEE2631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9D51C4-AAC2-4A14-A452-594E84A8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Diapositiva de títuloHeader" descr=".">
            <a:extLst>
              <a:ext uri="{FF2B5EF4-FFF2-40B4-BE49-F238E27FC236}">
                <a16:creationId xmlns:a16="http://schemas.microsoft.com/office/drawing/2014/main" id="{B08F2120-4D91-4FA3-980D-33DE382426B8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Diapositiva de títuloFooter" descr=".">
            <a:extLst>
              <a:ext uri="{FF2B5EF4-FFF2-40B4-BE49-F238E27FC236}">
                <a16:creationId xmlns:a16="http://schemas.microsoft.com/office/drawing/2014/main" id="{3A6B04F4-EBA1-4212-9797-3CDAF38E7EE1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741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BFA0E-19F9-4AD4-ADEE-8B7F081A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969C60-C066-44B2-99D9-E4D15B09A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6E6ED-59B9-4795-A014-8CB5C33B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AC593B-701F-4DD4-959E-2DB2DD98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5DFB92-1C1F-4B4F-8573-3B815005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objetosHeader" descr=".">
            <a:extLst>
              <a:ext uri="{FF2B5EF4-FFF2-40B4-BE49-F238E27FC236}">
                <a16:creationId xmlns:a16="http://schemas.microsoft.com/office/drawing/2014/main" id="{C83D9D58-562B-4676-8218-A5DDBEAE6069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objetosFooter" descr=".">
            <a:extLst>
              <a:ext uri="{FF2B5EF4-FFF2-40B4-BE49-F238E27FC236}">
                <a16:creationId xmlns:a16="http://schemas.microsoft.com/office/drawing/2014/main" id="{304CEAAC-0364-4F45-80F1-2B08864A6096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68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378C0-C21A-4655-BBAC-ADEBF32C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A4C79-9C0B-41CF-9E84-048C7C33A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680BFA-EE90-48A6-8C6D-76AA62C3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4E7685-37D5-40A5-B207-720CC9D8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BFC89-C310-4DE3-86C6-801554A3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Encabezado de secciónHeader" descr=".">
            <a:extLst>
              <a:ext uri="{FF2B5EF4-FFF2-40B4-BE49-F238E27FC236}">
                <a16:creationId xmlns:a16="http://schemas.microsoft.com/office/drawing/2014/main" id="{BAEAA36C-01B3-4BEA-BD6F-101209132907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Encabezado de secciónFooter" descr=".">
            <a:extLst>
              <a:ext uri="{FF2B5EF4-FFF2-40B4-BE49-F238E27FC236}">
                <a16:creationId xmlns:a16="http://schemas.microsoft.com/office/drawing/2014/main" id="{4D96DF67-3182-4A66-B74F-A4960E0DEADC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1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BBDB6-21EC-4087-8257-9456A727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0986F-B265-42C1-8EB7-CDB9E3213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273D23-1DC7-429F-A5DB-1B1CE344F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FCDA8A-FB9B-4E49-A38C-2EF742BE0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01D407-0214-4D54-801D-4B32B331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895487-19D2-421F-8871-3E083C64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Dos objetosHeader" descr=".">
            <a:extLst>
              <a:ext uri="{FF2B5EF4-FFF2-40B4-BE49-F238E27FC236}">
                <a16:creationId xmlns:a16="http://schemas.microsoft.com/office/drawing/2014/main" id="{47FB61ED-66E7-4257-9655-4FFD647745B9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Dos objetosFooter" descr=".">
            <a:extLst>
              <a:ext uri="{FF2B5EF4-FFF2-40B4-BE49-F238E27FC236}">
                <a16:creationId xmlns:a16="http://schemas.microsoft.com/office/drawing/2014/main" id="{DE90328E-A20A-4E03-968B-0606791E8F6C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4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10FED-C9DA-4B6C-96ED-4F739340D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36C44-359F-4087-AADB-2461618BC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49182-54C7-4DD2-8363-4CAB72E10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415B96-6CCD-4046-8AFA-706446E85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051A98-FB29-4287-A12B-93285B1C8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E661B63-C145-4F85-AD79-6F6DB7EA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BCB457-00AF-4BA4-87E6-C1B9D0E0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9B8EBC-EF11-4314-BC73-5671B0F2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hlSlideMaster.ComparaciónHeader" descr=".">
            <a:extLst>
              <a:ext uri="{FF2B5EF4-FFF2-40B4-BE49-F238E27FC236}">
                <a16:creationId xmlns:a16="http://schemas.microsoft.com/office/drawing/2014/main" id="{0A54428C-5539-428B-89C8-7550BBFDE347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11" name="flSlideMaster.ComparaciónFooter" descr=".">
            <a:extLst>
              <a:ext uri="{FF2B5EF4-FFF2-40B4-BE49-F238E27FC236}">
                <a16:creationId xmlns:a16="http://schemas.microsoft.com/office/drawing/2014/main" id="{DA21EB56-61FB-4724-9D90-1D8F96DA8EA4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711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BF628-C148-46EA-9B63-A16F14E4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425712-65E0-44D3-B77C-72B2D3AA9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993AA7-B5F5-45F7-BC6C-85F8E29E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E082C9-87D3-45C3-9D3E-83357167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hlSlideMaster.Solo el títuloHeader" descr=".">
            <a:extLst>
              <a:ext uri="{FF2B5EF4-FFF2-40B4-BE49-F238E27FC236}">
                <a16:creationId xmlns:a16="http://schemas.microsoft.com/office/drawing/2014/main" id="{26825438-5767-4316-B6B0-80783780ECFD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7" name="flSlideMaster.Solo el títuloFooter" descr=".">
            <a:extLst>
              <a:ext uri="{FF2B5EF4-FFF2-40B4-BE49-F238E27FC236}">
                <a16:creationId xmlns:a16="http://schemas.microsoft.com/office/drawing/2014/main" id="{942761E2-5255-4480-BC65-9492F4D5151A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135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400DFD-307C-491D-8B47-6BD82623B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E04B48-A163-4E70-B795-393151B0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ACA74B-B5D6-479B-B581-1F3F2803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hlSlideMaster.En blancoHeader" descr=".">
            <a:extLst>
              <a:ext uri="{FF2B5EF4-FFF2-40B4-BE49-F238E27FC236}">
                <a16:creationId xmlns:a16="http://schemas.microsoft.com/office/drawing/2014/main" id="{E2F09CB7-4604-478A-830D-3D16E1B45941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6" name="flSlideMaster.En blancoFooter" descr=".">
            <a:extLst>
              <a:ext uri="{FF2B5EF4-FFF2-40B4-BE49-F238E27FC236}">
                <a16:creationId xmlns:a16="http://schemas.microsoft.com/office/drawing/2014/main" id="{AFE1410D-5CB2-4921-B765-6341D91DDF29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868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964EA-9012-4E76-9DD7-C32C41D82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12B1DD-10E4-4BC1-A7D9-708C17A9D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FFA7B1-7419-4847-B5D3-F53456D40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5F6F81-B9B8-48AA-80BA-257FE035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C7E09F-EE44-4972-A229-99562315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8380B-E850-4D40-8406-6596B40C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Contenido con títuloHeader" descr=".">
            <a:extLst>
              <a:ext uri="{FF2B5EF4-FFF2-40B4-BE49-F238E27FC236}">
                <a16:creationId xmlns:a16="http://schemas.microsoft.com/office/drawing/2014/main" id="{B165C2E9-2466-42B0-9C53-29300237E63F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Contenido con títuloFooter" descr=".">
            <a:extLst>
              <a:ext uri="{FF2B5EF4-FFF2-40B4-BE49-F238E27FC236}">
                <a16:creationId xmlns:a16="http://schemas.microsoft.com/office/drawing/2014/main" id="{8BB34E9E-A1BD-45E5-9085-117E8A31A51A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63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15955-E18B-4054-BB72-0B4FD458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6FBDA07-B8D0-4042-8D3D-F92881059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8CC64A-4692-403B-9BA4-F2E3CF870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238867-7A98-4BE3-A4AD-D8B88568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8B4045-F246-4926-81AB-CD5CC3C33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8CC7FD-976E-4691-ADCD-60E3D9F2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hlSlideMaster.Imagen con títuloHeader" descr=".">
            <a:extLst>
              <a:ext uri="{FF2B5EF4-FFF2-40B4-BE49-F238E27FC236}">
                <a16:creationId xmlns:a16="http://schemas.microsoft.com/office/drawing/2014/main" id="{323AE843-35A4-4F9B-83A2-5AFD8BAA9BA3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9" name="flSlideMaster.Imagen con títuloFooter" descr=".">
            <a:extLst>
              <a:ext uri="{FF2B5EF4-FFF2-40B4-BE49-F238E27FC236}">
                <a16:creationId xmlns:a16="http://schemas.microsoft.com/office/drawing/2014/main" id="{D34D37E4-5046-4B7D-8E1E-7E25E8BCBBBB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216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6345-678C-47B9-9AC7-0D1293D2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A8F63D-0482-4A69-93A9-90363711C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3BA998-4D5D-43A9-8E14-999D7DDC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9434B-5358-4776-9BE0-06E709BB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8C614-9352-401E-A1CA-5E4E9DE3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y texto verticalHeader" descr=".">
            <a:extLst>
              <a:ext uri="{FF2B5EF4-FFF2-40B4-BE49-F238E27FC236}">
                <a16:creationId xmlns:a16="http://schemas.microsoft.com/office/drawing/2014/main" id="{8E4E4E65-0D1D-460B-90C3-21DB94C6D59C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y texto verticalFooter" descr=".">
            <a:extLst>
              <a:ext uri="{FF2B5EF4-FFF2-40B4-BE49-F238E27FC236}">
                <a16:creationId xmlns:a16="http://schemas.microsoft.com/office/drawing/2014/main" id="{18D2838B-07F5-4407-A78B-7FDB1CABF5B5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850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1DE5C2-4FE5-4D10-A025-6870B6296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A94B66F-AA0E-4597-95BA-702CAFC93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8BA64D-12D4-463A-A718-98FACC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9A0013-7EF4-4BE1-9578-D01E1A20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58FD1F-23C7-45B1-8543-DE317A0C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hlSlideMaster.Título vertical y textoHeader" descr=".">
            <a:extLst>
              <a:ext uri="{FF2B5EF4-FFF2-40B4-BE49-F238E27FC236}">
                <a16:creationId xmlns:a16="http://schemas.microsoft.com/office/drawing/2014/main" id="{4EE47667-B760-413F-81EF-CC3C8336A7BD}"/>
              </a:ext>
            </a:extLst>
          </p:cNvPr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  <p:sp>
        <p:nvSpPr>
          <p:cNvPr id="8" name="flSlideMaster.Título vertical y textoFooter" descr=".">
            <a:extLst>
              <a:ext uri="{FF2B5EF4-FFF2-40B4-BE49-F238E27FC236}">
                <a16:creationId xmlns:a16="http://schemas.microsoft.com/office/drawing/2014/main" id="{F8F6B3FE-6191-4606-AF98-964173CB5B69}"/>
              </a:ext>
            </a:extLst>
          </p:cNvPr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FFFFFF"/>
                </a:solidFill>
                <a:latin typeface="Microsoft Sans Serif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381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5E2FE2-2CA4-4615-BFE2-FEEC1A3C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C0B371-1834-4188-98E6-C8A8B155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9DC153-0177-46FF-9679-0FBDA776D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ACEC2-D33E-4858-84DC-16EA4099FDC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8269C-F0BB-454D-9C7A-D008E7C58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95EA9F-2DA6-4A67-864E-1296A00F5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3269-409B-4ED5-9A9A-E7DAF719BF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83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0C87FB-970A-4007-9E1B-05486BE9C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1" y="706337"/>
            <a:ext cx="9392961" cy="22291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B541C46-598C-4A58-8F34-2CD376BBB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1" y="3160396"/>
            <a:ext cx="4277322" cy="2991267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0C72703-8A6C-4E01-AC0B-387E0B0B5AB1}"/>
              </a:ext>
            </a:extLst>
          </p:cNvPr>
          <p:cNvSpPr/>
          <p:nvPr/>
        </p:nvSpPr>
        <p:spPr>
          <a:xfrm>
            <a:off x="819807" y="4845269"/>
            <a:ext cx="4167158" cy="10405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B2DF175-6479-4E1E-8C67-616139C0AF5C}"/>
              </a:ext>
            </a:extLst>
          </p:cNvPr>
          <p:cNvSpPr txBox="1"/>
          <p:nvPr/>
        </p:nvSpPr>
        <p:spPr>
          <a:xfrm>
            <a:off x="5575932" y="4834759"/>
            <a:ext cx="381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Cuadra</a:t>
            </a:r>
            <a:r>
              <a:rPr lang="en-US" dirty="0"/>
              <a:t> bien con </a:t>
            </a:r>
            <a:r>
              <a:rPr lang="en-US" dirty="0" err="1"/>
              <a:t>el</a:t>
            </a:r>
            <a:r>
              <a:rPr lang="en-US" dirty="0"/>
              <a:t> FEM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cuanto</a:t>
            </a:r>
            <a:r>
              <a:rPr lang="en-US" dirty="0"/>
              <a:t> a </a:t>
            </a:r>
            <a:r>
              <a:rPr lang="en-US" dirty="0" err="1"/>
              <a:t>autovalores</a:t>
            </a:r>
            <a:r>
              <a:rPr lang="en-US" dirty="0"/>
              <a:t> y </a:t>
            </a:r>
            <a:r>
              <a:rPr lang="en-US" dirty="0" err="1"/>
              <a:t>ondas</a:t>
            </a:r>
            <a:endParaRPr lang="en-U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26E4C0-14B4-431A-BBE4-DF647D41E6CC}"/>
              </a:ext>
            </a:extLst>
          </p:cNvPr>
          <p:cNvSpPr/>
          <p:nvPr/>
        </p:nvSpPr>
        <p:spPr>
          <a:xfrm>
            <a:off x="819807" y="5906814"/>
            <a:ext cx="4167158" cy="2448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35AC2E7-F604-4BE7-BE3A-DF484F30C220}"/>
              </a:ext>
            </a:extLst>
          </p:cNvPr>
          <p:cNvSpPr txBox="1"/>
          <p:nvPr/>
        </p:nvSpPr>
        <p:spPr>
          <a:xfrm>
            <a:off x="5528440" y="5429073"/>
            <a:ext cx="381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Hay una </a:t>
            </a:r>
            <a:r>
              <a:rPr lang="en-US" dirty="0" err="1"/>
              <a:t>ligera</a:t>
            </a:r>
            <a:r>
              <a:rPr lang="en-US" dirty="0"/>
              <a:t> </a:t>
            </a:r>
            <a:r>
              <a:rPr lang="en-US" dirty="0" err="1"/>
              <a:t>diferencia</a:t>
            </a:r>
            <a:r>
              <a:rPr lang="en-US" dirty="0"/>
              <a:t>, </a:t>
            </a:r>
            <a:r>
              <a:rPr lang="en-US" dirty="0" err="1"/>
              <a:t>aunque</a:t>
            </a:r>
            <a:r>
              <a:rPr lang="en-US" dirty="0"/>
              <a:t> </a:t>
            </a:r>
            <a:r>
              <a:rPr lang="en-US" dirty="0" err="1"/>
              <a:t>conservadora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autovalor</a:t>
            </a:r>
            <a:r>
              <a:rPr lang="en-US" dirty="0"/>
              <a:t> -2%.</a:t>
            </a:r>
          </a:p>
        </p:txBody>
      </p:sp>
    </p:spTree>
    <p:extLst>
      <p:ext uri="{BB962C8B-B14F-4D97-AF65-F5344CB8AC3E}">
        <p14:creationId xmlns:p14="http://schemas.microsoft.com/office/powerpoint/2010/main" val="220596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507BF2F-98EA-445D-9B00-E1A11D6E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136C5F6-437C-405D-9E02-FC9AF087652D}"/>
              </a:ext>
            </a:extLst>
          </p:cNvPr>
          <p:cNvSpPr txBox="1"/>
          <p:nvPr/>
        </p:nvSpPr>
        <p:spPr>
          <a:xfrm>
            <a:off x="2190171" y="1141609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1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963442-874B-4262-B865-281BD7802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067" y="4347882"/>
            <a:ext cx="3554477" cy="221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8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FFCB1EE-F80E-4FB2-93E2-2191DA1FE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571A0BA-3F1D-4A1A-B4D2-CB79D5A0D9A6}"/>
              </a:ext>
            </a:extLst>
          </p:cNvPr>
          <p:cNvSpPr txBox="1"/>
          <p:nvPr/>
        </p:nvSpPr>
        <p:spPr>
          <a:xfrm>
            <a:off x="2369465" y="1320904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2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8EA3D5-6730-4A49-81B5-C6A396004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65" y="4141184"/>
            <a:ext cx="4105835" cy="264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2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8BD402F-7B82-4939-A089-DC25B5B6B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C13391-322B-4906-9CBD-3666DFA9D263}"/>
              </a:ext>
            </a:extLst>
          </p:cNvPr>
          <p:cNvSpPr txBox="1"/>
          <p:nvPr/>
        </p:nvSpPr>
        <p:spPr>
          <a:xfrm>
            <a:off x="2019842" y="1267116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1</a:t>
            </a:r>
          </a:p>
          <a:p>
            <a:r>
              <a:rPr lang="en-US" dirty="0"/>
              <a:t>HALFWAVES Y :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A6C096-A66A-4A82-951D-1386CDD78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760" y="4433047"/>
            <a:ext cx="4182240" cy="234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3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E4B803-1D0C-4BC6-B013-F91B50B93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63CDE4-1ED9-48C2-A8C8-1DEA1F61FEF2}"/>
              </a:ext>
            </a:extLst>
          </p:cNvPr>
          <p:cNvSpPr txBox="1"/>
          <p:nvPr/>
        </p:nvSpPr>
        <p:spPr>
          <a:xfrm>
            <a:off x="2297748" y="1320904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3</a:t>
            </a:r>
          </a:p>
          <a:p>
            <a:r>
              <a:rPr lang="en-US" dirty="0"/>
              <a:t>HALFWAVES Y : 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7AD0A4-EA18-4BFB-8A19-63A0D1402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788" y="4390819"/>
            <a:ext cx="4200051" cy="21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09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28F4B07-614D-40E1-99F2-E8E2FCD48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11430000" cy="6705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1CFA8BD-5A1F-4971-A1D8-23EA3302B77D}"/>
              </a:ext>
            </a:extLst>
          </p:cNvPr>
          <p:cNvSpPr txBox="1"/>
          <p:nvPr/>
        </p:nvSpPr>
        <p:spPr>
          <a:xfrm>
            <a:off x="2109489" y="1329868"/>
            <a:ext cx="422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HALFWAVES X : 2</a:t>
            </a:r>
          </a:p>
          <a:p>
            <a:r>
              <a:rPr lang="en-US" dirty="0"/>
              <a:t>HALFWAVES Y : 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E1D1EB-5CC1-46DB-80C2-BE73E3223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007" y="4509247"/>
            <a:ext cx="4077993" cy="212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9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Microsoft Sans Serif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Maroto Herreros, Enrique (external) [ES]</dc:creator>
  <cp:lastModifiedBy>Maroto Herreros, Enrique (external) [ES]</cp:lastModifiedBy>
  <cp:revision>7</cp:revision>
  <dcterms:created xsi:type="dcterms:W3CDTF">2026-02-10T08:25:37Z</dcterms:created>
  <dcterms:modified xsi:type="dcterms:W3CDTF">2026-04-15T09:32:25Z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ffed9b9a-bab9-4c91-9226-50f253e9f953</vt:lpwstr>
  </property>
  <property fmtid="{D5CDD505-2E9C-101B-9397-08002B2CF9AE}" pid="3" name="TaggedBy">
    <vt:lpwstr>U69432</vt:lpwstr>
  </property>
  <property fmtid="{D5CDD505-2E9C-101B-9397-08002B2CF9AE}" pid="4" name="L">
    <vt:lpwstr>XXPRI</vt:lpwstr>
  </property>
  <property fmtid="{D5CDD505-2E9C-101B-9397-08002B2CF9AE}" pid="5" name="STAMP">
    <vt:lpwstr>NO</vt:lpwstr>
  </property>
</Properties>
</file>
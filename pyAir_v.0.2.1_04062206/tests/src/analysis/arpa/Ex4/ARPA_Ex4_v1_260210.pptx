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E61F-580F-4B1D-806B-22CAF0BDC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EAC717-4D4C-4A8A-A8EA-DBF38F5E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AD4BB-D393-432A-BD09-ECC1DD0C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55617-F6B3-4E2C-ADF2-4AEE2631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D51C4-AAC2-4A14-A452-594E84A8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Diapositiva de títuloHeader" descr=".">
            <a:extLst>
              <a:ext uri="{FF2B5EF4-FFF2-40B4-BE49-F238E27FC236}">
                <a16:creationId xmlns:a16="http://schemas.microsoft.com/office/drawing/2014/main" id="{B5E0DF22-7B4F-4E4D-B89F-C55C63638CBF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Diapositiva de títuloFooter" descr=".">
            <a:extLst>
              <a:ext uri="{FF2B5EF4-FFF2-40B4-BE49-F238E27FC236}">
                <a16:creationId xmlns:a16="http://schemas.microsoft.com/office/drawing/2014/main" id="{BEB08149-6892-4764-A954-0649DEB8DCD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74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BFA0E-19F9-4AD4-ADEE-8B7F081A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69C60-C066-44B2-99D9-E4D15B09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6E6ED-59B9-4795-A014-8CB5C33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AC593B-701F-4DD4-959E-2DB2DD98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DFB92-1C1F-4B4F-8573-3B815005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objetosHeader" descr=".">
            <a:extLst>
              <a:ext uri="{FF2B5EF4-FFF2-40B4-BE49-F238E27FC236}">
                <a16:creationId xmlns:a16="http://schemas.microsoft.com/office/drawing/2014/main" id="{73A01163-F799-47EA-8B05-5436CD1ECD24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objetosFooter" descr=".">
            <a:extLst>
              <a:ext uri="{FF2B5EF4-FFF2-40B4-BE49-F238E27FC236}">
                <a16:creationId xmlns:a16="http://schemas.microsoft.com/office/drawing/2014/main" id="{9770AE7E-10F6-4C27-8BC2-6AD370DF7F7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68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378C0-C21A-4655-BBAC-ADEBF32C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A4C79-9C0B-41CF-9E84-048C7C33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680BFA-EE90-48A6-8C6D-76AA62C3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4E7685-37D5-40A5-B207-720CC9D8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BFC89-C310-4DE3-86C6-801554A3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Encabezado de secciónHeader" descr=".">
            <a:extLst>
              <a:ext uri="{FF2B5EF4-FFF2-40B4-BE49-F238E27FC236}">
                <a16:creationId xmlns:a16="http://schemas.microsoft.com/office/drawing/2014/main" id="{B50248D9-A6DC-4CF3-AAF5-B01B8A75EF54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Encabezado de secciónFooter" descr=".">
            <a:extLst>
              <a:ext uri="{FF2B5EF4-FFF2-40B4-BE49-F238E27FC236}">
                <a16:creationId xmlns:a16="http://schemas.microsoft.com/office/drawing/2014/main" id="{ECC2FE45-56B1-47F4-815B-B05A68940A17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1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BBDB6-21EC-4087-8257-9456A727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0986F-B265-42C1-8EB7-CDB9E3213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273D23-1DC7-429F-A5DB-1B1CE344F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FCDA8A-FB9B-4E49-A38C-2EF742BE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01D407-0214-4D54-801D-4B32B331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895487-19D2-421F-8871-3E083C6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Dos objetosHeader" descr=".">
            <a:extLst>
              <a:ext uri="{FF2B5EF4-FFF2-40B4-BE49-F238E27FC236}">
                <a16:creationId xmlns:a16="http://schemas.microsoft.com/office/drawing/2014/main" id="{E41B2AFA-007B-4504-9BAD-BD7D99C25030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Dos objetosFooter" descr=".">
            <a:extLst>
              <a:ext uri="{FF2B5EF4-FFF2-40B4-BE49-F238E27FC236}">
                <a16:creationId xmlns:a16="http://schemas.microsoft.com/office/drawing/2014/main" id="{3F87E073-BCDE-43CB-8CCB-DFD4E4CEE9FB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4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10FED-C9DA-4B6C-96ED-4F739340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36C44-359F-4087-AADB-2461618BC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49182-54C7-4DD2-8363-4CAB72E10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415B96-6CCD-4046-8AFA-706446E85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051A98-FB29-4287-A12B-93285B1C8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661B63-C145-4F85-AD79-6F6DB7EA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BCB457-00AF-4BA4-87E6-C1B9D0E0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9B8EBC-EF11-4314-BC73-5671B0F2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hlSlideMaster.ComparaciónHeader" descr=".">
            <a:extLst>
              <a:ext uri="{FF2B5EF4-FFF2-40B4-BE49-F238E27FC236}">
                <a16:creationId xmlns:a16="http://schemas.microsoft.com/office/drawing/2014/main" id="{374CB493-DF07-4099-93EC-3734E656C3C7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11" name="flSlideMaster.ComparaciónFooter" descr=".">
            <a:extLst>
              <a:ext uri="{FF2B5EF4-FFF2-40B4-BE49-F238E27FC236}">
                <a16:creationId xmlns:a16="http://schemas.microsoft.com/office/drawing/2014/main" id="{DFA8BFE4-80F5-431D-9EB4-25CCFC3EF5E0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711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BF628-C148-46EA-9B63-A16F14E4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425712-65E0-44D3-B77C-72B2D3AA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993AA7-B5F5-45F7-BC6C-85F8E29E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E082C9-87D3-45C3-9D3E-83357167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hlSlideMaster.Solo el títuloHeader" descr=".">
            <a:extLst>
              <a:ext uri="{FF2B5EF4-FFF2-40B4-BE49-F238E27FC236}">
                <a16:creationId xmlns:a16="http://schemas.microsoft.com/office/drawing/2014/main" id="{D11C6B23-01B0-4538-BBB1-B24C462C2C2A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7" name="flSlideMaster.Solo el títuloFooter" descr=".">
            <a:extLst>
              <a:ext uri="{FF2B5EF4-FFF2-40B4-BE49-F238E27FC236}">
                <a16:creationId xmlns:a16="http://schemas.microsoft.com/office/drawing/2014/main" id="{23E36686-8271-47BA-B6A5-0CFF042AE0E5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35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400DFD-307C-491D-8B47-6BD82623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E04B48-A163-4E70-B795-393151B0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ACA74B-B5D6-479B-B581-1F3F2803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hlSlideMaster.En blancoHeader" descr=".">
            <a:extLst>
              <a:ext uri="{FF2B5EF4-FFF2-40B4-BE49-F238E27FC236}">
                <a16:creationId xmlns:a16="http://schemas.microsoft.com/office/drawing/2014/main" id="{9F6D1F50-FB22-4EFB-B79C-4AF1943FC60B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6" name="flSlideMaster.En blancoFooter" descr=".">
            <a:extLst>
              <a:ext uri="{FF2B5EF4-FFF2-40B4-BE49-F238E27FC236}">
                <a16:creationId xmlns:a16="http://schemas.microsoft.com/office/drawing/2014/main" id="{C2FC8E5F-D9C2-4777-8796-B4DC7567D31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68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964EA-9012-4E76-9DD7-C32C41D8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12B1DD-10E4-4BC1-A7D9-708C17A9D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FFA7B1-7419-4847-B5D3-F53456D40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5F6F81-B9B8-48AA-80BA-257FE035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7E09F-EE44-4972-A229-99562315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8380B-E850-4D40-8406-6596B40C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Contenido con títuloHeader" descr=".">
            <a:extLst>
              <a:ext uri="{FF2B5EF4-FFF2-40B4-BE49-F238E27FC236}">
                <a16:creationId xmlns:a16="http://schemas.microsoft.com/office/drawing/2014/main" id="{F3C005AF-3C18-4131-A3DC-349C589FA9D9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Contenido con títuloFooter" descr=".">
            <a:extLst>
              <a:ext uri="{FF2B5EF4-FFF2-40B4-BE49-F238E27FC236}">
                <a16:creationId xmlns:a16="http://schemas.microsoft.com/office/drawing/2014/main" id="{58462B6D-B7A1-4D8A-BFF3-85830EE62D02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63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15955-E18B-4054-BB72-0B4FD458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FBDA07-B8D0-4042-8D3D-F92881059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8CC64A-4692-403B-9BA4-F2E3CF870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238867-7A98-4BE3-A4AD-D8B88568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B4045-F246-4926-81AB-CD5CC3C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8CC7FD-976E-4691-ADCD-60E3D9F2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Imagen con títuloHeader" descr=".">
            <a:extLst>
              <a:ext uri="{FF2B5EF4-FFF2-40B4-BE49-F238E27FC236}">
                <a16:creationId xmlns:a16="http://schemas.microsoft.com/office/drawing/2014/main" id="{8283EC6D-EE36-4F9B-94D2-5D823752F670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Imagen con títuloFooter" descr=".">
            <a:extLst>
              <a:ext uri="{FF2B5EF4-FFF2-40B4-BE49-F238E27FC236}">
                <a16:creationId xmlns:a16="http://schemas.microsoft.com/office/drawing/2014/main" id="{9FED6C9C-3301-4CC2-8B68-1802522CC42F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1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6345-678C-47B9-9AC7-0D1293D2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8F63D-0482-4A69-93A9-90363711C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BA998-4D5D-43A9-8E14-999D7DDC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9434B-5358-4776-9BE0-06E709BB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8C614-9352-401E-A1CA-5E4E9DE3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texto verticalHeader" descr=".">
            <a:extLst>
              <a:ext uri="{FF2B5EF4-FFF2-40B4-BE49-F238E27FC236}">
                <a16:creationId xmlns:a16="http://schemas.microsoft.com/office/drawing/2014/main" id="{9C03FAFA-8C09-4174-B470-F2F8DAAC38A8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texto verticalFooter" descr=".">
            <a:extLst>
              <a:ext uri="{FF2B5EF4-FFF2-40B4-BE49-F238E27FC236}">
                <a16:creationId xmlns:a16="http://schemas.microsoft.com/office/drawing/2014/main" id="{C456F7C9-1DE9-4F80-8D9A-E8EF5509E8C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50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1DE5C2-4FE5-4D10-A025-6870B6296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94B66F-AA0E-4597-95BA-702CAFC93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8BA64D-12D4-463A-A718-98FACC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A0013-7EF4-4BE1-9578-D01E1A20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58FD1F-23C7-45B1-8543-DE317A0C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vertical y textoHeader" descr=".">
            <a:extLst>
              <a:ext uri="{FF2B5EF4-FFF2-40B4-BE49-F238E27FC236}">
                <a16:creationId xmlns:a16="http://schemas.microsoft.com/office/drawing/2014/main" id="{3403A9B0-3A77-4D5E-AE4E-E8D41FE13C92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vertical y textoFooter" descr=".">
            <a:extLst>
              <a:ext uri="{FF2B5EF4-FFF2-40B4-BE49-F238E27FC236}">
                <a16:creationId xmlns:a16="http://schemas.microsoft.com/office/drawing/2014/main" id="{14246D8E-B198-4601-9A40-EFC883B06D3C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81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5E2FE2-2CA4-4615-BFE2-FEEC1A3C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C0B371-1834-4188-98E6-C8A8B155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DC153-0177-46FF-9679-0FBDA776D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8269C-F0BB-454D-9C7A-D008E7C58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5EA9F-2DA6-4A67-864E-1296A00F5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8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5701886-3AE2-4B92-8172-4E7D6A68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0" y="2813548"/>
            <a:ext cx="5039428" cy="354379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0C72703-8A6C-4E01-AC0B-387E0B0B5AB1}"/>
              </a:ext>
            </a:extLst>
          </p:cNvPr>
          <p:cNvSpPr/>
          <p:nvPr/>
        </p:nvSpPr>
        <p:spPr>
          <a:xfrm>
            <a:off x="819807" y="4845269"/>
            <a:ext cx="4167158" cy="128659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2DF175-6479-4E1E-8C67-616139C0AF5C}"/>
              </a:ext>
            </a:extLst>
          </p:cNvPr>
          <p:cNvSpPr txBox="1"/>
          <p:nvPr/>
        </p:nvSpPr>
        <p:spPr>
          <a:xfrm>
            <a:off x="5533813" y="4451164"/>
            <a:ext cx="381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Cuadra</a:t>
            </a:r>
            <a:r>
              <a:rPr lang="en-US" dirty="0"/>
              <a:t> bien con </a:t>
            </a:r>
            <a:r>
              <a:rPr lang="en-US" dirty="0" err="1"/>
              <a:t>el</a:t>
            </a:r>
            <a:r>
              <a:rPr lang="en-US" dirty="0"/>
              <a:t> FEM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cuanto</a:t>
            </a:r>
            <a:r>
              <a:rPr lang="en-US" dirty="0"/>
              <a:t> a </a:t>
            </a:r>
            <a:r>
              <a:rPr lang="en-US" dirty="0" err="1"/>
              <a:t>autovalores</a:t>
            </a:r>
            <a:r>
              <a:rPr lang="en-US" dirty="0"/>
              <a:t> y </a:t>
            </a:r>
            <a:r>
              <a:rPr lang="en-US" dirty="0" err="1"/>
              <a:t>ondas</a:t>
            </a: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080F69F-B024-437F-8785-75AAFB348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89" y="85644"/>
            <a:ext cx="9403977" cy="258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6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F3F7F1-BFE4-4453-9F19-AC3FF087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65"/>
            <a:ext cx="12192000" cy="61660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36C5F6-437C-405D-9E02-FC9AF087652D}"/>
              </a:ext>
            </a:extLst>
          </p:cNvPr>
          <p:cNvSpPr txBox="1"/>
          <p:nvPr/>
        </p:nvSpPr>
        <p:spPr>
          <a:xfrm>
            <a:off x="1562641" y="854738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2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1ED1EC-A963-4562-8181-8768EC85C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47" y="4188822"/>
            <a:ext cx="3864241" cy="251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8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933160-2837-4BC0-B787-809C47AE0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65"/>
            <a:ext cx="12192000" cy="616606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571A0BA-3F1D-4A1A-B4D2-CB79D5A0D9A6}"/>
              </a:ext>
            </a:extLst>
          </p:cNvPr>
          <p:cNvSpPr txBox="1"/>
          <p:nvPr/>
        </p:nvSpPr>
        <p:spPr>
          <a:xfrm>
            <a:off x="2064665" y="1688456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3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1E98B5-AD19-45E9-8BB9-13D6015E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259" y="3985529"/>
            <a:ext cx="3980448" cy="263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2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F3E3F4-7CD7-44F0-9DFC-5C90E27A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65"/>
            <a:ext cx="12192000" cy="61660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C13391-322B-4906-9CBD-3666DFA9D263}"/>
              </a:ext>
            </a:extLst>
          </p:cNvPr>
          <p:cNvSpPr txBox="1"/>
          <p:nvPr/>
        </p:nvSpPr>
        <p:spPr>
          <a:xfrm>
            <a:off x="1661253" y="639586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4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12B529-AE66-4098-AD37-19BA35104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553" y="3923862"/>
            <a:ext cx="3752849" cy="258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95FFB89-8A9A-4CF4-BFDA-0A66B3B7C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65"/>
            <a:ext cx="12192000" cy="61660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63CDE4-1ED9-48C2-A8C8-1DEA1F61FEF2}"/>
              </a:ext>
            </a:extLst>
          </p:cNvPr>
          <p:cNvSpPr txBox="1"/>
          <p:nvPr/>
        </p:nvSpPr>
        <p:spPr>
          <a:xfrm>
            <a:off x="1320594" y="496151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4</a:t>
            </a:r>
          </a:p>
          <a:p>
            <a:r>
              <a:rPr lang="en-US" dirty="0"/>
              <a:t>HALFWAVES Y : 2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4E70FF-108B-4EBE-B7DC-3DF77F06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788" y="3885600"/>
            <a:ext cx="4228206" cy="262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0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856395-6ABE-42D9-A7CC-85FBC2863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965"/>
            <a:ext cx="12192000" cy="61660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CFA8BD-5A1F-4971-A1D8-23EA3302B77D}"/>
              </a:ext>
            </a:extLst>
          </p:cNvPr>
          <p:cNvSpPr txBox="1"/>
          <p:nvPr/>
        </p:nvSpPr>
        <p:spPr>
          <a:xfrm>
            <a:off x="1870842" y="926456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5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7922A2-98A9-4974-91F0-6AD873353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083" y="4079996"/>
            <a:ext cx="3607614" cy="23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9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Microsoft Sans 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Maroto Herreros, Enrique (external) [ES]</dc:creator>
  <cp:lastModifiedBy>Maroto Herreros, Enrique (external) [ES]</cp:lastModifiedBy>
  <cp:revision>6</cp:revision>
  <dcterms:created xsi:type="dcterms:W3CDTF">2026-02-10T08:25:37Z</dcterms:created>
  <dcterms:modified xsi:type="dcterms:W3CDTF">2026-04-15T09:24:12Z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fe96cabf-28cc-422b-aed8-1a9d64d0b1d0</vt:lpwstr>
  </property>
  <property fmtid="{D5CDD505-2E9C-101B-9397-08002B2CF9AE}" pid="3" name="TaggedBy">
    <vt:lpwstr>U69432</vt:lpwstr>
  </property>
  <property fmtid="{D5CDD505-2E9C-101B-9397-08002B2CF9AE}" pid="4" name="L">
    <vt:lpwstr>XXPRI</vt:lpwstr>
  </property>
  <property fmtid="{D5CDD505-2E9C-101B-9397-08002B2CF9AE}" pid="5" name="STAMP">
    <vt:lpwstr>NO</vt:lpwstr>
  </property>
</Properties>
</file>
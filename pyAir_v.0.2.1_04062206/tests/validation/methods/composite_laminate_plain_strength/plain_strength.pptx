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279EB-35A8-422B-BB80-B8AF45660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AF31A6-FAA5-4210-B8CB-D78DBD509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942F45-FE14-45A6-85E8-49D062B6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958846-8657-40A0-B5EC-62453410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D28409-B46A-4227-9F3C-B6F42D1F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cSlideMaster.Diapositiva de títuloHeader" descr="Airbus Amber ">
            <a:extLst>
              <a:ext uri="{FF2B5EF4-FFF2-40B4-BE49-F238E27FC236}">
                <a16:creationId xmlns:a16="http://schemas.microsoft.com/office/drawing/2014/main" id="{A4339148-9419-488C-B4E9-317EB7074F1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Diapositiva de títuloFooter" descr="Airbus Amber ">
            <a:extLst>
              <a:ext uri="{FF2B5EF4-FFF2-40B4-BE49-F238E27FC236}">
                <a16:creationId xmlns:a16="http://schemas.microsoft.com/office/drawing/2014/main" id="{F05EB321-FD91-4793-9D8C-E6DA27424C76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356259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014B7-7E51-4515-9A6E-515533C0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3430B2-38CD-42BC-B2DD-15B094E19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7F2C06-6334-40FB-A7AD-D5E8409D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152E30-6FAD-4C62-8BAE-A1A46458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3D75D8-5379-466B-9DAF-201C4331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cSlideMaster.Título y objetosHeader" descr="Airbus Amber ">
            <a:extLst>
              <a:ext uri="{FF2B5EF4-FFF2-40B4-BE49-F238E27FC236}">
                <a16:creationId xmlns:a16="http://schemas.microsoft.com/office/drawing/2014/main" id="{3BEBC18F-1F13-411C-9496-548499AF83A8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Título y objetosFooter" descr="Airbus Amber ">
            <a:extLst>
              <a:ext uri="{FF2B5EF4-FFF2-40B4-BE49-F238E27FC236}">
                <a16:creationId xmlns:a16="http://schemas.microsoft.com/office/drawing/2014/main" id="{ED08BBED-11BE-49B6-9A9B-53363EEA2899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784536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22FDF-6F2A-4C2C-A211-0F8F39D6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8F0536-69A5-4215-942A-23D8E33C6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FCEAE6-9DD8-433C-A983-5DDA698C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9B5031-B43B-4753-B1C3-F63FEB60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67C732-DDC5-4B95-B319-15E5610B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cSlideMaster.Encabezado de secciónHeader" descr="Airbus Amber ">
            <a:extLst>
              <a:ext uri="{FF2B5EF4-FFF2-40B4-BE49-F238E27FC236}">
                <a16:creationId xmlns:a16="http://schemas.microsoft.com/office/drawing/2014/main" id="{FA7FF5A9-7496-4FA0-B109-CB4481D3474A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Encabezado de secciónFooter" descr="Airbus Amber ">
            <a:extLst>
              <a:ext uri="{FF2B5EF4-FFF2-40B4-BE49-F238E27FC236}">
                <a16:creationId xmlns:a16="http://schemas.microsoft.com/office/drawing/2014/main" id="{DCA123C8-2E27-4436-A94E-5CD8FFE3AEA0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600346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1B178-5101-41FE-8449-CAA40F79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8FF7A-4079-43F0-93B6-8EC7DE188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36BBAC-CE71-4F17-8C7A-986F61CB7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F5B7C8-93AB-45ED-B9BE-41BEB9E7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D8300B-F164-40F8-AF80-6CDBE96D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3ADD4E-C035-451B-A840-F0ED263E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cSlideMaster.Dos objetosHeader" descr="Airbus Amber ">
            <a:extLst>
              <a:ext uri="{FF2B5EF4-FFF2-40B4-BE49-F238E27FC236}">
                <a16:creationId xmlns:a16="http://schemas.microsoft.com/office/drawing/2014/main" id="{D3D61ED3-F373-4117-9758-402EC13E88E8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9" name="fcSlideMaster.Dos objetosFooter" descr="Airbus Amber ">
            <a:extLst>
              <a:ext uri="{FF2B5EF4-FFF2-40B4-BE49-F238E27FC236}">
                <a16:creationId xmlns:a16="http://schemas.microsoft.com/office/drawing/2014/main" id="{F600D255-E7C8-4A7D-815C-CA42472140CE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86579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697BB-B5D1-47BF-8041-2E13FF249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C925FC-77C9-4C14-B28D-CACA72DEB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0B61CF-E49D-4D43-90A7-A4D3720F3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37536B-CADB-48C5-A4CB-08D5D5F9D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955DBB-F528-4E8F-841F-56E5A7A21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F4A771-6590-4EF3-921D-701BB830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3819FC-9387-4BB3-9E8F-E693E16A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20BAEE5-4B1F-4B24-B1A0-6997C5FF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hcSlideMaster.ComparaciónHeader" descr="Airbus Amber ">
            <a:extLst>
              <a:ext uri="{FF2B5EF4-FFF2-40B4-BE49-F238E27FC236}">
                <a16:creationId xmlns:a16="http://schemas.microsoft.com/office/drawing/2014/main" id="{42CF607A-DE36-452A-B2C2-F13820AC601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11" name="fcSlideMaster.ComparaciónFooter" descr="Airbus Amber ">
            <a:extLst>
              <a:ext uri="{FF2B5EF4-FFF2-40B4-BE49-F238E27FC236}">
                <a16:creationId xmlns:a16="http://schemas.microsoft.com/office/drawing/2014/main" id="{504A9031-6F82-4864-93A9-1CABFDA2B3DE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966436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DAED5-C8E1-4986-A1CA-1353605C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13BA01-A5F9-4086-8C96-C883FEA1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F9ADB3-5EB1-4AF6-A8EC-F10EDF14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C45073-1757-4D6B-AB9E-261CC081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hcSlideMaster.Solo el títuloHeader" descr="Airbus Amber ">
            <a:extLst>
              <a:ext uri="{FF2B5EF4-FFF2-40B4-BE49-F238E27FC236}">
                <a16:creationId xmlns:a16="http://schemas.microsoft.com/office/drawing/2014/main" id="{DA7E28CE-4813-46BB-8DF0-776C61EEBF2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7" name="fcSlideMaster.Solo el títuloFooter" descr="Airbus Amber ">
            <a:extLst>
              <a:ext uri="{FF2B5EF4-FFF2-40B4-BE49-F238E27FC236}">
                <a16:creationId xmlns:a16="http://schemas.microsoft.com/office/drawing/2014/main" id="{78236999-42AC-4089-BC1D-D9082953C0B2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319357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BC1386-A397-4189-9AA0-291E8911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883DC9-0B9E-4B00-B8D2-474E92EF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D2B827-FC5D-4C46-BD40-8A339C69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hcSlideMaster.En blancoHeader" descr="Airbus Amber ">
            <a:extLst>
              <a:ext uri="{FF2B5EF4-FFF2-40B4-BE49-F238E27FC236}">
                <a16:creationId xmlns:a16="http://schemas.microsoft.com/office/drawing/2014/main" id="{6C7D9DAD-81AC-402A-BF57-DDA26E8A077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6" name="fcSlideMaster.En blancoFooter" descr="Airbus Amber ">
            <a:extLst>
              <a:ext uri="{FF2B5EF4-FFF2-40B4-BE49-F238E27FC236}">
                <a16:creationId xmlns:a16="http://schemas.microsoft.com/office/drawing/2014/main" id="{8059C13B-E982-4BCA-894A-1EE7DF224553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18691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FFFB5-C605-44FC-8927-899785966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4FC02-E00F-42E1-99D6-77F3AC42B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3B4D91-5403-4A86-8EC2-A388B4359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D55BF4-C1F5-441F-923A-5B44B6D8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8C93F7-3ADA-4252-A937-7CBDAF33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71CD8-1F0B-4EBC-A07F-C7F4B374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cSlideMaster.Contenido con títuloHeader" descr="Airbus Amber ">
            <a:extLst>
              <a:ext uri="{FF2B5EF4-FFF2-40B4-BE49-F238E27FC236}">
                <a16:creationId xmlns:a16="http://schemas.microsoft.com/office/drawing/2014/main" id="{22211826-11EC-4443-933D-CD52F69769C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9" name="fcSlideMaster.Contenido con títuloFooter" descr="Airbus Amber ">
            <a:extLst>
              <a:ext uri="{FF2B5EF4-FFF2-40B4-BE49-F238E27FC236}">
                <a16:creationId xmlns:a16="http://schemas.microsoft.com/office/drawing/2014/main" id="{7DD37668-D5D3-4BF5-8066-183B24564B99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367873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F42E1-8541-4B69-AA18-AF525A71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3EE03B-719A-4DB0-9865-812BF638B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5E40D9-57A2-40F4-974D-EC5ED3D70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3C09EE-F267-438D-AB34-2708F3EA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A85E20-E7FE-48E1-89DD-B54A9A30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1EBC6A-82E1-442D-9D24-B7B53C48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cSlideMaster.Imagen con títuloHeader" descr="Airbus Amber ">
            <a:extLst>
              <a:ext uri="{FF2B5EF4-FFF2-40B4-BE49-F238E27FC236}">
                <a16:creationId xmlns:a16="http://schemas.microsoft.com/office/drawing/2014/main" id="{76DDCEAF-19C9-4A54-B333-C78916837334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9" name="fcSlideMaster.Imagen con títuloFooter" descr="Airbus Amber ">
            <a:extLst>
              <a:ext uri="{FF2B5EF4-FFF2-40B4-BE49-F238E27FC236}">
                <a16:creationId xmlns:a16="http://schemas.microsoft.com/office/drawing/2014/main" id="{500B07B2-36DF-48CB-97EF-97F4E786F9A6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384308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591AF-99C3-46FC-A1CD-2AFDE75D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645856-3DC5-45DC-92D4-EDFF3E08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8B61CA-056B-4AB5-92B1-72480DCD4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7211BA-6A25-4E87-869E-E96DA740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99F455-3A7D-4D7F-B7EA-FC4FBDB2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cSlideMaster.Título y texto verticalHeader" descr="Airbus Amber ">
            <a:extLst>
              <a:ext uri="{FF2B5EF4-FFF2-40B4-BE49-F238E27FC236}">
                <a16:creationId xmlns:a16="http://schemas.microsoft.com/office/drawing/2014/main" id="{77DCAE8D-E7F7-4B38-B617-6F1B9924710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Título y texto verticalFooter" descr="Airbus Amber ">
            <a:extLst>
              <a:ext uri="{FF2B5EF4-FFF2-40B4-BE49-F238E27FC236}">
                <a16:creationId xmlns:a16="http://schemas.microsoft.com/office/drawing/2014/main" id="{E80A7AB2-E681-48CA-A36D-F082F15D2D5E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91683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C6E949-D176-4558-8D3B-4383B5F9F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0319C3-B364-4D4C-B076-8B98D0192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0B428E-D293-4E61-BCCB-C2570638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0C28A9-9209-423F-9C53-3F78DD02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6B870-B676-4411-AFDD-E7CC5868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cSlideMaster.Título vertical y textoHeader" descr="Airbus Amber ">
            <a:extLst>
              <a:ext uri="{FF2B5EF4-FFF2-40B4-BE49-F238E27FC236}">
                <a16:creationId xmlns:a16="http://schemas.microsoft.com/office/drawing/2014/main" id="{82A66DEC-2426-42F1-A634-B5F37DDDA99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Título vertical y textoFooter" descr="Airbus Amber ">
            <a:extLst>
              <a:ext uri="{FF2B5EF4-FFF2-40B4-BE49-F238E27FC236}">
                <a16:creationId xmlns:a16="http://schemas.microsoft.com/office/drawing/2014/main" id="{5EFA81B0-0553-4051-8D91-F132E5EAFBC9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22862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A9C919C-25DC-4041-8D7F-A4C14A07E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FA5341-E50B-4762-BF5B-AB9062AA0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1322DB-1F48-4F39-B4E4-21649E423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281B3-C974-40F9-BBEB-4A27EA42E0E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D165E-71BD-4AC8-A9B2-2ACE72386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51B663-06D4-4C15-B387-657B468F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EFD8F-3E4A-4139-A4B4-2B852B2A23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28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5014B1-2B85-4462-8A8D-B8DDA8D61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52445"/>
            <a:ext cx="4829849" cy="27531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F908DA5-084F-4374-8466-DF1542C9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05" y="719528"/>
            <a:ext cx="4706739" cy="541894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47EF6BA-1352-4367-A649-F132F37C0A60}"/>
              </a:ext>
            </a:extLst>
          </p:cNvPr>
          <p:cNvSpPr txBox="1"/>
          <p:nvPr/>
        </p:nvSpPr>
        <p:spPr>
          <a:xfrm>
            <a:off x="668867" y="160867"/>
            <a:ext cx="453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EJEMPLO ANCOLAB 2</a:t>
            </a:r>
          </a:p>
        </p:txBody>
      </p:sp>
    </p:spTree>
    <p:extLst>
      <p:ext uri="{BB962C8B-B14F-4D97-AF65-F5344CB8AC3E}">
        <p14:creationId xmlns:p14="http://schemas.microsoft.com/office/powerpoint/2010/main" val="2362338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54D431-F0FF-4051-81C9-4306B167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11" y="607413"/>
            <a:ext cx="4087546" cy="29373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85B73D5-B29F-4779-B332-03EFE7A9B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08" y="3751599"/>
            <a:ext cx="3648260" cy="293733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2EE23B2-DEEC-43AD-9095-45A0A4EC225D}"/>
              </a:ext>
            </a:extLst>
          </p:cNvPr>
          <p:cNvSpPr txBox="1"/>
          <p:nvPr/>
        </p:nvSpPr>
        <p:spPr>
          <a:xfrm>
            <a:off x="467211" y="134657"/>
            <a:ext cx="453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EJEMPLO SAM – CLA : SAM_AS4_4PB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B14BC58-9C08-4B8F-B8EB-C5A58ECA4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260" y="503989"/>
            <a:ext cx="5486845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46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Maroto Herreros, Enrique (external) [ES]</dc:creator>
  <cp:lastModifiedBy>Maroto Herreros, Enrique (external) [ES]</cp:lastModifiedBy>
  <cp:revision>3</cp:revision>
  <dcterms:created xsi:type="dcterms:W3CDTF">2026-04-10T08:36:12Z</dcterms:created>
  <dcterms:modified xsi:type="dcterms:W3CDTF">2026-04-10T14:15:31Z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c321b525-ea1d-46b3-9c18-1a05e3ebc71b</vt:lpwstr>
  </property>
  <property fmtid="{D5CDD505-2E9C-101B-9397-08002B2CF9AE}" pid="3" name="L">
    <vt:lpwstr>XXSEN</vt:lpwstr>
  </property>
  <property fmtid="{D5CDD505-2E9C-101B-9397-08002B2CF9AE}" pid="4" name="CC">
    <vt:lpwstr>XXAAM</vt:lpwstr>
  </property>
  <property fmtid="{D5CDD505-2E9C-101B-9397-08002B2CF9AE}" pid="5" name="PP">
    <vt:lpwstr>XXPCA</vt:lpwstr>
  </property>
  <property fmtid="{D5CDD505-2E9C-101B-9397-08002B2CF9AE}" pid="6" name="E">
    <vt:lpwstr>E0000</vt:lpwstr>
  </property>
  <property fmtid="{D5CDD505-2E9C-101B-9397-08002B2CF9AE}" pid="7" name="GD">
    <vt:lpwstr>XXGCA</vt:lpwstr>
  </property>
  <property fmtid="{D5CDD505-2E9C-101B-9397-08002B2CF9AE}" pid="8" name="OT">
    <vt:lpwstr>XXOCA</vt:lpwstr>
  </property>
  <property fmtid="{D5CDD505-2E9C-101B-9397-08002B2CF9AE}" pid="9" name="CAV">
    <vt:lpwstr>NOC</vt:lpwstr>
  </property>
  <property fmtid="{D5CDD505-2E9C-101B-9397-08002B2CF9AE}" pid="10" name="STAMP">
    <vt:lpwstr>YES</vt:lpwstr>
  </property>
</Properties>
</file>